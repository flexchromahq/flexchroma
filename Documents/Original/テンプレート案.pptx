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47FF"/>
    <a:srgbClr val="0066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2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4344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776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149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9733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04548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7225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4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900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4109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5004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9896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B34C38-370D-456D-A1CF-68E79F0A0D67}" type="datetimeFigureOut">
              <a:rPr kumimoji="1" lang="ja-JP" altLang="en-US" smtClean="0"/>
              <a:t>2026/7/21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41D40E-0FF2-4702-997C-C2845607427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8007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81CE8B44-D54D-0BA9-BB4B-877D68A4F8A9}"/>
              </a:ext>
            </a:extLst>
          </p:cNvPr>
          <p:cNvSpPr/>
          <p:nvPr/>
        </p:nvSpPr>
        <p:spPr>
          <a:xfrm>
            <a:off x="0" y="0"/>
            <a:ext cx="6858000" cy="9181652"/>
          </a:xfrm>
          <a:prstGeom prst="rect">
            <a:avLst/>
          </a:prstGeom>
          <a:gradFill>
            <a:gsLst>
              <a:gs pos="10000">
                <a:srgbClr val="FF00FF"/>
              </a:gs>
              <a:gs pos="50000">
                <a:srgbClr val="9147FF"/>
              </a:gs>
              <a:gs pos="90000">
                <a:srgbClr val="0066FF"/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フリーフォーム: 図形 26">
            <a:extLst>
              <a:ext uri="{FF2B5EF4-FFF2-40B4-BE49-F238E27FC236}">
                <a16:creationId xmlns:a16="http://schemas.microsoft.com/office/drawing/2014/main" id="{1BF034B9-1B91-EBD6-24E1-C857D72F3AFD}"/>
              </a:ext>
            </a:extLst>
          </p:cNvPr>
          <p:cNvSpPr/>
          <p:nvPr/>
        </p:nvSpPr>
        <p:spPr>
          <a:xfrm>
            <a:off x="0" y="0"/>
            <a:ext cx="6858000" cy="9181652"/>
          </a:xfrm>
          <a:custGeom>
            <a:avLst/>
            <a:gdLst>
              <a:gd name="csX0" fmla="*/ 518984 w 6858000"/>
              <a:gd name="csY0" fmla="*/ 8612659 h 9181652"/>
              <a:gd name="csX1" fmla="*/ 518984 w 6858000"/>
              <a:gd name="csY1" fmla="*/ 8723870 h 9181652"/>
              <a:gd name="csX2" fmla="*/ 3150973 w 6858000"/>
              <a:gd name="csY2" fmla="*/ 8723870 h 9181652"/>
              <a:gd name="csX3" fmla="*/ 3150973 w 6858000"/>
              <a:gd name="csY3" fmla="*/ 8612659 h 9181652"/>
              <a:gd name="csX4" fmla="*/ 3725563 w 6858000"/>
              <a:gd name="csY4" fmla="*/ 8600302 h 9181652"/>
              <a:gd name="csX5" fmla="*/ 3725563 w 6858000"/>
              <a:gd name="csY5" fmla="*/ 8711513 h 9181652"/>
              <a:gd name="csX6" fmla="*/ 6357552 w 6858000"/>
              <a:gd name="csY6" fmla="*/ 8711513 h 9181652"/>
              <a:gd name="csX7" fmla="*/ 6357552 w 6858000"/>
              <a:gd name="csY7" fmla="*/ 8600302 h 9181652"/>
              <a:gd name="csX8" fmla="*/ 1118681 w 6858000"/>
              <a:gd name="csY8" fmla="*/ 5308062 h 9181652"/>
              <a:gd name="csX9" fmla="*/ 1118681 w 6858000"/>
              <a:gd name="csY9" fmla="*/ 5580436 h 9181652"/>
              <a:gd name="csX10" fmla="*/ 1536970 w 6858000"/>
              <a:gd name="csY10" fmla="*/ 5580436 h 9181652"/>
              <a:gd name="csX11" fmla="*/ 1536970 w 6858000"/>
              <a:gd name="csY11" fmla="*/ 5308062 h 9181652"/>
              <a:gd name="csX12" fmla="*/ 1089498 w 6858000"/>
              <a:gd name="csY12" fmla="*/ 4367721 h 9181652"/>
              <a:gd name="csX13" fmla="*/ 1089498 w 6858000"/>
              <a:gd name="csY13" fmla="*/ 4640095 h 9181652"/>
              <a:gd name="csX14" fmla="*/ 1507787 w 6858000"/>
              <a:gd name="csY14" fmla="*/ 4640095 h 9181652"/>
              <a:gd name="csX15" fmla="*/ 1507787 w 6858000"/>
              <a:gd name="csY15" fmla="*/ 4367721 h 9181652"/>
              <a:gd name="csX16" fmla="*/ 1060315 w 6858000"/>
              <a:gd name="csY16" fmla="*/ 3427380 h 9181652"/>
              <a:gd name="csX17" fmla="*/ 1060315 w 6858000"/>
              <a:gd name="csY17" fmla="*/ 3699754 h 9181652"/>
              <a:gd name="csX18" fmla="*/ 1478604 w 6858000"/>
              <a:gd name="csY18" fmla="*/ 3699754 h 9181652"/>
              <a:gd name="csX19" fmla="*/ 1478604 w 6858000"/>
              <a:gd name="csY19" fmla="*/ 3427380 h 9181652"/>
              <a:gd name="csX20" fmla="*/ 1031132 w 6858000"/>
              <a:gd name="csY20" fmla="*/ 2487039 h 9181652"/>
              <a:gd name="csX21" fmla="*/ 1031132 w 6858000"/>
              <a:gd name="csY21" fmla="*/ 2759413 h 9181652"/>
              <a:gd name="csX22" fmla="*/ 1449421 w 6858000"/>
              <a:gd name="csY22" fmla="*/ 2759413 h 9181652"/>
              <a:gd name="csX23" fmla="*/ 1449421 w 6858000"/>
              <a:gd name="csY23" fmla="*/ 2487039 h 9181652"/>
              <a:gd name="csX24" fmla="*/ 1001949 w 6858000"/>
              <a:gd name="csY24" fmla="*/ 1546698 h 9181652"/>
              <a:gd name="csX25" fmla="*/ 1001949 w 6858000"/>
              <a:gd name="csY25" fmla="*/ 1819072 h 9181652"/>
              <a:gd name="csX26" fmla="*/ 1420238 w 6858000"/>
              <a:gd name="csY26" fmla="*/ 1819072 h 9181652"/>
              <a:gd name="csX27" fmla="*/ 1420238 w 6858000"/>
              <a:gd name="csY27" fmla="*/ 1546698 h 9181652"/>
              <a:gd name="csX28" fmla="*/ 860612 w 6858000"/>
              <a:gd name="csY28" fmla="*/ 487971 h 9181652"/>
              <a:gd name="csX29" fmla="*/ 860612 w 6858000"/>
              <a:gd name="csY29" fmla="*/ 568965 h 9181652"/>
              <a:gd name="csX30" fmla="*/ 6142616 w 6858000"/>
              <a:gd name="csY30" fmla="*/ 568965 h 9181652"/>
              <a:gd name="csX31" fmla="*/ 6142616 w 6858000"/>
              <a:gd name="csY31" fmla="*/ 487971 h 9181652"/>
              <a:gd name="csX32" fmla="*/ 0 w 6858000"/>
              <a:gd name="csY32" fmla="*/ 0 h 9181652"/>
              <a:gd name="csX33" fmla="*/ 6858000 w 6858000"/>
              <a:gd name="csY33" fmla="*/ 0 h 9181652"/>
              <a:gd name="csX34" fmla="*/ 6858000 w 6858000"/>
              <a:gd name="csY34" fmla="*/ 9181652 h 9181652"/>
              <a:gd name="csX35" fmla="*/ 0 w 6858000"/>
              <a:gd name="csY35" fmla="*/ 9181652 h 91816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6858000" h="9181652">
                <a:moveTo>
                  <a:pt x="518984" y="8612659"/>
                </a:moveTo>
                <a:lnTo>
                  <a:pt x="518984" y="8723870"/>
                </a:lnTo>
                <a:lnTo>
                  <a:pt x="3150973" y="8723870"/>
                </a:lnTo>
                <a:lnTo>
                  <a:pt x="3150973" y="8612659"/>
                </a:lnTo>
                <a:close/>
                <a:moveTo>
                  <a:pt x="3725563" y="8600302"/>
                </a:moveTo>
                <a:lnTo>
                  <a:pt x="3725563" y="8711513"/>
                </a:lnTo>
                <a:lnTo>
                  <a:pt x="6357552" y="8711513"/>
                </a:lnTo>
                <a:lnTo>
                  <a:pt x="6357552" y="8600302"/>
                </a:lnTo>
                <a:close/>
                <a:moveTo>
                  <a:pt x="1118681" y="5308062"/>
                </a:moveTo>
                <a:lnTo>
                  <a:pt x="1118681" y="5580436"/>
                </a:lnTo>
                <a:lnTo>
                  <a:pt x="1536970" y="5580436"/>
                </a:lnTo>
                <a:lnTo>
                  <a:pt x="1536970" y="5308062"/>
                </a:lnTo>
                <a:close/>
                <a:moveTo>
                  <a:pt x="1089498" y="4367721"/>
                </a:moveTo>
                <a:lnTo>
                  <a:pt x="1089498" y="4640095"/>
                </a:lnTo>
                <a:lnTo>
                  <a:pt x="1507787" y="4640095"/>
                </a:lnTo>
                <a:lnTo>
                  <a:pt x="1507787" y="4367721"/>
                </a:lnTo>
                <a:close/>
                <a:moveTo>
                  <a:pt x="1060315" y="3427380"/>
                </a:moveTo>
                <a:lnTo>
                  <a:pt x="1060315" y="3699754"/>
                </a:lnTo>
                <a:lnTo>
                  <a:pt x="1478604" y="3699754"/>
                </a:lnTo>
                <a:lnTo>
                  <a:pt x="1478604" y="3427380"/>
                </a:lnTo>
                <a:close/>
                <a:moveTo>
                  <a:pt x="1031132" y="2487039"/>
                </a:moveTo>
                <a:lnTo>
                  <a:pt x="1031132" y="2759413"/>
                </a:lnTo>
                <a:lnTo>
                  <a:pt x="1449421" y="2759413"/>
                </a:lnTo>
                <a:lnTo>
                  <a:pt x="1449421" y="2487039"/>
                </a:lnTo>
                <a:close/>
                <a:moveTo>
                  <a:pt x="1001949" y="1546698"/>
                </a:moveTo>
                <a:lnTo>
                  <a:pt x="1001949" y="1819072"/>
                </a:lnTo>
                <a:lnTo>
                  <a:pt x="1420238" y="1819072"/>
                </a:lnTo>
                <a:lnTo>
                  <a:pt x="1420238" y="1546698"/>
                </a:lnTo>
                <a:close/>
                <a:moveTo>
                  <a:pt x="860612" y="487971"/>
                </a:moveTo>
                <a:lnTo>
                  <a:pt x="860612" y="568965"/>
                </a:lnTo>
                <a:lnTo>
                  <a:pt x="6142616" y="568965"/>
                </a:lnTo>
                <a:lnTo>
                  <a:pt x="6142616" y="487971"/>
                </a:lnTo>
                <a:close/>
                <a:moveTo>
                  <a:pt x="0" y="0"/>
                </a:moveTo>
                <a:lnTo>
                  <a:pt x="6858000" y="0"/>
                </a:lnTo>
                <a:lnTo>
                  <a:pt x="6858000" y="9181652"/>
                </a:lnTo>
                <a:lnTo>
                  <a:pt x="0" y="918165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AFA3B39B-9637-F0B3-14E7-B1F6D09F0CAD}"/>
              </a:ext>
            </a:extLst>
          </p:cNvPr>
          <p:cNvSpPr txBox="1"/>
          <p:nvPr/>
        </p:nvSpPr>
        <p:spPr>
          <a:xfrm>
            <a:off x="1461877" y="1544469"/>
            <a:ext cx="418893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Meiryo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 UI</a:t>
            </a: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　</a:t>
            </a:r>
            <a:r>
              <a:rPr kumimoji="1" lang="en-US" altLang="ja-JP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aa</a:t>
            </a: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ぷぷじゅぷｐｊｍふぃｍさｍんふぇおいんｊぷうおうおうんｆｄんどうんｍの</a:t>
            </a:r>
            <a:r>
              <a:rPr kumimoji="1" lang="en-US" altLang="ja-JP" sz="105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aaaaaaaaaaaaaaaaaaaaaaa</a:t>
            </a:r>
            <a:r>
              <a:rPr kumimoji="1" lang="ja-JP" altLang="en-US" sz="1050" dirty="0">
                <a:latin typeface="Meiryo UI" panose="020B0604030504040204" pitchFamily="50" charset="-128"/>
                <a:ea typeface="Meiryo UI" panose="020B0604030504040204" pitchFamily="50" charset="-128"/>
              </a:rPr>
              <a:t>あえいうえおあおかけきうくせけこｋｍふぇおあ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r>
              <a:rPr kumimoji="1" lang="en-US" altLang="ja-JP" sz="1050" dirty="0" err="1">
                <a:latin typeface="Meiryo UI" panose="020B0604030504040204" pitchFamily="50" charset="-128"/>
                <a:ea typeface="Meiryo UI" panose="020B0604030504040204" pitchFamily="50" charset="-128"/>
              </a:rPr>
              <a:t>Aaaaaaaaaaaaaaaaaaaaaaaaaaaa</a:t>
            </a:r>
            <a:endParaRPr kumimoji="1" lang="en-US" altLang="ja-JP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endParaRPr kumimoji="1" lang="ja-JP" altLang="en-US" sz="105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FC8AE57-20E0-B7A4-B17E-D9E022447A15}"/>
              </a:ext>
            </a:extLst>
          </p:cNvPr>
          <p:cNvSpPr txBox="1"/>
          <p:nvPr/>
        </p:nvSpPr>
        <p:spPr>
          <a:xfrm>
            <a:off x="3330148" y="8533072"/>
            <a:ext cx="7722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3</a:t>
            </a:r>
          </a:p>
          <a:p>
            <a:endParaRPr kumimoji="1" lang="ja-JP" altLang="en-US" sz="12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6A0BA6AD-796E-A9A9-7CAB-28D1467DAE92}"/>
              </a:ext>
            </a:extLst>
          </p:cNvPr>
          <p:cNvSpPr txBox="1"/>
          <p:nvPr/>
        </p:nvSpPr>
        <p:spPr>
          <a:xfrm>
            <a:off x="1461877" y="2444715"/>
            <a:ext cx="418893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Segoe UI </a:t>
            </a:r>
            <a:r>
              <a:rPr kumimoji="1" lang="en-US" altLang="ja-JP" sz="1050" dirty="0" err="1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Qaa</a:t>
            </a:r>
            <a:r>
              <a:rPr kumimoji="1" lang="ja-JP" altLang="en-US" sz="1050" dirty="0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ぷぷじゅぷｐｊｍふぃｍさｍんふぇおいんｊぷうおうおうんｆｄんどうんｍの</a:t>
            </a:r>
            <a:r>
              <a:rPr kumimoji="1" lang="en-US" altLang="ja-JP" sz="1050" dirty="0" err="1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aaaaaaaaaaaaaaaaaaaaaaa</a:t>
            </a:r>
            <a:r>
              <a:rPr kumimoji="1" lang="ja-JP" altLang="en-US" sz="1050" dirty="0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あえいうえおあおかけきうくせけこｋｍふぇおあ</a:t>
            </a:r>
            <a:endParaRPr kumimoji="1" lang="en-US" altLang="ja-JP" sz="1050" dirty="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r>
              <a:rPr kumimoji="1" lang="en-US" altLang="ja-JP" sz="1050" dirty="0" err="1">
                <a:latin typeface="Segoe UI" panose="020B0502040204020203" pitchFamily="34" charset="0"/>
                <a:ea typeface="Meiryo UI" panose="020B0604030504040204" pitchFamily="50" charset="-128"/>
                <a:cs typeface="Segoe UI" panose="020B0502040204020203" pitchFamily="34" charset="0"/>
              </a:rPr>
              <a:t>Aaaaaaaaaaaaaaaaaaaaaaaaaaaa</a:t>
            </a:r>
            <a:endParaRPr kumimoji="1" lang="en-US" altLang="ja-JP" sz="1050" dirty="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  <a:p>
            <a:endParaRPr kumimoji="1" lang="ja-JP" altLang="en-US" sz="1050" dirty="0">
              <a:latin typeface="Segoe UI" panose="020B0502040204020203" pitchFamily="34" charset="0"/>
              <a:ea typeface="Meiryo UI" panose="020B0604030504040204" pitchFamily="50" charset="-128"/>
              <a:cs typeface="Segoe UI" panose="020B0502040204020203" pitchFamily="34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B469FC1-3111-7FC9-3E49-EE45B1D89DEB}"/>
              </a:ext>
            </a:extLst>
          </p:cNvPr>
          <p:cNvSpPr txBox="1"/>
          <p:nvPr/>
        </p:nvSpPr>
        <p:spPr>
          <a:xfrm>
            <a:off x="1555110" y="3409317"/>
            <a:ext cx="418893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Segoe UI Light </a:t>
            </a:r>
            <a:r>
              <a:rPr kumimoji="1" lang="en-US" altLang="ja-JP" sz="1050" dirty="0" err="1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Qaa</a:t>
            </a:r>
            <a:r>
              <a:rPr kumimoji="1" lang="ja-JP" altLang="en-US" sz="1050" dirty="0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ぷぷじゅぷ</a:t>
            </a:r>
            <a:r>
              <a:rPr kumimoji="1" lang="en-US" altLang="ja-JP" sz="1050" dirty="0" err="1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pjf</a:t>
            </a:r>
            <a:r>
              <a:rPr kumimoji="1" lang="ja-JP" altLang="en-US" sz="1050" dirty="0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ふぃｍさｍんふぇおいんｊぷうおうおうんｆｄんどうんｍの</a:t>
            </a:r>
            <a:r>
              <a:rPr kumimoji="1" lang="en-US" altLang="ja-JP" sz="1050" dirty="0" err="1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aaaaaaaaaaaaaaaaaaaaaaa</a:t>
            </a:r>
            <a:r>
              <a:rPr kumimoji="1" lang="ja-JP" altLang="en-US" sz="1050" dirty="0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あえいうえおあおかけきうくせけこｋｍふぇおあ</a:t>
            </a:r>
            <a:endParaRPr kumimoji="1" lang="en-US" altLang="ja-JP" sz="1050" dirty="0">
              <a:latin typeface="Segoe UI Light" panose="020B0502040204020203" pitchFamily="34" charset="0"/>
              <a:ea typeface="Meiryo UI" panose="020B0604030504040204" pitchFamily="50" charset="-128"/>
              <a:cs typeface="Segoe UI Light" panose="020B0502040204020203" pitchFamily="34" charset="0"/>
            </a:endParaRPr>
          </a:p>
          <a:p>
            <a:r>
              <a:rPr kumimoji="1" lang="en-US" altLang="ja-JP" sz="1050" dirty="0" err="1">
                <a:latin typeface="Segoe UI Light" panose="020B0502040204020203" pitchFamily="34" charset="0"/>
                <a:ea typeface="Meiryo UI" panose="020B0604030504040204" pitchFamily="50" charset="-128"/>
                <a:cs typeface="Segoe UI Light" panose="020B0502040204020203" pitchFamily="34" charset="0"/>
              </a:rPr>
              <a:t>Aaaaaaaaaaaaaaaaaaaaaaaaaaaa</a:t>
            </a:r>
            <a:endParaRPr kumimoji="1" lang="en-US" altLang="ja-JP" sz="1050" dirty="0">
              <a:latin typeface="Segoe UI Light" panose="020B0502040204020203" pitchFamily="34" charset="0"/>
              <a:ea typeface="Meiryo UI" panose="020B0604030504040204" pitchFamily="50" charset="-128"/>
              <a:cs typeface="Segoe UI Light" panose="020B0502040204020203" pitchFamily="34" charset="0"/>
            </a:endParaRPr>
          </a:p>
          <a:p>
            <a:endParaRPr kumimoji="1" lang="ja-JP" altLang="en-US" sz="1050" dirty="0">
              <a:latin typeface="Segoe UI Light" panose="020B0502040204020203" pitchFamily="34" charset="0"/>
              <a:ea typeface="Meiryo UI" panose="020B0604030504040204" pitchFamily="50" charset="-128"/>
              <a:cs typeface="Segoe UI Light" panose="020B0502040204020203" pitchFamily="34" charset="0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093BB791-D281-1D7D-59B7-E23AF707AB01}"/>
              </a:ext>
            </a:extLst>
          </p:cNvPr>
          <p:cNvSpPr txBox="1"/>
          <p:nvPr/>
        </p:nvSpPr>
        <p:spPr>
          <a:xfrm>
            <a:off x="1555110" y="4373919"/>
            <a:ext cx="418893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BIZ UDP</a:t>
            </a:r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ゴシック　</a:t>
            </a:r>
            <a:r>
              <a:rPr kumimoji="1" lang="en-US" altLang="ja-JP" sz="105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 </a:t>
            </a:r>
            <a:r>
              <a:rPr kumimoji="1" lang="en-US" altLang="ja-JP" sz="1050" dirty="0" err="1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Qaa</a:t>
            </a:r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ぷぷじゅぷ</a:t>
            </a:r>
            <a:r>
              <a:rPr kumimoji="1" lang="en-US" altLang="ja-JP" sz="1050" dirty="0" err="1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pjf</a:t>
            </a:r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ふぃｍさｍんふぇおいんｊぷうおうおうんｆｄんどうんｍの</a:t>
            </a:r>
            <a:r>
              <a:rPr kumimoji="1" lang="en-US" altLang="ja-JP" sz="1050" dirty="0" err="1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aaaaaaaaaaaaaaaaaaaaaaa</a:t>
            </a:r>
            <a:r>
              <a:rPr kumimoji="1" lang="ja-JP" altLang="en-US" sz="1050" dirty="0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あえいうえおあおかけきうくせけこｋｍふぇおあ</a:t>
            </a:r>
            <a:endParaRPr kumimoji="1" lang="en-US" altLang="ja-JP" sz="1050" dirty="0">
              <a:latin typeface="BIZ UDPゴシック" panose="020B0400000000000000" pitchFamily="50" charset="-128"/>
              <a:ea typeface="BIZ UDPゴシック" panose="020B0400000000000000" pitchFamily="50" charset="-128"/>
              <a:cs typeface="Segoe UI Light" panose="020B0502040204020203" pitchFamily="34" charset="0"/>
            </a:endParaRPr>
          </a:p>
          <a:p>
            <a:r>
              <a:rPr kumimoji="1" lang="en-US" altLang="ja-JP" sz="1050" dirty="0" err="1">
                <a:latin typeface="BIZ UDPゴシック" panose="020B0400000000000000" pitchFamily="50" charset="-128"/>
                <a:ea typeface="BIZ UDPゴシック" panose="020B0400000000000000" pitchFamily="50" charset="-128"/>
                <a:cs typeface="Segoe UI Light" panose="020B0502040204020203" pitchFamily="34" charset="0"/>
              </a:rPr>
              <a:t>Aaaaaaaaaaaaaaaaaaaaaaaaaaaa</a:t>
            </a:r>
            <a:endParaRPr kumimoji="1" lang="en-US" altLang="ja-JP" sz="1050" dirty="0">
              <a:latin typeface="BIZ UDPゴシック" panose="020B0400000000000000" pitchFamily="50" charset="-128"/>
              <a:ea typeface="BIZ UDPゴシック" panose="020B0400000000000000" pitchFamily="50" charset="-128"/>
              <a:cs typeface="Segoe UI Light" panose="020B0502040204020203" pitchFamily="34" charset="0"/>
            </a:endParaRPr>
          </a:p>
          <a:p>
            <a:endParaRPr kumimoji="1" lang="ja-JP" altLang="en-US" sz="1050" dirty="0">
              <a:latin typeface="BIZ UDPゴシック" panose="020B0400000000000000" pitchFamily="50" charset="-128"/>
              <a:ea typeface="BIZ UDPゴシック" panose="020B0400000000000000" pitchFamily="50" charset="-128"/>
              <a:cs typeface="Segoe UI Light" panose="020B0502040204020203" pitchFamily="34" charset="0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73018328-2C6D-227C-A73E-79E38A34DE97}"/>
              </a:ext>
            </a:extLst>
          </p:cNvPr>
          <p:cNvSpPr txBox="1"/>
          <p:nvPr/>
        </p:nvSpPr>
        <p:spPr>
          <a:xfrm>
            <a:off x="1020525" y="863514"/>
            <a:ext cx="2408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Segoe UI Semibold" panose="020B0702040204020203" pitchFamily="34" charset="0"/>
                <a:ea typeface="BIZ UDPゴシック" panose="020B0400000000000000" pitchFamily="50" charset="-128"/>
                <a:cs typeface="Segoe UI Semibold" panose="020B0702040204020203" pitchFamily="34" charset="0"/>
              </a:rPr>
              <a:t>FlexChroma</a:t>
            </a:r>
            <a:endParaRPr kumimoji="1" lang="ja-JP" altLang="en-US" sz="2400" dirty="0">
              <a:latin typeface="BIZ UDPゴシック" panose="020B0400000000000000" pitchFamily="50" charset="-128"/>
              <a:ea typeface="BIZ UDPゴシック" panose="020B0400000000000000" pitchFamily="50" charset="-128"/>
              <a:cs typeface="Segoe UI Light" panose="020B0502040204020203" pitchFamily="34" charset="0"/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F55DBCA0-4501-6301-0723-0EE2A6A92817}"/>
              </a:ext>
            </a:extLst>
          </p:cNvPr>
          <p:cNvSpPr txBox="1"/>
          <p:nvPr/>
        </p:nvSpPr>
        <p:spPr>
          <a:xfrm>
            <a:off x="1555109" y="5338521"/>
            <a:ext cx="418893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050" dirty="0">
                <a:ea typeface="BIZ UDPゴシック" panose="020B0400000000000000" pitchFamily="50" charset="-128"/>
                <a:cs typeface="Segoe UI Light" panose="020B0502040204020203" pitchFamily="34" charset="0"/>
              </a:rPr>
              <a:t>Aptos </a:t>
            </a:r>
            <a:r>
              <a:rPr kumimoji="1" lang="en-US" altLang="ja-JP" sz="1050" dirty="0" err="1">
                <a:ea typeface="BIZ UDPゴシック" panose="020B0400000000000000" pitchFamily="50" charset="-128"/>
                <a:cs typeface="Segoe UI Light" panose="020B0502040204020203" pitchFamily="34" charset="0"/>
              </a:rPr>
              <a:t>Qaa</a:t>
            </a:r>
            <a:r>
              <a:rPr kumimoji="1" lang="ja-JP" altLang="en-US" sz="1050" dirty="0">
                <a:ea typeface="BIZ UDPゴシック" panose="020B0400000000000000" pitchFamily="50" charset="-128"/>
                <a:cs typeface="Segoe UI Light" panose="020B0502040204020203" pitchFamily="34" charset="0"/>
              </a:rPr>
              <a:t>ぷぷじゅぷ</a:t>
            </a:r>
            <a:r>
              <a:rPr kumimoji="1" lang="en-US" altLang="ja-JP" sz="1050" dirty="0" err="1">
                <a:ea typeface="BIZ UDPゴシック" panose="020B0400000000000000" pitchFamily="50" charset="-128"/>
                <a:cs typeface="Segoe UI Light" panose="020B0502040204020203" pitchFamily="34" charset="0"/>
              </a:rPr>
              <a:t>pjf</a:t>
            </a:r>
            <a:r>
              <a:rPr kumimoji="1" lang="ja-JP" altLang="en-US" sz="1050" dirty="0">
                <a:ea typeface="BIZ UDPゴシック" panose="020B0400000000000000" pitchFamily="50" charset="-128"/>
                <a:cs typeface="Segoe UI Light" panose="020B0502040204020203" pitchFamily="34" charset="0"/>
              </a:rPr>
              <a:t>ふぃｍさｍんふぇおいんｊぷうおうおうんｆｄんどうんｍの</a:t>
            </a:r>
            <a:r>
              <a:rPr kumimoji="1" lang="en-US" altLang="ja-JP" sz="1050" dirty="0" err="1">
                <a:ea typeface="BIZ UDPゴシック" panose="020B0400000000000000" pitchFamily="50" charset="-128"/>
                <a:cs typeface="Segoe UI Light" panose="020B0502040204020203" pitchFamily="34" charset="0"/>
              </a:rPr>
              <a:t>aaaaaaaaaaaaaaaaaaaaaaa</a:t>
            </a:r>
            <a:r>
              <a:rPr kumimoji="1" lang="ja-JP" altLang="en-US" sz="1050" dirty="0">
                <a:ea typeface="BIZ UDPゴシック" panose="020B0400000000000000" pitchFamily="50" charset="-128"/>
                <a:cs typeface="Segoe UI Light" panose="020B0502040204020203" pitchFamily="34" charset="0"/>
              </a:rPr>
              <a:t>あえいうえおあおかけきうくせけこｋｍふぇおあ</a:t>
            </a:r>
            <a:endParaRPr kumimoji="1" lang="en-US" altLang="ja-JP" sz="1050" dirty="0">
              <a:ea typeface="BIZ UDPゴシック" panose="020B0400000000000000" pitchFamily="50" charset="-128"/>
              <a:cs typeface="Segoe UI Light" panose="020B0502040204020203" pitchFamily="34" charset="0"/>
            </a:endParaRPr>
          </a:p>
          <a:p>
            <a:r>
              <a:rPr kumimoji="1" lang="en-US" altLang="ja-JP" sz="1050" dirty="0" err="1">
                <a:ea typeface="BIZ UDPゴシック" panose="020B0400000000000000" pitchFamily="50" charset="-128"/>
                <a:cs typeface="Segoe UI Light" panose="020B0502040204020203" pitchFamily="34" charset="0"/>
              </a:rPr>
              <a:t>Aaaaaaaaaaaaaaaaaaaaaaaaaaaa</a:t>
            </a:r>
            <a:endParaRPr kumimoji="1" lang="en-US" altLang="ja-JP" sz="1050" dirty="0">
              <a:ea typeface="BIZ UDPゴシック" panose="020B0400000000000000" pitchFamily="50" charset="-128"/>
              <a:cs typeface="Segoe UI Light" panose="020B0502040204020203" pitchFamily="34" charset="0"/>
            </a:endParaRPr>
          </a:p>
          <a:p>
            <a:endParaRPr kumimoji="1" lang="ja-JP" altLang="en-US" sz="1050" dirty="0">
              <a:ea typeface="BIZ UDPゴシック" panose="020B0400000000000000" pitchFamily="50" charset="-128"/>
              <a:cs typeface="Segoe UI Light" panose="020B0502040204020203" pitchFamily="34" charset="0"/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0A625024-2A06-F743-4F35-DADBE1012E51}"/>
              </a:ext>
            </a:extLst>
          </p:cNvPr>
          <p:cNvSpPr txBox="1"/>
          <p:nvPr/>
        </p:nvSpPr>
        <p:spPr>
          <a:xfrm>
            <a:off x="3496577" y="863514"/>
            <a:ext cx="2408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Segoe UI Variable Display Semib" pitchFamily="2" charset="0"/>
                <a:ea typeface="BIZ UDPゴシック" panose="020B0400000000000000" pitchFamily="50" charset="-128"/>
                <a:cs typeface="Segoe UI Semibold" panose="020B0702040204020203" pitchFamily="34" charset="0"/>
              </a:rPr>
              <a:t>FlexChroma</a:t>
            </a:r>
            <a:endParaRPr kumimoji="1" lang="ja-JP" altLang="en-US" sz="2400" dirty="0">
              <a:latin typeface="Segoe UI Variable Display Semib" pitchFamily="2" charset="0"/>
              <a:ea typeface="BIZ UDPゴシック" panose="020B0400000000000000" pitchFamily="50" charset="-128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2744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664</TotalTime>
  <Words>149</Words>
  <Application>Microsoft Office PowerPoint</Application>
  <PresentationFormat>画面に合わせる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9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11" baseType="lpstr">
      <vt:lpstr>BIZ UDPゴシック</vt:lpstr>
      <vt:lpstr>Meiryo UI</vt:lpstr>
      <vt:lpstr>Aptos</vt:lpstr>
      <vt:lpstr>Aptos Display</vt:lpstr>
      <vt:lpstr>Arial</vt:lpstr>
      <vt:lpstr>Segoe UI</vt:lpstr>
      <vt:lpstr>Segoe UI Light</vt:lpstr>
      <vt:lpstr>Segoe UI Semibold</vt:lpstr>
      <vt:lpstr>Segoe UI Variable Display Semib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誠 矢崎</dc:creator>
  <cp:lastModifiedBy>誠 矢崎</cp:lastModifiedBy>
  <cp:revision>1</cp:revision>
  <dcterms:created xsi:type="dcterms:W3CDTF">2026-07-21T12:36:00Z</dcterms:created>
  <dcterms:modified xsi:type="dcterms:W3CDTF">2026-07-21T23:40:54Z</dcterms:modified>
</cp:coreProperties>
</file>
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6858000" cy="9144000" type="screen4x3"/>
  <p:notesSz cx="7104063" cy="10234613"/>
  <p:embeddedFontLst>
    <p:embeddedFont>
      <p:font typeface="IBM Plex Sans JP" panose="020B0503050203000203" pitchFamily="50" charset="-128"/>
      <p:regular r:id="rId16"/>
      <p:bold r:id="rId17"/>
    </p:embeddedFont>
    <p:embeddedFont>
      <p:font typeface="Jost" pitchFamily="2" charset="0"/>
      <p:regular r:id="rId18"/>
      <p:bold r:id="rId19"/>
      <p:italic r:id="rId20"/>
      <p:boldItalic r:id="rId21"/>
    </p:embeddedFont>
    <p:embeddedFont>
      <p:font typeface="Jost Medium" pitchFamily="2" charset="0"/>
      <p:regular r:id="rId22"/>
      <p:italic r:id="rId23"/>
    </p:embeddedFont>
    <p:embeddedFont>
      <p:font typeface="Jost SemiBold" pitchFamily="2" charset="0"/>
      <p:bold r:id="rId24"/>
      <p:boldItalic r:id="rId25"/>
    </p:embeddedFont>
    <p:embeddedFont>
      <p:font typeface="Noto Sans JP" panose="020B0200000000000000" pitchFamily="50" charset="-128"/>
      <p:regular r:id="rId26"/>
      <p:bold r:id="rId27"/>
    </p:embeddedFont>
    <p:embeddedFont>
      <p:font typeface="Play" panose="020B0600070205080204" charset="0"/>
      <p:regular r:id="rId28"/>
      <p:bold r:id="rId2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200" d="100"/>
          <a:sy n="200" d="100"/>
        </p:scale>
        <p:origin x="474" y="-591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font" Target="fonts/font3.fntdata"/><Relationship Id="rId26" Type="http://schemas.openxmlformats.org/officeDocument/2006/relationships/font" Target="fonts/font11.fntdata"/><Relationship Id="rId3" Type="http://schemas.openxmlformats.org/officeDocument/2006/relationships/slide" Target="slides/slide2.xml"/><Relationship Id="rId21" Type="http://schemas.openxmlformats.org/officeDocument/2006/relationships/font" Target="fonts/font6.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2.fntdata"/><Relationship Id="rId25" Type="http://schemas.openxmlformats.org/officeDocument/2006/relationships/font" Target="fonts/font10.fntdata"/><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font" Target="fonts/font1.fntdata"/><Relationship Id="rId20" Type="http://schemas.openxmlformats.org/officeDocument/2006/relationships/font" Target="fonts/font5.fntdata"/><Relationship Id="rId29" Type="http://schemas.openxmlformats.org/officeDocument/2006/relationships/font" Target="fonts/font1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9.fntdata"/><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notesMaster" Target="notesMasters/notesMaster1.xml"/><Relationship Id="rId23" Type="http://schemas.openxmlformats.org/officeDocument/2006/relationships/font" Target="fonts/font8.fntdata"/><Relationship Id="rId28" Type="http://schemas.openxmlformats.org/officeDocument/2006/relationships/font" Target="fonts/font13.fntdata"/><Relationship Id="rId10" Type="http://schemas.openxmlformats.org/officeDocument/2006/relationships/slide" Target="slides/slide9.xml"/><Relationship Id="rId19" Type="http://schemas.openxmlformats.org/officeDocument/2006/relationships/font" Target="fonts/font4.fntdata"/><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7.fntdata"/><Relationship Id="rId27" Type="http://schemas.openxmlformats.org/officeDocument/2006/relationships/font" Target="fonts/font12.fntdata"/><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84225" y="767575"/>
            <a:ext cx="4736250" cy="383797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710400" y="4861425"/>
            <a:ext cx="5683225" cy="460555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710400" y="4861425"/>
            <a:ext cx="5683225" cy="46055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82" name="Google Shape;82;p1:notes"/>
          <p:cNvSpPr>
            <a:spLocks noGrp="1" noRot="1" noChangeAspect="1"/>
          </p:cNvSpPr>
          <p:nvPr>
            <p:ph type="sldImg" idx="2"/>
          </p:nvPr>
        </p:nvSpPr>
        <p:spPr>
          <a:xfrm>
            <a:off x="1184225" y="767575"/>
            <a:ext cx="4736250" cy="38379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p2:notes"/>
          <p:cNvSpPr txBox="1">
            <a:spLocks noGrp="1"/>
          </p:cNvSpPr>
          <p:nvPr>
            <p:ph type="body" idx="1"/>
          </p:nvPr>
        </p:nvSpPr>
        <p:spPr>
          <a:xfrm>
            <a:off x="710400" y="4861425"/>
            <a:ext cx="5683225" cy="46055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7" name="Google Shape;97;p2:notes"/>
          <p:cNvSpPr>
            <a:spLocks noGrp="1" noRot="1" noChangeAspect="1"/>
          </p:cNvSpPr>
          <p:nvPr>
            <p:ph type="sldImg" idx="2"/>
          </p:nvPr>
        </p:nvSpPr>
        <p:spPr>
          <a:xfrm>
            <a:off x="2112963" y="768350"/>
            <a:ext cx="2878137" cy="38369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p3:notes"/>
          <p:cNvSpPr txBox="1">
            <a:spLocks noGrp="1"/>
          </p:cNvSpPr>
          <p:nvPr>
            <p:ph type="body" idx="1"/>
          </p:nvPr>
        </p:nvSpPr>
        <p:spPr>
          <a:xfrm>
            <a:off x="710400" y="4861425"/>
            <a:ext cx="5683225" cy="46055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2" name="Google Shape;132;p3:notes"/>
          <p:cNvSpPr>
            <a:spLocks noGrp="1" noRot="1" noChangeAspect="1"/>
          </p:cNvSpPr>
          <p:nvPr>
            <p:ph type="sldImg" idx="2"/>
          </p:nvPr>
        </p:nvSpPr>
        <p:spPr>
          <a:xfrm>
            <a:off x="2112963" y="768350"/>
            <a:ext cx="2878137" cy="38369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p4:notes"/>
          <p:cNvSpPr txBox="1">
            <a:spLocks noGrp="1"/>
          </p:cNvSpPr>
          <p:nvPr>
            <p:ph type="body" idx="1"/>
          </p:nvPr>
        </p:nvSpPr>
        <p:spPr>
          <a:xfrm>
            <a:off x="710400" y="4861425"/>
            <a:ext cx="5683225" cy="46055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7" name="Google Shape;157;p4:notes"/>
          <p:cNvSpPr>
            <a:spLocks noGrp="1" noRot="1" noChangeAspect="1"/>
          </p:cNvSpPr>
          <p:nvPr>
            <p:ph type="sldImg" idx="2"/>
          </p:nvPr>
        </p:nvSpPr>
        <p:spPr>
          <a:xfrm>
            <a:off x="2112963" y="768350"/>
            <a:ext cx="2878137" cy="38369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p5:notes"/>
          <p:cNvSpPr txBox="1">
            <a:spLocks noGrp="1"/>
          </p:cNvSpPr>
          <p:nvPr>
            <p:ph type="body" idx="1"/>
          </p:nvPr>
        </p:nvSpPr>
        <p:spPr>
          <a:xfrm>
            <a:off x="710400" y="4861425"/>
            <a:ext cx="5683225" cy="46055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9" name="Google Shape;179;p5:notes"/>
          <p:cNvSpPr>
            <a:spLocks noGrp="1" noRot="1" noChangeAspect="1"/>
          </p:cNvSpPr>
          <p:nvPr>
            <p:ph type="sldImg" idx="2"/>
          </p:nvPr>
        </p:nvSpPr>
        <p:spPr>
          <a:xfrm>
            <a:off x="2112963" y="768350"/>
            <a:ext cx="2878137" cy="38369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g3f70e81ac3d_0_45:notes"/>
          <p:cNvSpPr txBox="1">
            <a:spLocks noGrp="1"/>
          </p:cNvSpPr>
          <p:nvPr>
            <p:ph type="body" idx="1"/>
          </p:nvPr>
        </p:nvSpPr>
        <p:spPr>
          <a:xfrm>
            <a:off x="710400" y="4861425"/>
            <a:ext cx="5683200" cy="4605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3" name="Google Shape;203;g3f70e81ac3d_0_45:notes"/>
          <p:cNvSpPr>
            <a:spLocks noGrp="1" noRot="1" noChangeAspect="1"/>
          </p:cNvSpPr>
          <p:nvPr>
            <p:ph type="sldImg" idx="2"/>
          </p:nvPr>
        </p:nvSpPr>
        <p:spPr>
          <a:xfrm>
            <a:off x="2114550" y="768350"/>
            <a:ext cx="2876550" cy="38369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2"/>
        <p:cNvGrpSpPr/>
        <p:nvPr/>
      </p:nvGrpSpPr>
      <p:grpSpPr>
        <a:xfrm>
          <a:off x="0" y="0"/>
          <a:ext cx="0" cy="0"/>
          <a:chOff x="0" y="0"/>
          <a:chExt cx="0" cy="0"/>
        </a:xfrm>
      </p:grpSpPr>
      <p:sp>
        <p:nvSpPr>
          <p:cNvPr id="223" name="Google Shape;223;g3f70e81ac3d_0_65:notes"/>
          <p:cNvSpPr txBox="1">
            <a:spLocks noGrp="1"/>
          </p:cNvSpPr>
          <p:nvPr>
            <p:ph type="body" idx="1"/>
          </p:nvPr>
        </p:nvSpPr>
        <p:spPr>
          <a:xfrm>
            <a:off x="710400" y="4861425"/>
            <a:ext cx="5683200" cy="4605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4" name="Google Shape;224;g3f70e81ac3d_0_65:notes"/>
          <p:cNvSpPr>
            <a:spLocks noGrp="1" noRot="1" noChangeAspect="1"/>
          </p:cNvSpPr>
          <p:nvPr>
            <p:ph type="sldImg" idx="2"/>
          </p:nvPr>
        </p:nvSpPr>
        <p:spPr>
          <a:xfrm>
            <a:off x="2114550" y="768350"/>
            <a:ext cx="2876550" cy="38369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a:extLst>
            <a:ext uri="{FF2B5EF4-FFF2-40B4-BE49-F238E27FC236}">
              <a16:creationId xmlns:a16="http://schemas.microsoft.com/office/drawing/2014/main" id="{A8BDFE83-9C37-B982-9D75-3F5BD9D66265}"/>
            </a:ext>
          </a:extLst>
        </p:cNvPr>
        <p:cNvGrpSpPr/>
        <p:nvPr/>
      </p:nvGrpSpPr>
      <p:grpSpPr>
        <a:xfrm>
          <a:off x="0" y="0"/>
          <a:ext cx="0" cy="0"/>
          <a:chOff x="0" y="0"/>
          <a:chExt cx="0" cy="0"/>
        </a:xfrm>
      </p:grpSpPr>
      <p:sp>
        <p:nvSpPr>
          <p:cNvPr id="96" name="Google Shape;96;p2:notes">
            <a:extLst>
              <a:ext uri="{FF2B5EF4-FFF2-40B4-BE49-F238E27FC236}">
                <a16:creationId xmlns:a16="http://schemas.microsoft.com/office/drawing/2014/main" id="{F56E7351-1285-5FFC-E55E-DAD5898AB569}"/>
              </a:ext>
            </a:extLst>
          </p:cNvPr>
          <p:cNvSpPr txBox="1">
            <a:spLocks noGrp="1"/>
          </p:cNvSpPr>
          <p:nvPr>
            <p:ph type="body" idx="1"/>
          </p:nvPr>
        </p:nvSpPr>
        <p:spPr>
          <a:xfrm>
            <a:off x="710400" y="4861425"/>
            <a:ext cx="5683225" cy="46055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7" name="Google Shape;97;p2:notes">
            <a:extLst>
              <a:ext uri="{FF2B5EF4-FFF2-40B4-BE49-F238E27FC236}">
                <a16:creationId xmlns:a16="http://schemas.microsoft.com/office/drawing/2014/main" id="{B4F65E4A-B9E5-5217-BBFC-F4B1D695DD2A}"/>
              </a:ext>
            </a:extLst>
          </p:cNvPr>
          <p:cNvSpPr>
            <a:spLocks noGrp="1" noRot="1" noChangeAspect="1"/>
          </p:cNvSpPr>
          <p:nvPr>
            <p:ph type="sldImg" idx="2"/>
          </p:nvPr>
        </p:nvSpPr>
        <p:spPr>
          <a:xfrm>
            <a:off x="2112963" y="768350"/>
            <a:ext cx="2878137" cy="3836988"/>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9661662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a:extLst>
            <a:ext uri="{FF2B5EF4-FFF2-40B4-BE49-F238E27FC236}">
              <a16:creationId xmlns:a16="http://schemas.microsoft.com/office/drawing/2014/main" id="{E89A6EB6-84F9-9E07-C2BF-7A027A55CF1C}"/>
            </a:ext>
          </a:extLst>
        </p:cNvPr>
        <p:cNvGrpSpPr/>
        <p:nvPr/>
      </p:nvGrpSpPr>
      <p:grpSpPr>
        <a:xfrm>
          <a:off x="0" y="0"/>
          <a:ext cx="0" cy="0"/>
          <a:chOff x="0" y="0"/>
          <a:chExt cx="0" cy="0"/>
        </a:xfrm>
      </p:grpSpPr>
      <p:sp>
        <p:nvSpPr>
          <p:cNvPr id="131" name="Google Shape;131;p3:notes">
            <a:extLst>
              <a:ext uri="{FF2B5EF4-FFF2-40B4-BE49-F238E27FC236}">
                <a16:creationId xmlns:a16="http://schemas.microsoft.com/office/drawing/2014/main" id="{3BCD6BCA-CE87-BF3B-592A-97967C9F3034}"/>
              </a:ext>
            </a:extLst>
          </p:cNvPr>
          <p:cNvSpPr txBox="1">
            <a:spLocks noGrp="1"/>
          </p:cNvSpPr>
          <p:nvPr>
            <p:ph type="body" idx="1"/>
          </p:nvPr>
        </p:nvSpPr>
        <p:spPr>
          <a:xfrm>
            <a:off x="710400" y="4861425"/>
            <a:ext cx="5683225" cy="46055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2" name="Google Shape;132;p3:notes">
            <a:extLst>
              <a:ext uri="{FF2B5EF4-FFF2-40B4-BE49-F238E27FC236}">
                <a16:creationId xmlns:a16="http://schemas.microsoft.com/office/drawing/2014/main" id="{3B53C820-916E-093E-FF8F-4636C384053B}"/>
              </a:ext>
            </a:extLst>
          </p:cNvPr>
          <p:cNvSpPr>
            <a:spLocks noGrp="1" noRot="1" noChangeAspect="1"/>
          </p:cNvSpPr>
          <p:nvPr>
            <p:ph type="sldImg" idx="2"/>
          </p:nvPr>
        </p:nvSpPr>
        <p:spPr>
          <a:xfrm>
            <a:off x="2112963" y="768350"/>
            <a:ext cx="2878137" cy="3836988"/>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0791666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a:extLst>
            <a:ext uri="{FF2B5EF4-FFF2-40B4-BE49-F238E27FC236}">
              <a16:creationId xmlns:a16="http://schemas.microsoft.com/office/drawing/2014/main" id="{77F53696-43CB-7BD2-3C09-B11D9449C34A}"/>
            </a:ext>
          </a:extLst>
        </p:cNvPr>
        <p:cNvGrpSpPr/>
        <p:nvPr/>
      </p:nvGrpSpPr>
      <p:grpSpPr>
        <a:xfrm>
          <a:off x="0" y="0"/>
          <a:ext cx="0" cy="0"/>
          <a:chOff x="0" y="0"/>
          <a:chExt cx="0" cy="0"/>
        </a:xfrm>
      </p:grpSpPr>
      <p:sp>
        <p:nvSpPr>
          <p:cNvPr id="156" name="Google Shape;156;p4:notes">
            <a:extLst>
              <a:ext uri="{FF2B5EF4-FFF2-40B4-BE49-F238E27FC236}">
                <a16:creationId xmlns:a16="http://schemas.microsoft.com/office/drawing/2014/main" id="{57BB8606-205E-8AEC-5A5D-1027A7F3461C}"/>
              </a:ext>
            </a:extLst>
          </p:cNvPr>
          <p:cNvSpPr txBox="1">
            <a:spLocks noGrp="1"/>
          </p:cNvSpPr>
          <p:nvPr>
            <p:ph type="body" idx="1"/>
          </p:nvPr>
        </p:nvSpPr>
        <p:spPr>
          <a:xfrm>
            <a:off x="710400" y="4861425"/>
            <a:ext cx="5683225" cy="46055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7" name="Google Shape;157;p4:notes">
            <a:extLst>
              <a:ext uri="{FF2B5EF4-FFF2-40B4-BE49-F238E27FC236}">
                <a16:creationId xmlns:a16="http://schemas.microsoft.com/office/drawing/2014/main" id="{57389A07-A02E-367E-BDBB-F3CD85DD9979}"/>
              </a:ext>
            </a:extLst>
          </p:cNvPr>
          <p:cNvSpPr>
            <a:spLocks noGrp="1" noRot="1" noChangeAspect="1"/>
          </p:cNvSpPr>
          <p:nvPr>
            <p:ph type="sldImg" idx="2"/>
          </p:nvPr>
        </p:nvSpPr>
        <p:spPr>
          <a:xfrm>
            <a:off x="2112963" y="768350"/>
            <a:ext cx="2878137" cy="3836988"/>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5519036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a:extLst>
            <a:ext uri="{FF2B5EF4-FFF2-40B4-BE49-F238E27FC236}">
              <a16:creationId xmlns:a16="http://schemas.microsoft.com/office/drawing/2014/main" id="{7DC61265-0429-BBD4-86E3-90C0CBD5487C}"/>
            </a:ext>
          </a:extLst>
        </p:cNvPr>
        <p:cNvGrpSpPr/>
        <p:nvPr/>
      </p:nvGrpSpPr>
      <p:grpSpPr>
        <a:xfrm>
          <a:off x="0" y="0"/>
          <a:ext cx="0" cy="0"/>
          <a:chOff x="0" y="0"/>
          <a:chExt cx="0" cy="0"/>
        </a:xfrm>
      </p:grpSpPr>
      <p:sp>
        <p:nvSpPr>
          <p:cNvPr id="178" name="Google Shape;178;p5:notes">
            <a:extLst>
              <a:ext uri="{FF2B5EF4-FFF2-40B4-BE49-F238E27FC236}">
                <a16:creationId xmlns:a16="http://schemas.microsoft.com/office/drawing/2014/main" id="{64628583-2C52-B2A1-461F-7692DD5A015E}"/>
              </a:ext>
            </a:extLst>
          </p:cNvPr>
          <p:cNvSpPr txBox="1">
            <a:spLocks noGrp="1"/>
          </p:cNvSpPr>
          <p:nvPr>
            <p:ph type="body" idx="1"/>
          </p:nvPr>
        </p:nvSpPr>
        <p:spPr>
          <a:xfrm>
            <a:off x="710400" y="4861425"/>
            <a:ext cx="5683225" cy="46055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9" name="Google Shape;179;p5:notes">
            <a:extLst>
              <a:ext uri="{FF2B5EF4-FFF2-40B4-BE49-F238E27FC236}">
                <a16:creationId xmlns:a16="http://schemas.microsoft.com/office/drawing/2014/main" id="{12FF15E8-6E25-3DB8-757E-32A92B777716}"/>
              </a:ext>
            </a:extLst>
          </p:cNvPr>
          <p:cNvSpPr>
            <a:spLocks noGrp="1" noRot="1" noChangeAspect="1"/>
          </p:cNvSpPr>
          <p:nvPr>
            <p:ph type="sldImg" idx="2"/>
          </p:nvPr>
        </p:nvSpPr>
        <p:spPr>
          <a:xfrm>
            <a:off x="2112963" y="768350"/>
            <a:ext cx="2878137" cy="3836988"/>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1733757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a:extLst>
            <a:ext uri="{FF2B5EF4-FFF2-40B4-BE49-F238E27FC236}">
              <a16:creationId xmlns:a16="http://schemas.microsoft.com/office/drawing/2014/main" id="{A2A28092-49FA-75A1-F688-582B22F3B2FC}"/>
            </a:ext>
          </a:extLst>
        </p:cNvPr>
        <p:cNvGrpSpPr/>
        <p:nvPr/>
      </p:nvGrpSpPr>
      <p:grpSpPr>
        <a:xfrm>
          <a:off x="0" y="0"/>
          <a:ext cx="0" cy="0"/>
          <a:chOff x="0" y="0"/>
          <a:chExt cx="0" cy="0"/>
        </a:xfrm>
      </p:grpSpPr>
      <p:sp>
        <p:nvSpPr>
          <p:cNvPr id="202" name="Google Shape;202;g3f70e81ac3d_0_45:notes">
            <a:extLst>
              <a:ext uri="{FF2B5EF4-FFF2-40B4-BE49-F238E27FC236}">
                <a16:creationId xmlns:a16="http://schemas.microsoft.com/office/drawing/2014/main" id="{5679621A-F4B3-3F1A-0FB2-F7D2E28E8B64}"/>
              </a:ext>
            </a:extLst>
          </p:cNvPr>
          <p:cNvSpPr txBox="1">
            <a:spLocks noGrp="1"/>
          </p:cNvSpPr>
          <p:nvPr>
            <p:ph type="body" idx="1"/>
          </p:nvPr>
        </p:nvSpPr>
        <p:spPr>
          <a:xfrm>
            <a:off x="710400" y="4861425"/>
            <a:ext cx="5683200" cy="4605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3" name="Google Shape;203;g3f70e81ac3d_0_45:notes">
            <a:extLst>
              <a:ext uri="{FF2B5EF4-FFF2-40B4-BE49-F238E27FC236}">
                <a16:creationId xmlns:a16="http://schemas.microsoft.com/office/drawing/2014/main" id="{24F16807-F87B-7BCD-DA1D-92CB2BE2CB6E}"/>
              </a:ext>
            </a:extLst>
          </p:cNvPr>
          <p:cNvSpPr>
            <a:spLocks noGrp="1" noRot="1" noChangeAspect="1"/>
          </p:cNvSpPr>
          <p:nvPr>
            <p:ph type="sldImg" idx="2"/>
          </p:nvPr>
        </p:nvSpPr>
        <p:spPr>
          <a:xfrm>
            <a:off x="2114550" y="768350"/>
            <a:ext cx="2876550" cy="3836988"/>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1092580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2">
          <a:extLst>
            <a:ext uri="{FF2B5EF4-FFF2-40B4-BE49-F238E27FC236}">
              <a16:creationId xmlns:a16="http://schemas.microsoft.com/office/drawing/2014/main" id="{C7CA8A0B-D113-BB8E-4AF5-70D2B92920FE}"/>
            </a:ext>
          </a:extLst>
        </p:cNvPr>
        <p:cNvGrpSpPr/>
        <p:nvPr/>
      </p:nvGrpSpPr>
      <p:grpSpPr>
        <a:xfrm>
          <a:off x="0" y="0"/>
          <a:ext cx="0" cy="0"/>
          <a:chOff x="0" y="0"/>
          <a:chExt cx="0" cy="0"/>
        </a:xfrm>
      </p:grpSpPr>
      <p:sp>
        <p:nvSpPr>
          <p:cNvPr id="223" name="Google Shape;223;g3f70e81ac3d_0_65:notes">
            <a:extLst>
              <a:ext uri="{FF2B5EF4-FFF2-40B4-BE49-F238E27FC236}">
                <a16:creationId xmlns:a16="http://schemas.microsoft.com/office/drawing/2014/main" id="{DD37112F-D6E6-6364-FC3A-80306C37A882}"/>
              </a:ext>
            </a:extLst>
          </p:cNvPr>
          <p:cNvSpPr txBox="1">
            <a:spLocks noGrp="1"/>
          </p:cNvSpPr>
          <p:nvPr>
            <p:ph type="body" idx="1"/>
          </p:nvPr>
        </p:nvSpPr>
        <p:spPr>
          <a:xfrm>
            <a:off x="710400" y="4861425"/>
            <a:ext cx="5683200" cy="4605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4" name="Google Shape;224;g3f70e81ac3d_0_65:notes">
            <a:extLst>
              <a:ext uri="{FF2B5EF4-FFF2-40B4-BE49-F238E27FC236}">
                <a16:creationId xmlns:a16="http://schemas.microsoft.com/office/drawing/2014/main" id="{19398D0E-E1B4-085D-CE5A-429638233D4C}"/>
              </a:ext>
            </a:extLst>
          </p:cNvPr>
          <p:cNvSpPr>
            <a:spLocks noGrp="1" noRot="1" noChangeAspect="1"/>
          </p:cNvSpPr>
          <p:nvPr>
            <p:ph type="sldImg" idx="2"/>
          </p:nvPr>
        </p:nvSpPr>
        <p:spPr>
          <a:xfrm>
            <a:off x="2114550" y="768350"/>
            <a:ext cx="2876550" cy="3836988"/>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0905210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タイトル スライド" type="title">
  <p:cSld name="TITLE">
    <p:spTree>
      <p:nvGrpSpPr>
        <p:cNvPr id="1" name="Shape 11"/>
        <p:cNvGrpSpPr/>
        <p:nvPr/>
      </p:nvGrpSpPr>
      <p:grpSpPr>
        <a:xfrm>
          <a:off x="0" y="0"/>
          <a:ext cx="0" cy="0"/>
          <a:chOff x="0" y="0"/>
          <a:chExt cx="0" cy="0"/>
        </a:xfrm>
      </p:grpSpPr>
      <p:sp>
        <p:nvSpPr>
          <p:cNvPr id="12" name="Google Shape;12;p2"/>
          <p:cNvSpPr txBox="1">
            <a:spLocks noGrp="1"/>
          </p:cNvSpPr>
          <p:nvPr>
            <p:ph type="ctrTitle"/>
          </p:nvPr>
        </p:nvSpPr>
        <p:spPr>
          <a:xfrm>
            <a:off x="514350" y="1496484"/>
            <a:ext cx="5829300" cy="3183467"/>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4500"/>
              <a:buFont typeface="Play"/>
              <a:buNone/>
              <a:defRPr sz="45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 name="Google Shape;13;p2"/>
          <p:cNvSpPr txBox="1">
            <a:spLocks noGrp="1"/>
          </p:cNvSpPr>
          <p:nvPr>
            <p:ph type="subTitle" idx="1"/>
          </p:nvPr>
        </p:nvSpPr>
        <p:spPr>
          <a:xfrm>
            <a:off x="857250" y="4802717"/>
            <a:ext cx="5143500" cy="2207683"/>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750"/>
              </a:spcBef>
              <a:spcAft>
                <a:spcPts val="0"/>
              </a:spcAft>
              <a:buClr>
                <a:schemeClr val="dk1"/>
              </a:buClr>
              <a:buSzPts val="1800"/>
              <a:buNone/>
              <a:defRPr sz="1800"/>
            </a:lvl1pPr>
            <a:lvl2pPr lvl="1" algn="ctr">
              <a:lnSpc>
                <a:spcPct val="90000"/>
              </a:lnSpc>
              <a:spcBef>
                <a:spcPts val="375"/>
              </a:spcBef>
              <a:spcAft>
                <a:spcPts val="0"/>
              </a:spcAft>
              <a:buClr>
                <a:schemeClr val="dk1"/>
              </a:buClr>
              <a:buSzPts val="1500"/>
              <a:buNone/>
              <a:defRPr sz="1500"/>
            </a:lvl2pPr>
            <a:lvl3pPr lvl="2" algn="ctr">
              <a:lnSpc>
                <a:spcPct val="90000"/>
              </a:lnSpc>
              <a:spcBef>
                <a:spcPts val="375"/>
              </a:spcBef>
              <a:spcAft>
                <a:spcPts val="0"/>
              </a:spcAft>
              <a:buClr>
                <a:schemeClr val="dk1"/>
              </a:buClr>
              <a:buSzPts val="1350"/>
              <a:buNone/>
              <a:defRPr sz="1350"/>
            </a:lvl3pPr>
            <a:lvl4pPr lvl="3" algn="ctr">
              <a:lnSpc>
                <a:spcPct val="90000"/>
              </a:lnSpc>
              <a:spcBef>
                <a:spcPts val="375"/>
              </a:spcBef>
              <a:spcAft>
                <a:spcPts val="0"/>
              </a:spcAft>
              <a:buClr>
                <a:schemeClr val="dk1"/>
              </a:buClr>
              <a:buSzPts val="1200"/>
              <a:buNone/>
              <a:defRPr sz="1200"/>
            </a:lvl4pPr>
            <a:lvl5pPr lvl="4" algn="ctr">
              <a:lnSpc>
                <a:spcPct val="90000"/>
              </a:lnSpc>
              <a:spcBef>
                <a:spcPts val="375"/>
              </a:spcBef>
              <a:spcAft>
                <a:spcPts val="0"/>
              </a:spcAft>
              <a:buClr>
                <a:schemeClr val="dk1"/>
              </a:buClr>
              <a:buSzPts val="1200"/>
              <a:buNone/>
              <a:defRPr sz="1200"/>
            </a:lvl5pPr>
            <a:lvl6pPr lvl="5" algn="ctr">
              <a:lnSpc>
                <a:spcPct val="90000"/>
              </a:lnSpc>
              <a:spcBef>
                <a:spcPts val="375"/>
              </a:spcBef>
              <a:spcAft>
                <a:spcPts val="0"/>
              </a:spcAft>
              <a:buClr>
                <a:schemeClr val="dk1"/>
              </a:buClr>
              <a:buSzPts val="1200"/>
              <a:buNone/>
              <a:defRPr sz="1200"/>
            </a:lvl6pPr>
            <a:lvl7pPr lvl="6" algn="ctr">
              <a:lnSpc>
                <a:spcPct val="90000"/>
              </a:lnSpc>
              <a:spcBef>
                <a:spcPts val="375"/>
              </a:spcBef>
              <a:spcAft>
                <a:spcPts val="0"/>
              </a:spcAft>
              <a:buClr>
                <a:schemeClr val="dk1"/>
              </a:buClr>
              <a:buSzPts val="1200"/>
              <a:buNone/>
              <a:defRPr sz="1200"/>
            </a:lvl7pPr>
            <a:lvl8pPr lvl="7" algn="ctr">
              <a:lnSpc>
                <a:spcPct val="90000"/>
              </a:lnSpc>
              <a:spcBef>
                <a:spcPts val="375"/>
              </a:spcBef>
              <a:spcAft>
                <a:spcPts val="0"/>
              </a:spcAft>
              <a:buClr>
                <a:schemeClr val="dk1"/>
              </a:buClr>
              <a:buSzPts val="1200"/>
              <a:buNone/>
              <a:defRPr sz="1200"/>
            </a:lvl8pPr>
            <a:lvl9pPr lvl="8" algn="ctr">
              <a:lnSpc>
                <a:spcPct val="90000"/>
              </a:lnSpc>
              <a:spcBef>
                <a:spcPts val="375"/>
              </a:spcBef>
              <a:spcAft>
                <a:spcPts val="0"/>
              </a:spcAft>
              <a:buClr>
                <a:schemeClr val="dk1"/>
              </a:buClr>
              <a:buSzPts val="1200"/>
              <a:buNone/>
              <a:defRPr sz="1200"/>
            </a:lvl9pPr>
          </a:lstStyle>
          <a:p>
            <a:endParaRPr/>
          </a:p>
        </p:txBody>
      </p:sp>
      <p:sp>
        <p:nvSpPr>
          <p:cNvPr id="14" name="Google Shape;14;p2"/>
          <p:cNvSpPr txBox="1">
            <a:spLocks noGrp="1"/>
          </p:cNvSpPr>
          <p:nvPr>
            <p:ph type="dt" idx="10"/>
          </p:nvPr>
        </p:nvSpPr>
        <p:spPr>
          <a:xfrm>
            <a:off x="471488" y="8475136"/>
            <a:ext cx="1543050" cy="486833"/>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 name="Google Shape;15;p2"/>
          <p:cNvSpPr txBox="1">
            <a:spLocks noGrp="1"/>
          </p:cNvSpPr>
          <p:nvPr>
            <p:ph type="ftr" idx="11"/>
          </p:nvPr>
        </p:nvSpPr>
        <p:spPr>
          <a:xfrm>
            <a:off x="2271713" y="8475136"/>
            <a:ext cx="2314575" cy="486833"/>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 name="Google Shape;16;p2"/>
          <p:cNvSpPr txBox="1">
            <a:spLocks noGrp="1"/>
          </p:cNvSpPr>
          <p:nvPr>
            <p:ph type="sldNum" idx="12"/>
          </p:nvPr>
        </p:nvSpPr>
        <p:spPr>
          <a:xfrm>
            <a:off x="4843463" y="8475136"/>
            <a:ext cx="1543050" cy="486833"/>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タイトルとコンテンツ" type="obj">
  <p:cSld name="OBJECT">
    <p:spTree>
      <p:nvGrpSpPr>
        <p:cNvPr id="1" name="Shape 17"/>
        <p:cNvGrpSpPr/>
        <p:nvPr/>
      </p:nvGrpSpPr>
      <p:grpSpPr>
        <a:xfrm>
          <a:off x="0" y="0"/>
          <a:ext cx="0" cy="0"/>
          <a:chOff x="0" y="0"/>
          <a:chExt cx="0" cy="0"/>
        </a:xfrm>
      </p:grpSpPr>
      <p:sp>
        <p:nvSpPr>
          <p:cNvPr id="18" name="Google Shape;18;p3"/>
          <p:cNvSpPr txBox="1">
            <a:spLocks noGrp="1"/>
          </p:cNvSpPr>
          <p:nvPr>
            <p:ph type="title"/>
          </p:nvPr>
        </p:nvSpPr>
        <p:spPr>
          <a:xfrm>
            <a:off x="471488" y="486836"/>
            <a:ext cx="5915025" cy="1767417"/>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3"/>
          <p:cNvSpPr txBox="1">
            <a:spLocks noGrp="1"/>
          </p:cNvSpPr>
          <p:nvPr>
            <p:ph type="body" idx="1"/>
          </p:nvPr>
        </p:nvSpPr>
        <p:spPr>
          <a:xfrm>
            <a:off x="471488" y="2434167"/>
            <a:ext cx="5915025" cy="5801784"/>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20" name="Google Shape;20;p3"/>
          <p:cNvSpPr txBox="1">
            <a:spLocks noGrp="1"/>
          </p:cNvSpPr>
          <p:nvPr>
            <p:ph type="dt" idx="10"/>
          </p:nvPr>
        </p:nvSpPr>
        <p:spPr>
          <a:xfrm>
            <a:off x="471488" y="8475136"/>
            <a:ext cx="1543050" cy="486833"/>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3"/>
          <p:cNvSpPr txBox="1">
            <a:spLocks noGrp="1"/>
          </p:cNvSpPr>
          <p:nvPr>
            <p:ph type="ftr" idx="11"/>
          </p:nvPr>
        </p:nvSpPr>
        <p:spPr>
          <a:xfrm>
            <a:off x="2271713" y="8475136"/>
            <a:ext cx="2314575" cy="486833"/>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3"/>
          <p:cNvSpPr txBox="1">
            <a:spLocks noGrp="1"/>
          </p:cNvSpPr>
          <p:nvPr>
            <p:ph type="sldNum" idx="12"/>
          </p:nvPr>
        </p:nvSpPr>
        <p:spPr>
          <a:xfrm>
            <a:off x="4843463" y="8475136"/>
            <a:ext cx="1543050" cy="486833"/>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セクション見出し" type="secHead">
  <p:cSld name="SECTION_HEADER">
    <p:spTree>
      <p:nvGrpSpPr>
        <p:cNvPr id="1" name="Shape 23"/>
        <p:cNvGrpSpPr/>
        <p:nvPr/>
      </p:nvGrpSpPr>
      <p:grpSpPr>
        <a:xfrm>
          <a:off x="0" y="0"/>
          <a:ext cx="0" cy="0"/>
          <a:chOff x="0" y="0"/>
          <a:chExt cx="0" cy="0"/>
        </a:xfrm>
      </p:grpSpPr>
      <p:sp>
        <p:nvSpPr>
          <p:cNvPr id="24" name="Google Shape;24;p4"/>
          <p:cNvSpPr txBox="1">
            <a:spLocks noGrp="1"/>
          </p:cNvSpPr>
          <p:nvPr>
            <p:ph type="title"/>
          </p:nvPr>
        </p:nvSpPr>
        <p:spPr>
          <a:xfrm>
            <a:off x="467916" y="2279653"/>
            <a:ext cx="5915025" cy="3803649"/>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4500"/>
              <a:buFont typeface="Play"/>
              <a:buNone/>
              <a:defRPr sz="45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4"/>
          <p:cNvSpPr txBox="1">
            <a:spLocks noGrp="1"/>
          </p:cNvSpPr>
          <p:nvPr>
            <p:ph type="body" idx="1"/>
          </p:nvPr>
        </p:nvSpPr>
        <p:spPr>
          <a:xfrm>
            <a:off x="467916" y="6119286"/>
            <a:ext cx="5915025" cy="2000249"/>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750"/>
              </a:spcBef>
              <a:spcAft>
                <a:spcPts val="0"/>
              </a:spcAft>
              <a:buClr>
                <a:srgbClr val="757575"/>
              </a:buClr>
              <a:buSzPts val="1800"/>
              <a:buNone/>
              <a:defRPr sz="1800">
                <a:solidFill>
                  <a:srgbClr val="757575"/>
                </a:solidFill>
              </a:defRPr>
            </a:lvl1pPr>
            <a:lvl2pPr marL="914400" lvl="1" indent="-228600" algn="l">
              <a:lnSpc>
                <a:spcPct val="90000"/>
              </a:lnSpc>
              <a:spcBef>
                <a:spcPts val="375"/>
              </a:spcBef>
              <a:spcAft>
                <a:spcPts val="0"/>
              </a:spcAft>
              <a:buClr>
                <a:srgbClr val="757575"/>
              </a:buClr>
              <a:buSzPts val="1500"/>
              <a:buNone/>
              <a:defRPr sz="1500">
                <a:solidFill>
                  <a:srgbClr val="757575"/>
                </a:solidFill>
              </a:defRPr>
            </a:lvl2pPr>
            <a:lvl3pPr marL="1371600" lvl="2" indent="-228600" algn="l">
              <a:lnSpc>
                <a:spcPct val="90000"/>
              </a:lnSpc>
              <a:spcBef>
                <a:spcPts val="375"/>
              </a:spcBef>
              <a:spcAft>
                <a:spcPts val="0"/>
              </a:spcAft>
              <a:buClr>
                <a:srgbClr val="757575"/>
              </a:buClr>
              <a:buSzPts val="1350"/>
              <a:buNone/>
              <a:defRPr sz="1350">
                <a:solidFill>
                  <a:srgbClr val="757575"/>
                </a:solidFill>
              </a:defRPr>
            </a:lvl3pPr>
            <a:lvl4pPr marL="1828800" lvl="3" indent="-228600" algn="l">
              <a:lnSpc>
                <a:spcPct val="90000"/>
              </a:lnSpc>
              <a:spcBef>
                <a:spcPts val="375"/>
              </a:spcBef>
              <a:spcAft>
                <a:spcPts val="0"/>
              </a:spcAft>
              <a:buClr>
                <a:srgbClr val="757575"/>
              </a:buClr>
              <a:buSzPts val="1200"/>
              <a:buNone/>
              <a:defRPr sz="1200">
                <a:solidFill>
                  <a:srgbClr val="757575"/>
                </a:solidFill>
              </a:defRPr>
            </a:lvl4pPr>
            <a:lvl5pPr marL="2286000" lvl="4" indent="-228600" algn="l">
              <a:lnSpc>
                <a:spcPct val="90000"/>
              </a:lnSpc>
              <a:spcBef>
                <a:spcPts val="375"/>
              </a:spcBef>
              <a:spcAft>
                <a:spcPts val="0"/>
              </a:spcAft>
              <a:buClr>
                <a:srgbClr val="757575"/>
              </a:buClr>
              <a:buSzPts val="1200"/>
              <a:buNone/>
              <a:defRPr sz="1200">
                <a:solidFill>
                  <a:srgbClr val="757575"/>
                </a:solidFill>
              </a:defRPr>
            </a:lvl5pPr>
            <a:lvl6pPr marL="2743200" lvl="5" indent="-228600" algn="l">
              <a:lnSpc>
                <a:spcPct val="90000"/>
              </a:lnSpc>
              <a:spcBef>
                <a:spcPts val="375"/>
              </a:spcBef>
              <a:spcAft>
                <a:spcPts val="0"/>
              </a:spcAft>
              <a:buClr>
                <a:srgbClr val="757575"/>
              </a:buClr>
              <a:buSzPts val="1200"/>
              <a:buNone/>
              <a:defRPr sz="1200">
                <a:solidFill>
                  <a:srgbClr val="757575"/>
                </a:solidFill>
              </a:defRPr>
            </a:lvl6pPr>
            <a:lvl7pPr marL="3200400" lvl="6" indent="-228600" algn="l">
              <a:lnSpc>
                <a:spcPct val="90000"/>
              </a:lnSpc>
              <a:spcBef>
                <a:spcPts val="375"/>
              </a:spcBef>
              <a:spcAft>
                <a:spcPts val="0"/>
              </a:spcAft>
              <a:buClr>
                <a:srgbClr val="757575"/>
              </a:buClr>
              <a:buSzPts val="1200"/>
              <a:buNone/>
              <a:defRPr sz="1200">
                <a:solidFill>
                  <a:srgbClr val="757575"/>
                </a:solidFill>
              </a:defRPr>
            </a:lvl7pPr>
            <a:lvl8pPr marL="3657600" lvl="7" indent="-228600" algn="l">
              <a:lnSpc>
                <a:spcPct val="90000"/>
              </a:lnSpc>
              <a:spcBef>
                <a:spcPts val="375"/>
              </a:spcBef>
              <a:spcAft>
                <a:spcPts val="0"/>
              </a:spcAft>
              <a:buClr>
                <a:srgbClr val="757575"/>
              </a:buClr>
              <a:buSzPts val="1200"/>
              <a:buNone/>
              <a:defRPr sz="1200">
                <a:solidFill>
                  <a:srgbClr val="757575"/>
                </a:solidFill>
              </a:defRPr>
            </a:lvl8pPr>
            <a:lvl9pPr marL="4114800" lvl="8" indent="-228600" algn="l">
              <a:lnSpc>
                <a:spcPct val="90000"/>
              </a:lnSpc>
              <a:spcBef>
                <a:spcPts val="375"/>
              </a:spcBef>
              <a:spcAft>
                <a:spcPts val="0"/>
              </a:spcAft>
              <a:buClr>
                <a:srgbClr val="757575"/>
              </a:buClr>
              <a:buSzPts val="1200"/>
              <a:buNone/>
              <a:defRPr sz="1200">
                <a:solidFill>
                  <a:srgbClr val="757575"/>
                </a:solidFill>
              </a:defRPr>
            </a:lvl9pPr>
          </a:lstStyle>
          <a:p>
            <a:endParaRPr/>
          </a:p>
        </p:txBody>
      </p:sp>
      <p:sp>
        <p:nvSpPr>
          <p:cNvPr id="26" name="Google Shape;26;p4"/>
          <p:cNvSpPr txBox="1">
            <a:spLocks noGrp="1"/>
          </p:cNvSpPr>
          <p:nvPr>
            <p:ph type="dt" idx="10"/>
          </p:nvPr>
        </p:nvSpPr>
        <p:spPr>
          <a:xfrm>
            <a:off x="471488" y="8475136"/>
            <a:ext cx="1543050" cy="486833"/>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4"/>
          <p:cNvSpPr txBox="1">
            <a:spLocks noGrp="1"/>
          </p:cNvSpPr>
          <p:nvPr>
            <p:ph type="ftr" idx="11"/>
          </p:nvPr>
        </p:nvSpPr>
        <p:spPr>
          <a:xfrm>
            <a:off x="2271713" y="8475136"/>
            <a:ext cx="2314575" cy="486833"/>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4"/>
          <p:cNvSpPr txBox="1">
            <a:spLocks noGrp="1"/>
          </p:cNvSpPr>
          <p:nvPr>
            <p:ph type="sldNum" idx="12"/>
          </p:nvPr>
        </p:nvSpPr>
        <p:spPr>
          <a:xfrm>
            <a:off x="4843463" y="8475136"/>
            <a:ext cx="1543050" cy="486833"/>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2 つのコンテンツ" type="twoObj">
  <p:cSld name="TWO_OBJECTS">
    <p:spTree>
      <p:nvGrpSpPr>
        <p:cNvPr id="1" name="Shape 29"/>
        <p:cNvGrpSpPr/>
        <p:nvPr/>
      </p:nvGrpSpPr>
      <p:grpSpPr>
        <a:xfrm>
          <a:off x="0" y="0"/>
          <a:ext cx="0" cy="0"/>
          <a:chOff x="0" y="0"/>
          <a:chExt cx="0" cy="0"/>
        </a:xfrm>
      </p:grpSpPr>
      <p:sp>
        <p:nvSpPr>
          <p:cNvPr id="30" name="Google Shape;30;p5"/>
          <p:cNvSpPr txBox="1">
            <a:spLocks noGrp="1"/>
          </p:cNvSpPr>
          <p:nvPr>
            <p:ph type="title"/>
          </p:nvPr>
        </p:nvSpPr>
        <p:spPr>
          <a:xfrm>
            <a:off x="471488" y="486836"/>
            <a:ext cx="5915025" cy="1767417"/>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5"/>
          <p:cNvSpPr txBox="1">
            <a:spLocks noGrp="1"/>
          </p:cNvSpPr>
          <p:nvPr>
            <p:ph type="body" idx="1"/>
          </p:nvPr>
        </p:nvSpPr>
        <p:spPr>
          <a:xfrm>
            <a:off x="471488" y="2434167"/>
            <a:ext cx="2914650" cy="5801784"/>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32" name="Google Shape;32;p5"/>
          <p:cNvSpPr txBox="1">
            <a:spLocks noGrp="1"/>
          </p:cNvSpPr>
          <p:nvPr>
            <p:ph type="body" idx="2"/>
          </p:nvPr>
        </p:nvSpPr>
        <p:spPr>
          <a:xfrm>
            <a:off x="3471863" y="2434167"/>
            <a:ext cx="2914650" cy="5801784"/>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33" name="Google Shape;33;p5"/>
          <p:cNvSpPr txBox="1">
            <a:spLocks noGrp="1"/>
          </p:cNvSpPr>
          <p:nvPr>
            <p:ph type="dt" idx="10"/>
          </p:nvPr>
        </p:nvSpPr>
        <p:spPr>
          <a:xfrm>
            <a:off x="471488" y="8475136"/>
            <a:ext cx="1543050" cy="486833"/>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5"/>
          <p:cNvSpPr txBox="1">
            <a:spLocks noGrp="1"/>
          </p:cNvSpPr>
          <p:nvPr>
            <p:ph type="ftr" idx="11"/>
          </p:nvPr>
        </p:nvSpPr>
        <p:spPr>
          <a:xfrm>
            <a:off x="2271713" y="8475136"/>
            <a:ext cx="2314575" cy="486833"/>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5"/>
          <p:cNvSpPr txBox="1">
            <a:spLocks noGrp="1"/>
          </p:cNvSpPr>
          <p:nvPr>
            <p:ph type="sldNum" idx="12"/>
          </p:nvPr>
        </p:nvSpPr>
        <p:spPr>
          <a:xfrm>
            <a:off x="4843463" y="8475136"/>
            <a:ext cx="1543050" cy="486833"/>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比較" type="twoTxTwoObj">
  <p:cSld name="TWO_OBJECTS_WITH_TEXT">
    <p:spTree>
      <p:nvGrpSpPr>
        <p:cNvPr id="1" name="Shape 36"/>
        <p:cNvGrpSpPr/>
        <p:nvPr/>
      </p:nvGrpSpPr>
      <p:grpSpPr>
        <a:xfrm>
          <a:off x="0" y="0"/>
          <a:ext cx="0" cy="0"/>
          <a:chOff x="0" y="0"/>
          <a:chExt cx="0" cy="0"/>
        </a:xfrm>
      </p:grpSpPr>
      <p:sp>
        <p:nvSpPr>
          <p:cNvPr id="37" name="Google Shape;37;p6"/>
          <p:cNvSpPr txBox="1">
            <a:spLocks noGrp="1"/>
          </p:cNvSpPr>
          <p:nvPr>
            <p:ph type="title"/>
          </p:nvPr>
        </p:nvSpPr>
        <p:spPr>
          <a:xfrm>
            <a:off x="472381" y="486836"/>
            <a:ext cx="5915025" cy="1767417"/>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6"/>
          <p:cNvSpPr txBox="1">
            <a:spLocks noGrp="1"/>
          </p:cNvSpPr>
          <p:nvPr>
            <p:ph type="body" idx="1"/>
          </p:nvPr>
        </p:nvSpPr>
        <p:spPr>
          <a:xfrm>
            <a:off x="472381" y="2241551"/>
            <a:ext cx="2901255" cy="1098549"/>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750"/>
              </a:spcBef>
              <a:spcAft>
                <a:spcPts val="0"/>
              </a:spcAft>
              <a:buClr>
                <a:schemeClr val="dk1"/>
              </a:buClr>
              <a:buSzPts val="1800"/>
              <a:buNone/>
              <a:defRPr sz="1800" b="1"/>
            </a:lvl1pPr>
            <a:lvl2pPr marL="914400" lvl="1" indent="-228600" algn="l">
              <a:lnSpc>
                <a:spcPct val="90000"/>
              </a:lnSpc>
              <a:spcBef>
                <a:spcPts val="375"/>
              </a:spcBef>
              <a:spcAft>
                <a:spcPts val="0"/>
              </a:spcAft>
              <a:buClr>
                <a:schemeClr val="dk1"/>
              </a:buClr>
              <a:buSzPts val="1500"/>
              <a:buNone/>
              <a:defRPr sz="1500" b="1"/>
            </a:lvl2pPr>
            <a:lvl3pPr marL="1371600" lvl="2" indent="-228600" algn="l">
              <a:lnSpc>
                <a:spcPct val="90000"/>
              </a:lnSpc>
              <a:spcBef>
                <a:spcPts val="375"/>
              </a:spcBef>
              <a:spcAft>
                <a:spcPts val="0"/>
              </a:spcAft>
              <a:buClr>
                <a:schemeClr val="dk1"/>
              </a:buClr>
              <a:buSzPts val="1350"/>
              <a:buNone/>
              <a:defRPr sz="1350" b="1"/>
            </a:lvl3pPr>
            <a:lvl4pPr marL="1828800" lvl="3" indent="-228600" algn="l">
              <a:lnSpc>
                <a:spcPct val="90000"/>
              </a:lnSpc>
              <a:spcBef>
                <a:spcPts val="375"/>
              </a:spcBef>
              <a:spcAft>
                <a:spcPts val="0"/>
              </a:spcAft>
              <a:buClr>
                <a:schemeClr val="dk1"/>
              </a:buClr>
              <a:buSzPts val="1200"/>
              <a:buNone/>
              <a:defRPr sz="1200" b="1"/>
            </a:lvl4pPr>
            <a:lvl5pPr marL="2286000" lvl="4" indent="-228600" algn="l">
              <a:lnSpc>
                <a:spcPct val="90000"/>
              </a:lnSpc>
              <a:spcBef>
                <a:spcPts val="375"/>
              </a:spcBef>
              <a:spcAft>
                <a:spcPts val="0"/>
              </a:spcAft>
              <a:buClr>
                <a:schemeClr val="dk1"/>
              </a:buClr>
              <a:buSzPts val="1200"/>
              <a:buNone/>
              <a:defRPr sz="1200" b="1"/>
            </a:lvl5pPr>
            <a:lvl6pPr marL="2743200" lvl="5" indent="-228600" algn="l">
              <a:lnSpc>
                <a:spcPct val="90000"/>
              </a:lnSpc>
              <a:spcBef>
                <a:spcPts val="375"/>
              </a:spcBef>
              <a:spcAft>
                <a:spcPts val="0"/>
              </a:spcAft>
              <a:buClr>
                <a:schemeClr val="dk1"/>
              </a:buClr>
              <a:buSzPts val="1200"/>
              <a:buNone/>
              <a:defRPr sz="1200" b="1"/>
            </a:lvl6pPr>
            <a:lvl7pPr marL="3200400" lvl="6" indent="-228600" algn="l">
              <a:lnSpc>
                <a:spcPct val="90000"/>
              </a:lnSpc>
              <a:spcBef>
                <a:spcPts val="375"/>
              </a:spcBef>
              <a:spcAft>
                <a:spcPts val="0"/>
              </a:spcAft>
              <a:buClr>
                <a:schemeClr val="dk1"/>
              </a:buClr>
              <a:buSzPts val="1200"/>
              <a:buNone/>
              <a:defRPr sz="1200" b="1"/>
            </a:lvl7pPr>
            <a:lvl8pPr marL="3657600" lvl="7" indent="-228600" algn="l">
              <a:lnSpc>
                <a:spcPct val="90000"/>
              </a:lnSpc>
              <a:spcBef>
                <a:spcPts val="375"/>
              </a:spcBef>
              <a:spcAft>
                <a:spcPts val="0"/>
              </a:spcAft>
              <a:buClr>
                <a:schemeClr val="dk1"/>
              </a:buClr>
              <a:buSzPts val="1200"/>
              <a:buNone/>
              <a:defRPr sz="1200" b="1"/>
            </a:lvl8pPr>
            <a:lvl9pPr marL="4114800" lvl="8" indent="-228600" algn="l">
              <a:lnSpc>
                <a:spcPct val="90000"/>
              </a:lnSpc>
              <a:spcBef>
                <a:spcPts val="375"/>
              </a:spcBef>
              <a:spcAft>
                <a:spcPts val="0"/>
              </a:spcAft>
              <a:buClr>
                <a:schemeClr val="dk1"/>
              </a:buClr>
              <a:buSzPts val="1200"/>
              <a:buNone/>
              <a:defRPr sz="1200" b="1"/>
            </a:lvl9pPr>
          </a:lstStyle>
          <a:p>
            <a:endParaRPr/>
          </a:p>
        </p:txBody>
      </p:sp>
      <p:sp>
        <p:nvSpPr>
          <p:cNvPr id="39" name="Google Shape;39;p6"/>
          <p:cNvSpPr txBox="1">
            <a:spLocks noGrp="1"/>
          </p:cNvSpPr>
          <p:nvPr>
            <p:ph type="body" idx="2"/>
          </p:nvPr>
        </p:nvSpPr>
        <p:spPr>
          <a:xfrm>
            <a:off x="472381" y="3340100"/>
            <a:ext cx="2901255" cy="4912784"/>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40" name="Google Shape;40;p6"/>
          <p:cNvSpPr txBox="1">
            <a:spLocks noGrp="1"/>
          </p:cNvSpPr>
          <p:nvPr>
            <p:ph type="body" idx="3"/>
          </p:nvPr>
        </p:nvSpPr>
        <p:spPr>
          <a:xfrm>
            <a:off x="3471863" y="2241551"/>
            <a:ext cx="2915543" cy="1098549"/>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750"/>
              </a:spcBef>
              <a:spcAft>
                <a:spcPts val="0"/>
              </a:spcAft>
              <a:buClr>
                <a:schemeClr val="dk1"/>
              </a:buClr>
              <a:buSzPts val="1800"/>
              <a:buNone/>
              <a:defRPr sz="1800" b="1"/>
            </a:lvl1pPr>
            <a:lvl2pPr marL="914400" lvl="1" indent="-228600" algn="l">
              <a:lnSpc>
                <a:spcPct val="90000"/>
              </a:lnSpc>
              <a:spcBef>
                <a:spcPts val="375"/>
              </a:spcBef>
              <a:spcAft>
                <a:spcPts val="0"/>
              </a:spcAft>
              <a:buClr>
                <a:schemeClr val="dk1"/>
              </a:buClr>
              <a:buSzPts val="1500"/>
              <a:buNone/>
              <a:defRPr sz="1500" b="1"/>
            </a:lvl2pPr>
            <a:lvl3pPr marL="1371600" lvl="2" indent="-228600" algn="l">
              <a:lnSpc>
                <a:spcPct val="90000"/>
              </a:lnSpc>
              <a:spcBef>
                <a:spcPts val="375"/>
              </a:spcBef>
              <a:spcAft>
                <a:spcPts val="0"/>
              </a:spcAft>
              <a:buClr>
                <a:schemeClr val="dk1"/>
              </a:buClr>
              <a:buSzPts val="1350"/>
              <a:buNone/>
              <a:defRPr sz="1350" b="1"/>
            </a:lvl3pPr>
            <a:lvl4pPr marL="1828800" lvl="3" indent="-228600" algn="l">
              <a:lnSpc>
                <a:spcPct val="90000"/>
              </a:lnSpc>
              <a:spcBef>
                <a:spcPts val="375"/>
              </a:spcBef>
              <a:spcAft>
                <a:spcPts val="0"/>
              </a:spcAft>
              <a:buClr>
                <a:schemeClr val="dk1"/>
              </a:buClr>
              <a:buSzPts val="1200"/>
              <a:buNone/>
              <a:defRPr sz="1200" b="1"/>
            </a:lvl4pPr>
            <a:lvl5pPr marL="2286000" lvl="4" indent="-228600" algn="l">
              <a:lnSpc>
                <a:spcPct val="90000"/>
              </a:lnSpc>
              <a:spcBef>
                <a:spcPts val="375"/>
              </a:spcBef>
              <a:spcAft>
                <a:spcPts val="0"/>
              </a:spcAft>
              <a:buClr>
                <a:schemeClr val="dk1"/>
              </a:buClr>
              <a:buSzPts val="1200"/>
              <a:buNone/>
              <a:defRPr sz="1200" b="1"/>
            </a:lvl5pPr>
            <a:lvl6pPr marL="2743200" lvl="5" indent="-228600" algn="l">
              <a:lnSpc>
                <a:spcPct val="90000"/>
              </a:lnSpc>
              <a:spcBef>
                <a:spcPts val="375"/>
              </a:spcBef>
              <a:spcAft>
                <a:spcPts val="0"/>
              </a:spcAft>
              <a:buClr>
                <a:schemeClr val="dk1"/>
              </a:buClr>
              <a:buSzPts val="1200"/>
              <a:buNone/>
              <a:defRPr sz="1200" b="1"/>
            </a:lvl6pPr>
            <a:lvl7pPr marL="3200400" lvl="6" indent="-228600" algn="l">
              <a:lnSpc>
                <a:spcPct val="90000"/>
              </a:lnSpc>
              <a:spcBef>
                <a:spcPts val="375"/>
              </a:spcBef>
              <a:spcAft>
                <a:spcPts val="0"/>
              </a:spcAft>
              <a:buClr>
                <a:schemeClr val="dk1"/>
              </a:buClr>
              <a:buSzPts val="1200"/>
              <a:buNone/>
              <a:defRPr sz="1200" b="1"/>
            </a:lvl7pPr>
            <a:lvl8pPr marL="3657600" lvl="7" indent="-228600" algn="l">
              <a:lnSpc>
                <a:spcPct val="90000"/>
              </a:lnSpc>
              <a:spcBef>
                <a:spcPts val="375"/>
              </a:spcBef>
              <a:spcAft>
                <a:spcPts val="0"/>
              </a:spcAft>
              <a:buClr>
                <a:schemeClr val="dk1"/>
              </a:buClr>
              <a:buSzPts val="1200"/>
              <a:buNone/>
              <a:defRPr sz="1200" b="1"/>
            </a:lvl8pPr>
            <a:lvl9pPr marL="4114800" lvl="8" indent="-228600" algn="l">
              <a:lnSpc>
                <a:spcPct val="90000"/>
              </a:lnSpc>
              <a:spcBef>
                <a:spcPts val="375"/>
              </a:spcBef>
              <a:spcAft>
                <a:spcPts val="0"/>
              </a:spcAft>
              <a:buClr>
                <a:schemeClr val="dk1"/>
              </a:buClr>
              <a:buSzPts val="1200"/>
              <a:buNone/>
              <a:defRPr sz="1200" b="1"/>
            </a:lvl9pPr>
          </a:lstStyle>
          <a:p>
            <a:endParaRPr/>
          </a:p>
        </p:txBody>
      </p:sp>
      <p:sp>
        <p:nvSpPr>
          <p:cNvPr id="41" name="Google Shape;41;p6"/>
          <p:cNvSpPr txBox="1">
            <a:spLocks noGrp="1"/>
          </p:cNvSpPr>
          <p:nvPr>
            <p:ph type="body" idx="4"/>
          </p:nvPr>
        </p:nvSpPr>
        <p:spPr>
          <a:xfrm>
            <a:off x="3471863" y="3340100"/>
            <a:ext cx="2915543" cy="4912784"/>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42" name="Google Shape;42;p6"/>
          <p:cNvSpPr txBox="1">
            <a:spLocks noGrp="1"/>
          </p:cNvSpPr>
          <p:nvPr>
            <p:ph type="dt" idx="10"/>
          </p:nvPr>
        </p:nvSpPr>
        <p:spPr>
          <a:xfrm>
            <a:off x="471488" y="8475136"/>
            <a:ext cx="1543050" cy="486833"/>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6"/>
          <p:cNvSpPr txBox="1">
            <a:spLocks noGrp="1"/>
          </p:cNvSpPr>
          <p:nvPr>
            <p:ph type="ftr" idx="11"/>
          </p:nvPr>
        </p:nvSpPr>
        <p:spPr>
          <a:xfrm>
            <a:off x="2271713" y="8475136"/>
            <a:ext cx="2314575" cy="486833"/>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6"/>
          <p:cNvSpPr txBox="1">
            <a:spLocks noGrp="1"/>
          </p:cNvSpPr>
          <p:nvPr>
            <p:ph type="sldNum" idx="12"/>
          </p:nvPr>
        </p:nvSpPr>
        <p:spPr>
          <a:xfrm>
            <a:off x="4843463" y="8475136"/>
            <a:ext cx="1543050" cy="486833"/>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タイトルのみ" type="titleOnly">
  <p:cSld name="TITLE_ONLY">
    <p:spTree>
      <p:nvGrpSpPr>
        <p:cNvPr id="1" name="Shape 45"/>
        <p:cNvGrpSpPr/>
        <p:nvPr/>
      </p:nvGrpSpPr>
      <p:grpSpPr>
        <a:xfrm>
          <a:off x="0" y="0"/>
          <a:ext cx="0" cy="0"/>
          <a:chOff x="0" y="0"/>
          <a:chExt cx="0" cy="0"/>
        </a:xfrm>
      </p:grpSpPr>
      <p:sp>
        <p:nvSpPr>
          <p:cNvPr id="46" name="Google Shape;46;p7"/>
          <p:cNvSpPr txBox="1">
            <a:spLocks noGrp="1"/>
          </p:cNvSpPr>
          <p:nvPr>
            <p:ph type="title"/>
          </p:nvPr>
        </p:nvSpPr>
        <p:spPr>
          <a:xfrm>
            <a:off x="471488" y="486836"/>
            <a:ext cx="5915025" cy="1767417"/>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7"/>
          <p:cNvSpPr txBox="1">
            <a:spLocks noGrp="1"/>
          </p:cNvSpPr>
          <p:nvPr>
            <p:ph type="dt" idx="10"/>
          </p:nvPr>
        </p:nvSpPr>
        <p:spPr>
          <a:xfrm>
            <a:off x="471488" y="8475136"/>
            <a:ext cx="1543050" cy="486833"/>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7"/>
          <p:cNvSpPr txBox="1">
            <a:spLocks noGrp="1"/>
          </p:cNvSpPr>
          <p:nvPr>
            <p:ph type="ftr" idx="11"/>
          </p:nvPr>
        </p:nvSpPr>
        <p:spPr>
          <a:xfrm>
            <a:off x="2271713" y="8475136"/>
            <a:ext cx="2314575" cy="486833"/>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7"/>
          <p:cNvSpPr txBox="1">
            <a:spLocks noGrp="1"/>
          </p:cNvSpPr>
          <p:nvPr>
            <p:ph type="sldNum" idx="12"/>
          </p:nvPr>
        </p:nvSpPr>
        <p:spPr>
          <a:xfrm>
            <a:off x="4843463" y="8475136"/>
            <a:ext cx="1543050" cy="486833"/>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白紙" type="blank">
  <p:cSld name="BLANK">
    <p:spTree>
      <p:nvGrpSpPr>
        <p:cNvPr id="1" name="Shape 50"/>
        <p:cNvGrpSpPr/>
        <p:nvPr/>
      </p:nvGrpSpPr>
      <p:grpSpPr>
        <a:xfrm>
          <a:off x="0" y="0"/>
          <a:ext cx="0" cy="0"/>
          <a:chOff x="0" y="0"/>
          <a:chExt cx="0" cy="0"/>
        </a:xfrm>
      </p:grpSpPr>
      <p:sp>
        <p:nvSpPr>
          <p:cNvPr id="51" name="Google Shape;51;p8"/>
          <p:cNvSpPr txBox="1">
            <a:spLocks noGrp="1"/>
          </p:cNvSpPr>
          <p:nvPr>
            <p:ph type="dt" idx="10"/>
          </p:nvPr>
        </p:nvSpPr>
        <p:spPr>
          <a:xfrm>
            <a:off x="471488" y="8475136"/>
            <a:ext cx="1543050" cy="486833"/>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8"/>
          <p:cNvSpPr txBox="1">
            <a:spLocks noGrp="1"/>
          </p:cNvSpPr>
          <p:nvPr>
            <p:ph type="ftr" idx="11"/>
          </p:nvPr>
        </p:nvSpPr>
        <p:spPr>
          <a:xfrm>
            <a:off x="2271713" y="8475136"/>
            <a:ext cx="2314575" cy="486833"/>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8"/>
          <p:cNvSpPr txBox="1">
            <a:spLocks noGrp="1"/>
          </p:cNvSpPr>
          <p:nvPr>
            <p:ph type="sldNum" idx="12"/>
          </p:nvPr>
        </p:nvSpPr>
        <p:spPr>
          <a:xfrm>
            <a:off x="4843463" y="8475136"/>
            <a:ext cx="1543050" cy="486833"/>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タイトル付きのコンテンツ" type="objTx">
  <p:cSld name="OBJECT_WITH_CAPTION_TEXT">
    <p:spTree>
      <p:nvGrpSpPr>
        <p:cNvPr id="1" name="Shape 54"/>
        <p:cNvGrpSpPr/>
        <p:nvPr/>
      </p:nvGrpSpPr>
      <p:grpSpPr>
        <a:xfrm>
          <a:off x="0" y="0"/>
          <a:ext cx="0" cy="0"/>
          <a:chOff x="0" y="0"/>
          <a:chExt cx="0" cy="0"/>
        </a:xfrm>
      </p:grpSpPr>
      <p:sp>
        <p:nvSpPr>
          <p:cNvPr id="55" name="Google Shape;55;p9"/>
          <p:cNvSpPr txBox="1">
            <a:spLocks noGrp="1"/>
          </p:cNvSpPr>
          <p:nvPr>
            <p:ph type="title"/>
          </p:nvPr>
        </p:nvSpPr>
        <p:spPr>
          <a:xfrm>
            <a:off x="472381" y="609600"/>
            <a:ext cx="2211884" cy="21336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2400"/>
              <a:buFont typeface="Play"/>
              <a:buNone/>
              <a:defRPr sz="2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9"/>
          <p:cNvSpPr txBox="1">
            <a:spLocks noGrp="1"/>
          </p:cNvSpPr>
          <p:nvPr>
            <p:ph type="body" idx="1"/>
          </p:nvPr>
        </p:nvSpPr>
        <p:spPr>
          <a:xfrm>
            <a:off x="2915543" y="1316569"/>
            <a:ext cx="3471863" cy="6498167"/>
          </a:xfrm>
          <a:prstGeom prst="rect">
            <a:avLst/>
          </a:prstGeom>
          <a:noFill/>
          <a:ln>
            <a:noFill/>
          </a:ln>
        </p:spPr>
        <p:txBody>
          <a:bodyPr spcFirstLastPara="1" wrap="square" lIns="91425" tIns="45700" rIns="91425" bIns="45700" anchor="t" anchorCtr="0">
            <a:normAutofit/>
          </a:bodyPr>
          <a:lstStyle>
            <a:lvl1pPr marL="457200" lvl="0" indent="-381000" algn="l">
              <a:lnSpc>
                <a:spcPct val="90000"/>
              </a:lnSpc>
              <a:spcBef>
                <a:spcPts val="750"/>
              </a:spcBef>
              <a:spcAft>
                <a:spcPts val="0"/>
              </a:spcAft>
              <a:buClr>
                <a:schemeClr val="dk1"/>
              </a:buClr>
              <a:buSzPts val="2400"/>
              <a:buChar char="•"/>
              <a:defRPr sz="2400"/>
            </a:lvl1pPr>
            <a:lvl2pPr marL="914400" lvl="1" indent="-361950" algn="l">
              <a:lnSpc>
                <a:spcPct val="90000"/>
              </a:lnSpc>
              <a:spcBef>
                <a:spcPts val="375"/>
              </a:spcBef>
              <a:spcAft>
                <a:spcPts val="0"/>
              </a:spcAft>
              <a:buClr>
                <a:schemeClr val="dk1"/>
              </a:buClr>
              <a:buSzPts val="2100"/>
              <a:buChar char="•"/>
              <a:defRPr sz="2100"/>
            </a:lvl2pPr>
            <a:lvl3pPr marL="1371600" lvl="2" indent="-342900" algn="l">
              <a:lnSpc>
                <a:spcPct val="90000"/>
              </a:lnSpc>
              <a:spcBef>
                <a:spcPts val="375"/>
              </a:spcBef>
              <a:spcAft>
                <a:spcPts val="0"/>
              </a:spcAft>
              <a:buClr>
                <a:schemeClr val="dk1"/>
              </a:buClr>
              <a:buSzPts val="1800"/>
              <a:buChar char="•"/>
              <a:defRPr sz="1800"/>
            </a:lvl3pPr>
            <a:lvl4pPr marL="1828800" lvl="3" indent="-323850" algn="l">
              <a:lnSpc>
                <a:spcPct val="90000"/>
              </a:lnSpc>
              <a:spcBef>
                <a:spcPts val="375"/>
              </a:spcBef>
              <a:spcAft>
                <a:spcPts val="0"/>
              </a:spcAft>
              <a:buClr>
                <a:schemeClr val="dk1"/>
              </a:buClr>
              <a:buSzPts val="1500"/>
              <a:buChar char="•"/>
              <a:defRPr sz="1500"/>
            </a:lvl4pPr>
            <a:lvl5pPr marL="2286000" lvl="4" indent="-323850" algn="l">
              <a:lnSpc>
                <a:spcPct val="90000"/>
              </a:lnSpc>
              <a:spcBef>
                <a:spcPts val="375"/>
              </a:spcBef>
              <a:spcAft>
                <a:spcPts val="0"/>
              </a:spcAft>
              <a:buClr>
                <a:schemeClr val="dk1"/>
              </a:buClr>
              <a:buSzPts val="1500"/>
              <a:buChar char="•"/>
              <a:defRPr sz="1500"/>
            </a:lvl5pPr>
            <a:lvl6pPr marL="2743200" lvl="5" indent="-323850" algn="l">
              <a:lnSpc>
                <a:spcPct val="90000"/>
              </a:lnSpc>
              <a:spcBef>
                <a:spcPts val="375"/>
              </a:spcBef>
              <a:spcAft>
                <a:spcPts val="0"/>
              </a:spcAft>
              <a:buClr>
                <a:schemeClr val="dk1"/>
              </a:buClr>
              <a:buSzPts val="1500"/>
              <a:buChar char="•"/>
              <a:defRPr sz="1500"/>
            </a:lvl6pPr>
            <a:lvl7pPr marL="3200400" lvl="6" indent="-323850" algn="l">
              <a:lnSpc>
                <a:spcPct val="90000"/>
              </a:lnSpc>
              <a:spcBef>
                <a:spcPts val="375"/>
              </a:spcBef>
              <a:spcAft>
                <a:spcPts val="0"/>
              </a:spcAft>
              <a:buClr>
                <a:schemeClr val="dk1"/>
              </a:buClr>
              <a:buSzPts val="1500"/>
              <a:buChar char="•"/>
              <a:defRPr sz="1500"/>
            </a:lvl7pPr>
            <a:lvl8pPr marL="3657600" lvl="7" indent="-323850" algn="l">
              <a:lnSpc>
                <a:spcPct val="90000"/>
              </a:lnSpc>
              <a:spcBef>
                <a:spcPts val="375"/>
              </a:spcBef>
              <a:spcAft>
                <a:spcPts val="0"/>
              </a:spcAft>
              <a:buClr>
                <a:schemeClr val="dk1"/>
              </a:buClr>
              <a:buSzPts val="1500"/>
              <a:buChar char="•"/>
              <a:defRPr sz="1500"/>
            </a:lvl8pPr>
            <a:lvl9pPr marL="4114800" lvl="8" indent="-323850" algn="l">
              <a:lnSpc>
                <a:spcPct val="90000"/>
              </a:lnSpc>
              <a:spcBef>
                <a:spcPts val="375"/>
              </a:spcBef>
              <a:spcAft>
                <a:spcPts val="0"/>
              </a:spcAft>
              <a:buClr>
                <a:schemeClr val="dk1"/>
              </a:buClr>
              <a:buSzPts val="1500"/>
              <a:buChar char="•"/>
              <a:defRPr sz="1500"/>
            </a:lvl9pPr>
          </a:lstStyle>
          <a:p>
            <a:endParaRPr/>
          </a:p>
        </p:txBody>
      </p:sp>
      <p:sp>
        <p:nvSpPr>
          <p:cNvPr id="57" name="Google Shape;57;p9"/>
          <p:cNvSpPr txBox="1">
            <a:spLocks noGrp="1"/>
          </p:cNvSpPr>
          <p:nvPr>
            <p:ph type="body" idx="2"/>
          </p:nvPr>
        </p:nvSpPr>
        <p:spPr>
          <a:xfrm>
            <a:off x="472381" y="2743200"/>
            <a:ext cx="2211884" cy="508211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750"/>
              </a:spcBef>
              <a:spcAft>
                <a:spcPts val="0"/>
              </a:spcAft>
              <a:buClr>
                <a:schemeClr val="dk1"/>
              </a:buClr>
              <a:buSzPts val="1200"/>
              <a:buNone/>
              <a:defRPr sz="1200"/>
            </a:lvl1pPr>
            <a:lvl2pPr marL="914400" lvl="1" indent="-228600" algn="l">
              <a:lnSpc>
                <a:spcPct val="90000"/>
              </a:lnSpc>
              <a:spcBef>
                <a:spcPts val="375"/>
              </a:spcBef>
              <a:spcAft>
                <a:spcPts val="0"/>
              </a:spcAft>
              <a:buClr>
                <a:schemeClr val="dk1"/>
              </a:buClr>
              <a:buSzPts val="1050"/>
              <a:buNone/>
              <a:defRPr sz="1050"/>
            </a:lvl2pPr>
            <a:lvl3pPr marL="1371600" lvl="2" indent="-228600" algn="l">
              <a:lnSpc>
                <a:spcPct val="90000"/>
              </a:lnSpc>
              <a:spcBef>
                <a:spcPts val="375"/>
              </a:spcBef>
              <a:spcAft>
                <a:spcPts val="0"/>
              </a:spcAft>
              <a:buClr>
                <a:schemeClr val="dk1"/>
              </a:buClr>
              <a:buSzPts val="900"/>
              <a:buNone/>
              <a:defRPr sz="900"/>
            </a:lvl3pPr>
            <a:lvl4pPr marL="1828800" lvl="3" indent="-228600" algn="l">
              <a:lnSpc>
                <a:spcPct val="90000"/>
              </a:lnSpc>
              <a:spcBef>
                <a:spcPts val="375"/>
              </a:spcBef>
              <a:spcAft>
                <a:spcPts val="0"/>
              </a:spcAft>
              <a:buClr>
                <a:schemeClr val="dk1"/>
              </a:buClr>
              <a:buSzPts val="750"/>
              <a:buNone/>
              <a:defRPr sz="750"/>
            </a:lvl4pPr>
            <a:lvl5pPr marL="2286000" lvl="4" indent="-228600" algn="l">
              <a:lnSpc>
                <a:spcPct val="90000"/>
              </a:lnSpc>
              <a:spcBef>
                <a:spcPts val="375"/>
              </a:spcBef>
              <a:spcAft>
                <a:spcPts val="0"/>
              </a:spcAft>
              <a:buClr>
                <a:schemeClr val="dk1"/>
              </a:buClr>
              <a:buSzPts val="750"/>
              <a:buNone/>
              <a:defRPr sz="750"/>
            </a:lvl5pPr>
            <a:lvl6pPr marL="2743200" lvl="5" indent="-228600" algn="l">
              <a:lnSpc>
                <a:spcPct val="90000"/>
              </a:lnSpc>
              <a:spcBef>
                <a:spcPts val="375"/>
              </a:spcBef>
              <a:spcAft>
                <a:spcPts val="0"/>
              </a:spcAft>
              <a:buClr>
                <a:schemeClr val="dk1"/>
              </a:buClr>
              <a:buSzPts val="750"/>
              <a:buNone/>
              <a:defRPr sz="750"/>
            </a:lvl6pPr>
            <a:lvl7pPr marL="3200400" lvl="6" indent="-228600" algn="l">
              <a:lnSpc>
                <a:spcPct val="90000"/>
              </a:lnSpc>
              <a:spcBef>
                <a:spcPts val="375"/>
              </a:spcBef>
              <a:spcAft>
                <a:spcPts val="0"/>
              </a:spcAft>
              <a:buClr>
                <a:schemeClr val="dk1"/>
              </a:buClr>
              <a:buSzPts val="750"/>
              <a:buNone/>
              <a:defRPr sz="750"/>
            </a:lvl7pPr>
            <a:lvl8pPr marL="3657600" lvl="7" indent="-228600" algn="l">
              <a:lnSpc>
                <a:spcPct val="90000"/>
              </a:lnSpc>
              <a:spcBef>
                <a:spcPts val="375"/>
              </a:spcBef>
              <a:spcAft>
                <a:spcPts val="0"/>
              </a:spcAft>
              <a:buClr>
                <a:schemeClr val="dk1"/>
              </a:buClr>
              <a:buSzPts val="750"/>
              <a:buNone/>
              <a:defRPr sz="750"/>
            </a:lvl8pPr>
            <a:lvl9pPr marL="4114800" lvl="8" indent="-228600" algn="l">
              <a:lnSpc>
                <a:spcPct val="90000"/>
              </a:lnSpc>
              <a:spcBef>
                <a:spcPts val="375"/>
              </a:spcBef>
              <a:spcAft>
                <a:spcPts val="0"/>
              </a:spcAft>
              <a:buClr>
                <a:schemeClr val="dk1"/>
              </a:buClr>
              <a:buSzPts val="750"/>
              <a:buNone/>
              <a:defRPr sz="750"/>
            </a:lvl9pPr>
          </a:lstStyle>
          <a:p>
            <a:endParaRPr/>
          </a:p>
        </p:txBody>
      </p:sp>
      <p:sp>
        <p:nvSpPr>
          <p:cNvPr id="58" name="Google Shape;58;p9"/>
          <p:cNvSpPr txBox="1">
            <a:spLocks noGrp="1"/>
          </p:cNvSpPr>
          <p:nvPr>
            <p:ph type="dt" idx="10"/>
          </p:nvPr>
        </p:nvSpPr>
        <p:spPr>
          <a:xfrm>
            <a:off x="471488" y="8475136"/>
            <a:ext cx="1543050" cy="486833"/>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9"/>
          <p:cNvSpPr txBox="1">
            <a:spLocks noGrp="1"/>
          </p:cNvSpPr>
          <p:nvPr>
            <p:ph type="ftr" idx="11"/>
          </p:nvPr>
        </p:nvSpPr>
        <p:spPr>
          <a:xfrm>
            <a:off x="2271713" y="8475136"/>
            <a:ext cx="2314575" cy="486833"/>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9"/>
          <p:cNvSpPr txBox="1">
            <a:spLocks noGrp="1"/>
          </p:cNvSpPr>
          <p:nvPr>
            <p:ph type="sldNum" idx="12"/>
          </p:nvPr>
        </p:nvSpPr>
        <p:spPr>
          <a:xfrm>
            <a:off x="4843463" y="8475136"/>
            <a:ext cx="1543050" cy="486833"/>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タイトル付きの図" type="picTx">
  <p:cSld name="PICTURE_WITH_CAPTION_TEXT">
    <p:spTree>
      <p:nvGrpSpPr>
        <p:cNvPr id="1" name="Shape 61"/>
        <p:cNvGrpSpPr/>
        <p:nvPr/>
      </p:nvGrpSpPr>
      <p:grpSpPr>
        <a:xfrm>
          <a:off x="0" y="0"/>
          <a:ext cx="0" cy="0"/>
          <a:chOff x="0" y="0"/>
          <a:chExt cx="0" cy="0"/>
        </a:xfrm>
      </p:grpSpPr>
      <p:sp>
        <p:nvSpPr>
          <p:cNvPr id="62" name="Google Shape;62;p10"/>
          <p:cNvSpPr txBox="1">
            <a:spLocks noGrp="1"/>
          </p:cNvSpPr>
          <p:nvPr>
            <p:ph type="title"/>
          </p:nvPr>
        </p:nvSpPr>
        <p:spPr>
          <a:xfrm>
            <a:off x="472381" y="609600"/>
            <a:ext cx="2211884" cy="21336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2400"/>
              <a:buFont typeface="Play"/>
              <a:buNone/>
              <a:defRPr sz="2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0"/>
          <p:cNvSpPr>
            <a:spLocks noGrp="1"/>
          </p:cNvSpPr>
          <p:nvPr>
            <p:ph type="pic" idx="2"/>
          </p:nvPr>
        </p:nvSpPr>
        <p:spPr>
          <a:xfrm>
            <a:off x="2915543" y="1316569"/>
            <a:ext cx="3471863" cy="6498167"/>
          </a:xfrm>
          <a:prstGeom prst="rect">
            <a:avLst/>
          </a:prstGeom>
          <a:noFill/>
          <a:ln>
            <a:noFill/>
          </a:ln>
        </p:spPr>
      </p:sp>
      <p:sp>
        <p:nvSpPr>
          <p:cNvPr id="64" name="Google Shape;64;p10"/>
          <p:cNvSpPr txBox="1">
            <a:spLocks noGrp="1"/>
          </p:cNvSpPr>
          <p:nvPr>
            <p:ph type="body" idx="1"/>
          </p:nvPr>
        </p:nvSpPr>
        <p:spPr>
          <a:xfrm>
            <a:off x="472381" y="2743200"/>
            <a:ext cx="2211884" cy="508211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750"/>
              </a:spcBef>
              <a:spcAft>
                <a:spcPts val="0"/>
              </a:spcAft>
              <a:buClr>
                <a:schemeClr val="dk1"/>
              </a:buClr>
              <a:buSzPts val="1200"/>
              <a:buNone/>
              <a:defRPr sz="1200"/>
            </a:lvl1pPr>
            <a:lvl2pPr marL="914400" lvl="1" indent="-228600" algn="l">
              <a:lnSpc>
                <a:spcPct val="90000"/>
              </a:lnSpc>
              <a:spcBef>
                <a:spcPts val="375"/>
              </a:spcBef>
              <a:spcAft>
                <a:spcPts val="0"/>
              </a:spcAft>
              <a:buClr>
                <a:schemeClr val="dk1"/>
              </a:buClr>
              <a:buSzPts val="1050"/>
              <a:buNone/>
              <a:defRPr sz="1050"/>
            </a:lvl2pPr>
            <a:lvl3pPr marL="1371600" lvl="2" indent="-228600" algn="l">
              <a:lnSpc>
                <a:spcPct val="90000"/>
              </a:lnSpc>
              <a:spcBef>
                <a:spcPts val="375"/>
              </a:spcBef>
              <a:spcAft>
                <a:spcPts val="0"/>
              </a:spcAft>
              <a:buClr>
                <a:schemeClr val="dk1"/>
              </a:buClr>
              <a:buSzPts val="900"/>
              <a:buNone/>
              <a:defRPr sz="900"/>
            </a:lvl3pPr>
            <a:lvl4pPr marL="1828800" lvl="3" indent="-228600" algn="l">
              <a:lnSpc>
                <a:spcPct val="90000"/>
              </a:lnSpc>
              <a:spcBef>
                <a:spcPts val="375"/>
              </a:spcBef>
              <a:spcAft>
                <a:spcPts val="0"/>
              </a:spcAft>
              <a:buClr>
                <a:schemeClr val="dk1"/>
              </a:buClr>
              <a:buSzPts val="750"/>
              <a:buNone/>
              <a:defRPr sz="750"/>
            </a:lvl4pPr>
            <a:lvl5pPr marL="2286000" lvl="4" indent="-228600" algn="l">
              <a:lnSpc>
                <a:spcPct val="90000"/>
              </a:lnSpc>
              <a:spcBef>
                <a:spcPts val="375"/>
              </a:spcBef>
              <a:spcAft>
                <a:spcPts val="0"/>
              </a:spcAft>
              <a:buClr>
                <a:schemeClr val="dk1"/>
              </a:buClr>
              <a:buSzPts val="750"/>
              <a:buNone/>
              <a:defRPr sz="750"/>
            </a:lvl5pPr>
            <a:lvl6pPr marL="2743200" lvl="5" indent="-228600" algn="l">
              <a:lnSpc>
                <a:spcPct val="90000"/>
              </a:lnSpc>
              <a:spcBef>
                <a:spcPts val="375"/>
              </a:spcBef>
              <a:spcAft>
                <a:spcPts val="0"/>
              </a:spcAft>
              <a:buClr>
                <a:schemeClr val="dk1"/>
              </a:buClr>
              <a:buSzPts val="750"/>
              <a:buNone/>
              <a:defRPr sz="750"/>
            </a:lvl6pPr>
            <a:lvl7pPr marL="3200400" lvl="6" indent="-228600" algn="l">
              <a:lnSpc>
                <a:spcPct val="90000"/>
              </a:lnSpc>
              <a:spcBef>
                <a:spcPts val="375"/>
              </a:spcBef>
              <a:spcAft>
                <a:spcPts val="0"/>
              </a:spcAft>
              <a:buClr>
                <a:schemeClr val="dk1"/>
              </a:buClr>
              <a:buSzPts val="750"/>
              <a:buNone/>
              <a:defRPr sz="750"/>
            </a:lvl7pPr>
            <a:lvl8pPr marL="3657600" lvl="7" indent="-228600" algn="l">
              <a:lnSpc>
                <a:spcPct val="90000"/>
              </a:lnSpc>
              <a:spcBef>
                <a:spcPts val="375"/>
              </a:spcBef>
              <a:spcAft>
                <a:spcPts val="0"/>
              </a:spcAft>
              <a:buClr>
                <a:schemeClr val="dk1"/>
              </a:buClr>
              <a:buSzPts val="750"/>
              <a:buNone/>
              <a:defRPr sz="750"/>
            </a:lvl8pPr>
            <a:lvl9pPr marL="4114800" lvl="8" indent="-228600" algn="l">
              <a:lnSpc>
                <a:spcPct val="90000"/>
              </a:lnSpc>
              <a:spcBef>
                <a:spcPts val="375"/>
              </a:spcBef>
              <a:spcAft>
                <a:spcPts val="0"/>
              </a:spcAft>
              <a:buClr>
                <a:schemeClr val="dk1"/>
              </a:buClr>
              <a:buSzPts val="750"/>
              <a:buNone/>
              <a:defRPr sz="750"/>
            </a:lvl9pPr>
          </a:lstStyle>
          <a:p>
            <a:endParaRPr/>
          </a:p>
        </p:txBody>
      </p:sp>
      <p:sp>
        <p:nvSpPr>
          <p:cNvPr id="65" name="Google Shape;65;p10"/>
          <p:cNvSpPr txBox="1">
            <a:spLocks noGrp="1"/>
          </p:cNvSpPr>
          <p:nvPr>
            <p:ph type="dt" idx="10"/>
          </p:nvPr>
        </p:nvSpPr>
        <p:spPr>
          <a:xfrm>
            <a:off x="471488" y="8475136"/>
            <a:ext cx="1543050" cy="486833"/>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0"/>
          <p:cNvSpPr txBox="1">
            <a:spLocks noGrp="1"/>
          </p:cNvSpPr>
          <p:nvPr>
            <p:ph type="ftr" idx="11"/>
          </p:nvPr>
        </p:nvSpPr>
        <p:spPr>
          <a:xfrm>
            <a:off x="2271713" y="8475136"/>
            <a:ext cx="2314575" cy="486833"/>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0"/>
          <p:cNvSpPr txBox="1">
            <a:spLocks noGrp="1"/>
          </p:cNvSpPr>
          <p:nvPr>
            <p:ph type="sldNum" idx="12"/>
          </p:nvPr>
        </p:nvSpPr>
        <p:spPr>
          <a:xfrm>
            <a:off x="4843463" y="8475136"/>
            <a:ext cx="1543050" cy="486833"/>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タイトルと縦書きテキスト" type="vertTx">
  <p:cSld name="VERTICAL_TEXT">
    <p:spTree>
      <p:nvGrpSpPr>
        <p:cNvPr id="1" name="Shape 68"/>
        <p:cNvGrpSpPr/>
        <p:nvPr/>
      </p:nvGrpSpPr>
      <p:grpSpPr>
        <a:xfrm>
          <a:off x="0" y="0"/>
          <a:ext cx="0" cy="0"/>
          <a:chOff x="0" y="0"/>
          <a:chExt cx="0" cy="0"/>
        </a:xfrm>
      </p:grpSpPr>
      <p:sp>
        <p:nvSpPr>
          <p:cNvPr id="69" name="Google Shape;69;p11"/>
          <p:cNvSpPr txBox="1">
            <a:spLocks noGrp="1"/>
          </p:cNvSpPr>
          <p:nvPr>
            <p:ph type="title"/>
          </p:nvPr>
        </p:nvSpPr>
        <p:spPr>
          <a:xfrm>
            <a:off x="471488" y="486836"/>
            <a:ext cx="5915025" cy="1767417"/>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1"/>
          <p:cNvSpPr txBox="1">
            <a:spLocks noGrp="1"/>
          </p:cNvSpPr>
          <p:nvPr>
            <p:ph type="body" idx="1"/>
          </p:nvPr>
        </p:nvSpPr>
        <p:spPr>
          <a:xfrm rot="5400000">
            <a:off x="528108" y="2377546"/>
            <a:ext cx="5801784" cy="5915025"/>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71" name="Google Shape;71;p11"/>
          <p:cNvSpPr txBox="1">
            <a:spLocks noGrp="1"/>
          </p:cNvSpPr>
          <p:nvPr>
            <p:ph type="dt" idx="10"/>
          </p:nvPr>
        </p:nvSpPr>
        <p:spPr>
          <a:xfrm>
            <a:off x="471488" y="8475136"/>
            <a:ext cx="1543050" cy="486833"/>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1"/>
          <p:cNvSpPr txBox="1">
            <a:spLocks noGrp="1"/>
          </p:cNvSpPr>
          <p:nvPr>
            <p:ph type="ftr" idx="11"/>
          </p:nvPr>
        </p:nvSpPr>
        <p:spPr>
          <a:xfrm>
            <a:off x="2271713" y="8475136"/>
            <a:ext cx="2314575" cy="486833"/>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1"/>
          <p:cNvSpPr txBox="1">
            <a:spLocks noGrp="1"/>
          </p:cNvSpPr>
          <p:nvPr>
            <p:ph type="sldNum" idx="12"/>
          </p:nvPr>
        </p:nvSpPr>
        <p:spPr>
          <a:xfrm>
            <a:off x="4843463" y="8475136"/>
            <a:ext cx="1543050" cy="486833"/>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縦書きタイトルと&#10;縦書きテキスト" type="vertTitleAndTx">
  <p:cSld name="VERTICAL_TITLE_AND_VERTICAL_TEXT">
    <p:spTree>
      <p:nvGrpSpPr>
        <p:cNvPr id="1" name="Shape 74"/>
        <p:cNvGrpSpPr/>
        <p:nvPr/>
      </p:nvGrpSpPr>
      <p:grpSpPr>
        <a:xfrm>
          <a:off x="0" y="0"/>
          <a:ext cx="0" cy="0"/>
          <a:chOff x="0" y="0"/>
          <a:chExt cx="0" cy="0"/>
        </a:xfrm>
      </p:grpSpPr>
      <p:sp>
        <p:nvSpPr>
          <p:cNvPr id="75" name="Google Shape;75;p12"/>
          <p:cNvSpPr txBox="1">
            <a:spLocks noGrp="1"/>
          </p:cNvSpPr>
          <p:nvPr>
            <p:ph type="title"/>
          </p:nvPr>
        </p:nvSpPr>
        <p:spPr>
          <a:xfrm rot="5400000">
            <a:off x="1772577" y="3622015"/>
            <a:ext cx="7749117" cy="1478756"/>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2"/>
          <p:cNvSpPr txBox="1">
            <a:spLocks noGrp="1"/>
          </p:cNvSpPr>
          <p:nvPr>
            <p:ph type="body" idx="1"/>
          </p:nvPr>
        </p:nvSpPr>
        <p:spPr>
          <a:xfrm rot="5400000">
            <a:off x="-1227798" y="2186121"/>
            <a:ext cx="7749117" cy="4350544"/>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77" name="Google Shape;77;p12"/>
          <p:cNvSpPr txBox="1">
            <a:spLocks noGrp="1"/>
          </p:cNvSpPr>
          <p:nvPr>
            <p:ph type="dt" idx="10"/>
          </p:nvPr>
        </p:nvSpPr>
        <p:spPr>
          <a:xfrm>
            <a:off x="471488" y="8475136"/>
            <a:ext cx="1543050" cy="486833"/>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2"/>
          <p:cNvSpPr txBox="1">
            <a:spLocks noGrp="1"/>
          </p:cNvSpPr>
          <p:nvPr>
            <p:ph type="ftr" idx="11"/>
          </p:nvPr>
        </p:nvSpPr>
        <p:spPr>
          <a:xfrm>
            <a:off x="2271713" y="8475136"/>
            <a:ext cx="2314575" cy="486833"/>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2"/>
          <p:cNvSpPr txBox="1">
            <a:spLocks noGrp="1"/>
          </p:cNvSpPr>
          <p:nvPr>
            <p:ph type="sldNum" idx="12"/>
          </p:nvPr>
        </p:nvSpPr>
        <p:spPr>
          <a:xfrm>
            <a:off x="4843463" y="8475136"/>
            <a:ext cx="1543050" cy="486833"/>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71488" y="486836"/>
            <a:ext cx="5915025" cy="1767417"/>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Play"/>
              <a:buNone/>
              <a:defRPr sz="3300" b="0" i="0" u="none" strike="noStrike" cap="none">
                <a:solidFill>
                  <a:schemeClr val="dk1"/>
                </a:solidFill>
                <a:latin typeface="Play"/>
                <a:ea typeface="Play"/>
                <a:cs typeface="Play"/>
                <a:sym typeface="Play"/>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471488" y="2434167"/>
            <a:ext cx="5915025" cy="5801784"/>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Arial"/>
                <a:ea typeface="Arial"/>
                <a:cs typeface="Arial"/>
                <a:sym typeface="Arial"/>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Arial"/>
                <a:ea typeface="Arial"/>
                <a:cs typeface="Arial"/>
                <a:sym typeface="Arial"/>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Arial"/>
                <a:ea typeface="Arial"/>
                <a:cs typeface="Arial"/>
                <a:sym typeface="Arial"/>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Arial"/>
                <a:ea typeface="Arial"/>
                <a:cs typeface="Arial"/>
                <a:sym typeface="Arial"/>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Arial"/>
                <a:ea typeface="Arial"/>
                <a:cs typeface="Arial"/>
                <a:sym typeface="Arial"/>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Arial"/>
                <a:ea typeface="Arial"/>
                <a:cs typeface="Arial"/>
                <a:sym typeface="Arial"/>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Arial"/>
                <a:ea typeface="Arial"/>
                <a:cs typeface="Arial"/>
                <a:sym typeface="Arial"/>
              </a:defRPr>
            </a:lvl9pPr>
          </a:lstStyle>
          <a:p>
            <a:endParaRPr/>
          </a:p>
        </p:txBody>
      </p:sp>
      <p:sp>
        <p:nvSpPr>
          <p:cNvPr id="8" name="Google Shape;8;p1"/>
          <p:cNvSpPr txBox="1">
            <a:spLocks noGrp="1"/>
          </p:cNvSpPr>
          <p:nvPr>
            <p:ph type="dt" idx="10"/>
          </p:nvPr>
        </p:nvSpPr>
        <p:spPr>
          <a:xfrm>
            <a:off x="471488" y="8475136"/>
            <a:ext cx="1543050" cy="486833"/>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757575"/>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9" name="Google Shape;9;p1"/>
          <p:cNvSpPr txBox="1">
            <a:spLocks noGrp="1"/>
          </p:cNvSpPr>
          <p:nvPr>
            <p:ph type="ftr" idx="11"/>
          </p:nvPr>
        </p:nvSpPr>
        <p:spPr>
          <a:xfrm>
            <a:off x="2271713" y="8475136"/>
            <a:ext cx="2314575" cy="486833"/>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757575"/>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0" name="Google Shape;10;p1"/>
          <p:cNvSpPr txBox="1">
            <a:spLocks noGrp="1"/>
          </p:cNvSpPr>
          <p:nvPr>
            <p:ph type="sldNum" idx="12"/>
          </p:nvPr>
        </p:nvSpPr>
        <p:spPr>
          <a:xfrm>
            <a:off x="4843463" y="8475136"/>
            <a:ext cx="1543050" cy="486833"/>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757575"/>
                </a:solidFill>
                <a:latin typeface="Arial"/>
                <a:ea typeface="Arial"/>
                <a:cs typeface="Arial"/>
                <a:sym typeface="Arial"/>
              </a:defRPr>
            </a:lvl1pPr>
            <a:lvl2pPr marL="0" marR="0" lvl="1" indent="0" algn="r" rtl="0">
              <a:spcBef>
                <a:spcPts val="0"/>
              </a:spcBef>
              <a:buNone/>
              <a:defRPr sz="900" b="0" i="0" u="none" strike="noStrike" cap="none">
                <a:solidFill>
                  <a:srgbClr val="757575"/>
                </a:solidFill>
                <a:latin typeface="Arial"/>
                <a:ea typeface="Arial"/>
                <a:cs typeface="Arial"/>
                <a:sym typeface="Arial"/>
              </a:defRPr>
            </a:lvl2pPr>
            <a:lvl3pPr marL="0" marR="0" lvl="2" indent="0" algn="r" rtl="0">
              <a:spcBef>
                <a:spcPts val="0"/>
              </a:spcBef>
              <a:buNone/>
              <a:defRPr sz="900" b="0" i="0" u="none" strike="noStrike" cap="none">
                <a:solidFill>
                  <a:srgbClr val="757575"/>
                </a:solidFill>
                <a:latin typeface="Arial"/>
                <a:ea typeface="Arial"/>
                <a:cs typeface="Arial"/>
                <a:sym typeface="Arial"/>
              </a:defRPr>
            </a:lvl3pPr>
            <a:lvl4pPr marL="0" marR="0" lvl="3" indent="0" algn="r" rtl="0">
              <a:spcBef>
                <a:spcPts val="0"/>
              </a:spcBef>
              <a:buNone/>
              <a:defRPr sz="900" b="0" i="0" u="none" strike="noStrike" cap="none">
                <a:solidFill>
                  <a:srgbClr val="757575"/>
                </a:solidFill>
                <a:latin typeface="Arial"/>
                <a:ea typeface="Arial"/>
                <a:cs typeface="Arial"/>
                <a:sym typeface="Arial"/>
              </a:defRPr>
            </a:lvl4pPr>
            <a:lvl5pPr marL="0" marR="0" lvl="4" indent="0" algn="r" rtl="0">
              <a:spcBef>
                <a:spcPts val="0"/>
              </a:spcBef>
              <a:buNone/>
              <a:defRPr sz="900" b="0" i="0" u="none" strike="noStrike" cap="none">
                <a:solidFill>
                  <a:srgbClr val="757575"/>
                </a:solidFill>
                <a:latin typeface="Arial"/>
                <a:ea typeface="Arial"/>
                <a:cs typeface="Arial"/>
                <a:sym typeface="Arial"/>
              </a:defRPr>
            </a:lvl5pPr>
            <a:lvl6pPr marL="0" marR="0" lvl="5" indent="0" algn="r" rtl="0">
              <a:spcBef>
                <a:spcPts val="0"/>
              </a:spcBef>
              <a:buNone/>
              <a:defRPr sz="900" b="0" i="0" u="none" strike="noStrike" cap="none">
                <a:solidFill>
                  <a:srgbClr val="757575"/>
                </a:solidFill>
                <a:latin typeface="Arial"/>
                <a:ea typeface="Arial"/>
                <a:cs typeface="Arial"/>
                <a:sym typeface="Arial"/>
              </a:defRPr>
            </a:lvl6pPr>
            <a:lvl7pPr marL="0" marR="0" lvl="6" indent="0" algn="r" rtl="0">
              <a:spcBef>
                <a:spcPts val="0"/>
              </a:spcBef>
              <a:buNone/>
              <a:defRPr sz="900" b="0" i="0" u="none" strike="noStrike" cap="none">
                <a:solidFill>
                  <a:srgbClr val="757575"/>
                </a:solidFill>
                <a:latin typeface="Arial"/>
                <a:ea typeface="Arial"/>
                <a:cs typeface="Arial"/>
                <a:sym typeface="Arial"/>
              </a:defRPr>
            </a:lvl7pPr>
            <a:lvl8pPr marL="0" marR="0" lvl="7" indent="0" algn="r" rtl="0">
              <a:spcBef>
                <a:spcPts val="0"/>
              </a:spcBef>
              <a:buNone/>
              <a:defRPr sz="900" b="0" i="0" u="none" strike="noStrike" cap="none">
                <a:solidFill>
                  <a:srgbClr val="757575"/>
                </a:solidFill>
                <a:latin typeface="Arial"/>
                <a:ea typeface="Arial"/>
                <a:cs typeface="Arial"/>
                <a:sym typeface="Arial"/>
              </a:defRPr>
            </a:lvl8pPr>
            <a:lvl9pPr marL="0" marR="0" lvl="8" indent="0" algn="r" rtl="0">
              <a:spcBef>
                <a:spcPts val="0"/>
              </a:spcBef>
              <a:buNone/>
              <a:defRPr sz="9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3"/>
          <p:cNvSpPr/>
          <p:nvPr/>
        </p:nvSpPr>
        <p:spPr>
          <a:xfrm>
            <a:off x="33951" y="45268"/>
            <a:ext cx="6790099" cy="9053465"/>
          </a:xfrm>
          <a:prstGeom prst="rect">
            <a:avLst/>
          </a:prstGeom>
          <a:gradFill>
            <a:gsLst>
              <a:gs pos="0">
                <a:srgbClr val="EE00B0"/>
              </a:gs>
              <a:gs pos="10000">
                <a:srgbClr val="EE00B0"/>
              </a:gs>
              <a:gs pos="50000">
                <a:srgbClr val="6200E8"/>
              </a:gs>
              <a:gs pos="90000">
                <a:srgbClr val="0095E5"/>
              </a:gs>
              <a:gs pos="100000">
                <a:srgbClr val="0095E5"/>
              </a:gs>
            </a:gsLst>
            <a:lin ang="18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dirty="0">
              <a:solidFill>
                <a:schemeClr val="lt1"/>
              </a:solidFill>
              <a:latin typeface="Arial"/>
              <a:ea typeface="Arial"/>
              <a:cs typeface="Arial"/>
              <a:sym typeface="Arial"/>
            </a:endParaRPr>
          </a:p>
        </p:txBody>
      </p:sp>
      <p:sp>
        <p:nvSpPr>
          <p:cNvPr id="85" name="Google Shape;85;p13"/>
          <p:cNvSpPr/>
          <p:nvPr/>
        </p:nvSpPr>
        <p:spPr>
          <a:xfrm>
            <a:off x="16975" y="0"/>
            <a:ext cx="6858000" cy="9144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dirty="0">
              <a:solidFill>
                <a:schemeClr val="lt1"/>
              </a:solidFill>
              <a:latin typeface="Arial"/>
              <a:ea typeface="Arial"/>
              <a:cs typeface="Arial"/>
              <a:sym typeface="Arial"/>
            </a:endParaRPr>
          </a:p>
        </p:txBody>
      </p:sp>
      <p:grpSp>
        <p:nvGrpSpPr>
          <p:cNvPr id="86" name="Google Shape;86;p13"/>
          <p:cNvGrpSpPr/>
          <p:nvPr/>
        </p:nvGrpSpPr>
        <p:grpSpPr>
          <a:xfrm>
            <a:off x="0" y="0"/>
            <a:ext cx="6865269" cy="9144001"/>
            <a:chOff x="0" y="0"/>
            <a:chExt cx="6865269" cy="9144001"/>
          </a:xfrm>
        </p:grpSpPr>
        <p:sp>
          <p:nvSpPr>
            <p:cNvPr id="87" name="Google Shape;87;p13"/>
            <p:cNvSpPr/>
            <p:nvPr/>
          </p:nvSpPr>
          <p:spPr>
            <a:xfrm>
              <a:off x="0" y="0"/>
              <a:ext cx="6858000" cy="432000"/>
            </a:xfrm>
            <a:prstGeom prst="rect">
              <a:avLst/>
            </a:prstGeom>
            <a:solidFill>
              <a:srgbClr val="F2A982">
                <a:alpha val="10196"/>
              </a:srgbClr>
            </a:solidFill>
            <a:ln w="19050" cap="flat" cmpd="sng">
              <a:solidFill>
                <a:srgbClr val="7F340D"/>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dirty="0">
                <a:solidFill>
                  <a:schemeClr val="lt1"/>
                </a:solidFill>
                <a:latin typeface="Arial"/>
                <a:ea typeface="Arial"/>
                <a:cs typeface="Arial"/>
                <a:sym typeface="Arial"/>
              </a:endParaRPr>
            </a:p>
          </p:txBody>
        </p:sp>
        <p:sp>
          <p:nvSpPr>
            <p:cNvPr id="88" name="Google Shape;88;p13"/>
            <p:cNvSpPr/>
            <p:nvPr/>
          </p:nvSpPr>
          <p:spPr>
            <a:xfrm>
              <a:off x="0" y="8712000"/>
              <a:ext cx="6858000" cy="432000"/>
            </a:xfrm>
            <a:prstGeom prst="rect">
              <a:avLst/>
            </a:prstGeom>
            <a:solidFill>
              <a:srgbClr val="F2A982">
                <a:alpha val="10196"/>
              </a:srgbClr>
            </a:solidFill>
            <a:ln w="19050" cap="flat" cmpd="sng">
              <a:solidFill>
                <a:srgbClr val="7F340D"/>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dirty="0">
                <a:solidFill>
                  <a:schemeClr val="lt1"/>
                </a:solidFill>
                <a:latin typeface="Arial"/>
                <a:ea typeface="Arial"/>
                <a:cs typeface="Arial"/>
                <a:sym typeface="Arial"/>
              </a:endParaRPr>
            </a:p>
          </p:txBody>
        </p:sp>
        <p:sp>
          <p:nvSpPr>
            <p:cNvPr id="89" name="Google Shape;89;p13"/>
            <p:cNvSpPr/>
            <p:nvPr/>
          </p:nvSpPr>
          <p:spPr>
            <a:xfrm>
              <a:off x="0" y="1"/>
              <a:ext cx="540000" cy="9144000"/>
            </a:xfrm>
            <a:prstGeom prst="rect">
              <a:avLst/>
            </a:prstGeom>
            <a:solidFill>
              <a:srgbClr val="F2A982">
                <a:alpha val="10196"/>
              </a:srgbClr>
            </a:solidFill>
            <a:ln w="19050" cap="flat" cmpd="sng">
              <a:solidFill>
                <a:srgbClr val="7F340D"/>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dirty="0">
                <a:solidFill>
                  <a:schemeClr val="lt1"/>
                </a:solidFill>
                <a:latin typeface="Arial"/>
                <a:ea typeface="Arial"/>
                <a:cs typeface="Arial"/>
                <a:sym typeface="Arial"/>
              </a:endParaRPr>
            </a:p>
          </p:txBody>
        </p:sp>
        <p:sp>
          <p:nvSpPr>
            <p:cNvPr id="90" name="Google Shape;90;p13"/>
            <p:cNvSpPr/>
            <p:nvPr/>
          </p:nvSpPr>
          <p:spPr>
            <a:xfrm>
              <a:off x="6325269" y="0"/>
              <a:ext cx="540000" cy="9144000"/>
            </a:xfrm>
            <a:prstGeom prst="rect">
              <a:avLst/>
            </a:prstGeom>
            <a:solidFill>
              <a:srgbClr val="F2A982">
                <a:alpha val="10196"/>
              </a:srgbClr>
            </a:solidFill>
            <a:ln w="19050" cap="flat" cmpd="sng">
              <a:solidFill>
                <a:srgbClr val="7F340D"/>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dirty="0">
                <a:solidFill>
                  <a:schemeClr val="lt1"/>
                </a:solidFill>
                <a:latin typeface="Arial"/>
                <a:ea typeface="Arial"/>
                <a:cs typeface="Arial"/>
                <a:sym typeface="Arial"/>
              </a:endParaRPr>
            </a:p>
          </p:txBody>
        </p:sp>
      </p:grpSp>
      <p:sp>
        <p:nvSpPr>
          <p:cNvPr id="91" name="Google Shape;91;p13"/>
          <p:cNvSpPr/>
          <p:nvPr/>
        </p:nvSpPr>
        <p:spPr>
          <a:xfrm>
            <a:off x="539999" y="431999"/>
            <a:ext cx="5785269" cy="54000"/>
          </a:xfrm>
          <a:prstGeom prst="rect">
            <a:avLst/>
          </a:prstGeom>
          <a:solidFill>
            <a:schemeClr val="accent1"/>
          </a:solidFill>
          <a:ln w="19050" cap="flat" cmpd="sng">
            <a:solidFill>
              <a:srgbClr val="082836"/>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dirty="0">
              <a:solidFill>
                <a:schemeClr val="lt1"/>
              </a:solidFill>
              <a:latin typeface="Arial"/>
              <a:ea typeface="Arial"/>
              <a:cs typeface="Arial"/>
              <a:sym typeface="Arial"/>
            </a:endParaRPr>
          </a:p>
        </p:txBody>
      </p:sp>
      <p:sp>
        <p:nvSpPr>
          <p:cNvPr id="92" name="Google Shape;92;p13"/>
          <p:cNvSpPr/>
          <p:nvPr/>
        </p:nvSpPr>
        <p:spPr>
          <a:xfrm>
            <a:off x="554538" y="8661917"/>
            <a:ext cx="2592000" cy="54000"/>
          </a:xfrm>
          <a:prstGeom prst="rect">
            <a:avLst/>
          </a:prstGeom>
          <a:solidFill>
            <a:schemeClr val="accent1"/>
          </a:solidFill>
          <a:ln w="19050" cap="flat" cmpd="sng">
            <a:solidFill>
              <a:srgbClr val="082836"/>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dirty="0">
              <a:solidFill>
                <a:schemeClr val="lt1"/>
              </a:solidFill>
              <a:latin typeface="Arial"/>
              <a:ea typeface="Arial"/>
              <a:cs typeface="Arial"/>
              <a:sym typeface="Arial"/>
            </a:endParaRPr>
          </a:p>
        </p:txBody>
      </p:sp>
      <p:sp>
        <p:nvSpPr>
          <p:cNvPr id="93" name="Google Shape;93;p13"/>
          <p:cNvSpPr/>
          <p:nvPr/>
        </p:nvSpPr>
        <p:spPr>
          <a:xfrm>
            <a:off x="3734844" y="8661917"/>
            <a:ext cx="2592000" cy="54000"/>
          </a:xfrm>
          <a:prstGeom prst="rect">
            <a:avLst/>
          </a:prstGeom>
          <a:solidFill>
            <a:schemeClr val="accent1"/>
          </a:solidFill>
          <a:ln w="19050" cap="flat" cmpd="sng">
            <a:solidFill>
              <a:srgbClr val="082836"/>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dirty="0">
              <a:solidFill>
                <a:schemeClr val="lt1"/>
              </a:solidFill>
              <a:latin typeface="Arial"/>
              <a:ea typeface="Arial"/>
              <a:cs typeface="Arial"/>
              <a:sym typeface="Arial"/>
            </a:endParaRPr>
          </a:p>
        </p:txBody>
      </p:sp>
      <p:sp>
        <p:nvSpPr>
          <p:cNvPr id="94" name="Google Shape;94;p13"/>
          <p:cNvSpPr txBox="1"/>
          <p:nvPr/>
        </p:nvSpPr>
        <p:spPr>
          <a:xfrm>
            <a:off x="3163826" y="8511531"/>
            <a:ext cx="575734" cy="369332"/>
          </a:xfrm>
          <a:prstGeom prst="rect">
            <a:avLst/>
          </a:prstGeom>
          <a:noFill/>
          <a:ln>
            <a:noFill/>
          </a:ln>
        </p:spPr>
        <p:txBody>
          <a:bodyPr spcFirstLastPara="1" wrap="square" lIns="91425" tIns="45700" rIns="91425" bIns="45700" anchor="ctr" anchorCtr="0">
            <a:spAutoFit/>
          </a:bodyPr>
          <a:lstStyle/>
          <a:p>
            <a:pPr marL="0" marR="0" lvl="0" indent="0" algn="ctr" rtl="0">
              <a:spcBef>
                <a:spcPts val="0"/>
              </a:spcBef>
              <a:spcAft>
                <a:spcPts val="0"/>
              </a:spcAft>
              <a:buNone/>
            </a:pPr>
            <a:r>
              <a:rPr lang="en-US" sz="1800" b="0" i="0" u="none" strike="noStrike" cap="none" dirty="0">
                <a:solidFill>
                  <a:schemeClr val="dk1"/>
                </a:solidFill>
                <a:latin typeface="Arial"/>
                <a:ea typeface="Arial"/>
                <a:cs typeface="Arial"/>
                <a:sym typeface="Arial"/>
              </a:rPr>
              <a:t>1</a:t>
            </a:r>
            <a:endParaRPr sz="1800" b="0" i="0" u="none" strike="noStrike" cap="none" dirty="0">
              <a:solidFill>
                <a:schemeClr val="dk1"/>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8"/>
        <p:cNvGrpSpPr/>
        <p:nvPr/>
      </p:nvGrpSpPr>
      <p:grpSpPr>
        <a:xfrm>
          <a:off x="0" y="0"/>
          <a:ext cx="0" cy="0"/>
          <a:chOff x="0" y="0"/>
          <a:chExt cx="0" cy="0"/>
        </a:xfrm>
      </p:grpSpPr>
      <p:sp>
        <p:nvSpPr>
          <p:cNvPr id="99" name="Google Shape;99;p14"/>
          <p:cNvSpPr/>
          <p:nvPr/>
        </p:nvSpPr>
        <p:spPr>
          <a:xfrm>
            <a:off x="67565" y="90087"/>
            <a:ext cx="6722870" cy="8963827"/>
          </a:xfrm>
          <a:prstGeom prst="rect">
            <a:avLst/>
          </a:prstGeom>
          <a:gradFill>
            <a:gsLst>
              <a:gs pos="0">
                <a:srgbClr val="EE00B0"/>
              </a:gs>
              <a:gs pos="10000">
                <a:srgbClr val="EE00B0"/>
              </a:gs>
              <a:gs pos="50000">
                <a:srgbClr val="6200E8"/>
              </a:gs>
              <a:gs pos="90000">
                <a:srgbClr val="0095E5"/>
              </a:gs>
              <a:gs pos="100000">
                <a:srgbClr val="0095E5"/>
              </a:gs>
            </a:gsLst>
            <a:lin ang="18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dirty="0">
              <a:solidFill>
                <a:schemeClr val="lt1"/>
              </a:solidFill>
              <a:latin typeface="Arial"/>
              <a:ea typeface="Arial"/>
              <a:cs typeface="Arial"/>
              <a:sym typeface="Arial"/>
            </a:endParaRPr>
          </a:p>
        </p:txBody>
      </p:sp>
      <p:sp>
        <p:nvSpPr>
          <p:cNvPr id="100" name="Google Shape;100;p14"/>
          <p:cNvSpPr/>
          <p:nvPr/>
        </p:nvSpPr>
        <p:spPr>
          <a:xfrm>
            <a:off x="13088" y="17022"/>
            <a:ext cx="6858000" cy="9144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dirty="0">
              <a:solidFill>
                <a:schemeClr val="lt1"/>
              </a:solidFill>
              <a:latin typeface="Arial"/>
              <a:ea typeface="Arial"/>
              <a:cs typeface="Arial"/>
              <a:sym typeface="Arial"/>
            </a:endParaRPr>
          </a:p>
        </p:txBody>
      </p:sp>
      <p:grpSp>
        <p:nvGrpSpPr>
          <p:cNvPr id="101" name="Google Shape;101;p14"/>
          <p:cNvGrpSpPr/>
          <p:nvPr/>
        </p:nvGrpSpPr>
        <p:grpSpPr>
          <a:xfrm>
            <a:off x="0" y="0"/>
            <a:ext cx="6865269" cy="9144001"/>
            <a:chOff x="0" y="0"/>
            <a:chExt cx="6865269" cy="9144001"/>
          </a:xfrm>
        </p:grpSpPr>
        <p:sp>
          <p:nvSpPr>
            <p:cNvPr id="102" name="Google Shape;102;p14"/>
            <p:cNvSpPr/>
            <p:nvPr/>
          </p:nvSpPr>
          <p:spPr>
            <a:xfrm>
              <a:off x="0" y="0"/>
              <a:ext cx="6858000" cy="432000"/>
            </a:xfrm>
            <a:prstGeom prst="rect">
              <a:avLst/>
            </a:prstGeom>
            <a:solidFill>
              <a:srgbClr val="F2A982">
                <a:alpha val="10196"/>
              </a:srgbClr>
            </a:solidFill>
            <a:ln w="19050" cap="flat" cmpd="sng">
              <a:solidFill>
                <a:srgbClr val="7F340D"/>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dirty="0">
                <a:solidFill>
                  <a:schemeClr val="lt1"/>
                </a:solidFill>
                <a:latin typeface="Arial"/>
                <a:ea typeface="Arial"/>
                <a:cs typeface="Arial"/>
                <a:sym typeface="Arial"/>
              </a:endParaRPr>
            </a:p>
          </p:txBody>
        </p:sp>
        <p:sp>
          <p:nvSpPr>
            <p:cNvPr id="103" name="Google Shape;103;p14"/>
            <p:cNvSpPr/>
            <p:nvPr/>
          </p:nvSpPr>
          <p:spPr>
            <a:xfrm>
              <a:off x="0" y="8712000"/>
              <a:ext cx="6858000" cy="432000"/>
            </a:xfrm>
            <a:prstGeom prst="rect">
              <a:avLst/>
            </a:prstGeom>
            <a:solidFill>
              <a:srgbClr val="F2A982">
                <a:alpha val="10196"/>
              </a:srgbClr>
            </a:solidFill>
            <a:ln w="19050" cap="flat" cmpd="sng">
              <a:solidFill>
                <a:srgbClr val="7F340D"/>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dirty="0">
                <a:solidFill>
                  <a:schemeClr val="lt1"/>
                </a:solidFill>
                <a:latin typeface="Arial"/>
                <a:ea typeface="Arial"/>
                <a:cs typeface="Arial"/>
                <a:sym typeface="Arial"/>
              </a:endParaRPr>
            </a:p>
          </p:txBody>
        </p:sp>
        <p:sp>
          <p:nvSpPr>
            <p:cNvPr id="104" name="Google Shape;104;p14"/>
            <p:cNvSpPr/>
            <p:nvPr/>
          </p:nvSpPr>
          <p:spPr>
            <a:xfrm>
              <a:off x="0" y="1"/>
              <a:ext cx="540000" cy="9144000"/>
            </a:xfrm>
            <a:prstGeom prst="rect">
              <a:avLst/>
            </a:prstGeom>
            <a:solidFill>
              <a:srgbClr val="F2A982">
                <a:alpha val="10196"/>
              </a:srgbClr>
            </a:solidFill>
            <a:ln w="19050" cap="flat" cmpd="sng">
              <a:solidFill>
                <a:srgbClr val="7F340D"/>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dirty="0">
                <a:solidFill>
                  <a:schemeClr val="lt1"/>
                </a:solidFill>
                <a:latin typeface="Arial"/>
                <a:ea typeface="Arial"/>
                <a:cs typeface="Arial"/>
                <a:sym typeface="Arial"/>
              </a:endParaRPr>
            </a:p>
          </p:txBody>
        </p:sp>
        <p:sp>
          <p:nvSpPr>
            <p:cNvPr id="105" name="Google Shape;105;p14"/>
            <p:cNvSpPr/>
            <p:nvPr/>
          </p:nvSpPr>
          <p:spPr>
            <a:xfrm>
              <a:off x="6325269" y="0"/>
              <a:ext cx="540000" cy="9144000"/>
            </a:xfrm>
            <a:prstGeom prst="rect">
              <a:avLst/>
            </a:prstGeom>
            <a:solidFill>
              <a:srgbClr val="F2A982">
                <a:alpha val="10196"/>
              </a:srgbClr>
            </a:solidFill>
            <a:ln w="19050" cap="flat" cmpd="sng">
              <a:solidFill>
                <a:srgbClr val="7F340D"/>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dirty="0">
                <a:solidFill>
                  <a:schemeClr val="lt1"/>
                </a:solidFill>
                <a:latin typeface="Arial"/>
                <a:ea typeface="Arial"/>
                <a:cs typeface="Arial"/>
                <a:sym typeface="Arial"/>
              </a:endParaRPr>
            </a:p>
          </p:txBody>
        </p:sp>
      </p:grpSp>
      <p:sp>
        <p:nvSpPr>
          <p:cNvPr id="106" name="Google Shape;106;p14"/>
          <p:cNvSpPr/>
          <p:nvPr/>
        </p:nvSpPr>
        <p:spPr>
          <a:xfrm>
            <a:off x="554538" y="8661917"/>
            <a:ext cx="2592000" cy="54000"/>
          </a:xfrm>
          <a:prstGeom prst="rect">
            <a:avLst/>
          </a:prstGeom>
          <a:solidFill>
            <a:schemeClr val="accent1"/>
          </a:solidFill>
          <a:ln w="19050" cap="flat" cmpd="sng">
            <a:solidFill>
              <a:srgbClr val="082836"/>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dirty="0">
              <a:solidFill>
                <a:schemeClr val="lt1"/>
              </a:solidFill>
              <a:latin typeface="Arial"/>
              <a:ea typeface="Arial"/>
              <a:cs typeface="Arial"/>
              <a:sym typeface="Arial"/>
            </a:endParaRPr>
          </a:p>
        </p:txBody>
      </p:sp>
      <p:sp>
        <p:nvSpPr>
          <p:cNvPr id="107" name="Google Shape;107;p14"/>
          <p:cNvSpPr/>
          <p:nvPr/>
        </p:nvSpPr>
        <p:spPr>
          <a:xfrm>
            <a:off x="3734844" y="8661917"/>
            <a:ext cx="2592000" cy="54000"/>
          </a:xfrm>
          <a:prstGeom prst="rect">
            <a:avLst/>
          </a:prstGeom>
          <a:solidFill>
            <a:schemeClr val="accent1"/>
          </a:solidFill>
          <a:ln w="19050" cap="flat" cmpd="sng">
            <a:solidFill>
              <a:srgbClr val="082836"/>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dirty="0">
              <a:solidFill>
                <a:schemeClr val="lt1"/>
              </a:solidFill>
              <a:latin typeface="Arial"/>
              <a:ea typeface="Arial"/>
              <a:cs typeface="Arial"/>
              <a:sym typeface="Arial"/>
            </a:endParaRPr>
          </a:p>
        </p:txBody>
      </p:sp>
      <p:sp>
        <p:nvSpPr>
          <p:cNvPr id="108" name="Google Shape;108;p14"/>
          <p:cNvSpPr txBox="1"/>
          <p:nvPr/>
        </p:nvSpPr>
        <p:spPr>
          <a:xfrm>
            <a:off x="3163826" y="8511531"/>
            <a:ext cx="575734" cy="369332"/>
          </a:xfrm>
          <a:prstGeom prst="rect">
            <a:avLst/>
          </a:prstGeom>
          <a:noFill/>
          <a:ln>
            <a:noFill/>
          </a:ln>
        </p:spPr>
        <p:txBody>
          <a:bodyPr spcFirstLastPara="1" wrap="square" lIns="91425" tIns="45700" rIns="91425" bIns="45700" anchor="ctr" anchorCtr="0">
            <a:spAutoFit/>
          </a:bodyPr>
          <a:lstStyle/>
          <a:p>
            <a:pPr marL="0" marR="0" lvl="0" indent="0" algn="ctr" rtl="0">
              <a:spcBef>
                <a:spcPts val="0"/>
              </a:spcBef>
              <a:spcAft>
                <a:spcPts val="0"/>
              </a:spcAft>
              <a:buNone/>
            </a:pPr>
            <a:r>
              <a:rPr lang="en-US" sz="1800" b="0" i="0" u="none" strike="noStrike" cap="none" dirty="0">
                <a:solidFill>
                  <a:schemeClr val="dk1"/>
                </a:solidFill>
                <a:latin typeface="Jost" pitchFamily="2" charset="0"/>
                <a:ea typeface="Jost" pitchFamily="2" charset="0"/>
                <a:sym typeface="Arial"/>
              </a:rPr>
              <a:t>1</a:t>
            </a:r>
            <a:endParaRPr sz="1800" b="0" i="0" u="none" strike="noStrike" cap="none" dirty="0">
              <a:solidFill>
                <a:schemeClr val="dk1"/>
              </a:solidFill>
              <a:latin typeface="Jost" pitchFamily="2" charset="0"/>
              <a:ea typeface="Jost" pitchFamily="2" charset="0"/>
              <a:sym typeface="Arial"/>
            </a:endParaRPr>
          </a:p>
        </p:txBody>
      </p:sp>
      <p:sp>
        <p:nvSpPr>
          <p:cNvPr id="109" name="Google Shape;109;p14"/>
          <p:cNvSpPr txBox="1"/>
          <p:nvPr/>
        </p:nvSpPr>
        <p:spPr>
          <a:xfrm>
            <a:off x="1012140" y="843788"/>
            <a:ext cx="5246398" cy="553957"/>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3000" i="0" u="none" strike="noStrike" cap="none" dirty="0">
                <a:solidFill>
                  <a:schemeClr val="dk1"/>
                </a:solidFill>
                <a:latin typeface="Jost SemiBold" pitchFamily="2" charset="0"/>
                <a:ea typeface="Jost SemiBold" pitchFamily="2" charset="0"/>
                <a:cs typeface="Segoe UI Semibold" panose="020B0702040204020203" pitchFamily="34" charset="0"/>
                <a:sym typeface="Quattrocento Sans"/>
              </a:rPr>
              <a:t>FlexChroma</a:t>
            </a:r>
            <a:r>
              <a:rPr lang="en-US" sz="2800" i="0" u="none" strike="noStrike" cap="none" dirty="0">
                <a:solidFill>
                  <a:schemeClr val="dk1"/>
                </a:solidFill>
                <a:latin typeface="Jost" pitchFamily="2" charset="0"/>
                <a:ea typeface="Jost" pitchFamily="2" charset="0"/>
                <a:cs typeface="Segoe UI Semibold" panose="020B0702040204020203" pitchFamily="34" charset="0"/>
                <a:sym typeface="IBM Plex Sans JP"/>
              </a:rPr>
              <a:t> </a:t>
            </a:r>
            <a:r>
              <a:rPr lang="en-US" sz="2200" i="0" u="none" strike="noStrike" cap="none" dirty="0">
                <a:solidFill>
                  <a:schemeClr val="dk1"/>
                </a:solidFill>
                <a:latin typeface="Jost Medium" pitchFamily="2" charset="0"/>
                <a:ea typeface="Jost Medium" pitchFamily="2" charset="0"/>
                <a:cs typeface="Segoe UI Semibold" panose="020B0702040204020203" pitchFamily="34" charset="0"/>
                <a:sym typeface="IBM Plex Sans JP"/>
              </a:rPr>
              <a:t>Blend</a:t>
            </a:r>
            <a:r>
              <a:rPr lang="en-US" sz="2200" dirty="0">
                <a:solidFill>
                  <a:schemeClr val="dk1"/>
                </a:solidFill>
                <a:latin typeface="Jost Medium" pitchFamily="2" charset="0"/>
                <a:ea typeface="Jost Medium" pitchFamily="2" charset="0"/>
                <a:cs typeface="Segoe UI Semibold" panose="020B0702040204020203" pitchFamily="34" charset="0"/>
                <a:sym typeface="IBM Plex Sans JP"/>
              </a:rPr>
              <a:t> Filament Guide</a:t>
            </a:r>
            <a:endParaRPr sz="2200" dirty="0">
              <a:solidFill>
                <a:schemeClr val="dk1"/>
              </a:solidFill>
              <a:latin typeface="Jost Medium" pitchFamily="2" charset="0"/>
              <a:ea typeface="Jost Medium" pitchFamily="2" charset="0"/>
              <a:cs typeface="Segoe UI Semibold" panose="020B0702040204020203" pitchFamily="34" charset="0"/>
              <a:sym typeface="IBM Plex Sans JP"/>
            </a:endParaRPr>
          </a:p>
        </p:txBody>
      </p:sp>
      <p:sp>
        <p:nvSpPr>
          <p:cNvPr id="110" name="Google Shape;110;p14"/>
          <p:cNvSpPr/>
          <p:nvPr/>
        </p:nvSpPr>
        <p:spPr>
          <a:xfrm>
            <a:off x="566175" y="3074681"/>
            <a:ext cx="204600" cy="204600"/>
          </a:xfrm>
          <a:prstGeom prst="ellipse">
            <a:avLst/>
          </a:prstGeom>
          <a:solidFill>
            <a:schemeClr val="accent1"/>
          </a:solidFill>
          <a:ln w="19050" cap="flat" cmpd="sng">
            <a:solidFill>
              <a:srgbClr val="082836"/>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dirty="0">
              <a:solidFill>
                <a:schemeClr val="lt1"/>
              </a:solidFill>
              <a:latin typeface="Arial"/>
              <a:ea typeface="Arial"/>
              <a:cs typeface="Arial"/>
              <a:sym typeface="Arial"/>
            </a:endParaRPr>
          </a:p>
        </p:txBody>
      </p:sp>
      <p:sp>
        <p:nvSpPr>
          <p:cNvPr id="111" name="Google Shape;111;p14"/>
          <p:cNvSpPr txBox="1"/>
          <p:nvPr/>
        </p:nvSpPr>
        <p:spPr>
          <a:xfrm>
            <a:off x="743949" y="3012364"/>
            <a:ext cx="2055371"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dirty="0">
                <a:solidFill>
                  <a:schemeClr val="dk1"/>
                </a:solidFill>
                <a:latin typeface="Noto Sans JP" panose="020B0200000000000000" pitchFamily="50" charset="-128"/>
                <a:ea typeface="Noto Sans JP" panose="020B0200000000000000" pitchFamily="50" charset="-128"/>
                <a:cs typeface="IBM Plex Sans JP SemiBold"/>
                <a:sym typeface="IBM Plex Sans JP SemiBold"/>
              </a:rPr>
              <a:t>１．はじめに </a:t>
            </a:r>
            <a:endParaRPr sz="2000" b="1" dirty="0">
              <a:solidFill>
                <a:schemeClr val="dk1"/>
              </a:solidFill>
              <a:latin typeface="Noto Sans JP" panose="020B0200000000000000" pitchFamily="50" charset="-128"/>
              <a:ea typeface="Noto Sans JP" panose="020B0200000000000000" pitchFamily="50" charset="-128"/>
              <a:cs typeface="IBM Plex Sans JP SemiBold"/>
              <a:sym typeface="IBM Plex Sans JP SemiBold"/>
            </a:endParaRPr>
          </a:p>
        </p:txBody>
      </p:sp>
      <p:sp>
        <p:nvSpPr>
          <p:cNvPr id="112" name="Google Shape;112;p14"/>
          <p:cNvSpPr txBox="1"/>
          <p:nvPr/>
        </p:nvSpPr>
        <p:spPr>
          <a:xfrm>
            <a:off x="668508" y="3558071"/>
            <a:ext cx="5649600" cy="7620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b="1" dirty="0" err="1">
                <a:solidFill>
                  <a:schemeClr val="dk1"/>
                </a:solidFill>
                <a:latin typeface="Noto Sans JP" panose="020B0200000000000000" pitchFamily="50" charset="-128"/>
                <a:ea typeface="Noto Sans JP" panose="020B0200000000000000" pitchFamily="50" charset="-128"/>
                <a:cs typeface="Quattrocento Sans"/>
                <a:sym typeface="Quattrocento Sans"/>
              </a:rPr>
              <a:t>ブランド概要</a:t>
            </a:r>
            <a:r>
              <a:rPr lang="en-US" sz="1200" b="1" dirty="0">
                <a:solidFill>
                  <a:schemeClr val="dk1"/>
                </a:solidFill>
                <a:latin typeface="Noto Sans JP" panose="020B0200000000000000" pitchFamily="50" charset="-128"/>
                <a:ea typeface="Noto Sans JP" panose="020B0200000000000000" pitchFamily="50" charset="-128"/>
                <a:cs typeface="Quattrocento Sans"/>
                <a:sym typeface="Quattrocento Sans"/>
              </a:rPr>
              <a:t> </a:t>
            </a:r>
            <a:endParaRPr sz="1200" b="1" dirty="0">
              <a:solidFill>
                <a:schemeClr val="dk1"/>
              </a:solidFill>
              <a:latin typeface="Noto Sans JP" panose="020B0200000000000000" pitchFamily="50" charset="-128"/>
              <a:ea typeface="Noto Sans JP" panose="020B0200000000000000" pitchFamily="50" charset="-128"/>
              <a:cs typeface="Quattrocento Sans"/>
              <a:sym typeface="Quattrocento Sans"/>
            </a:endParaRPr>
          </a:p>
          <a:p>
            <a:pPr marL="0" marR="0" lvl="0" indent="0" algn="l" rtl="0">
              <a:spcBef>
                <a:spcPts val="0"/>
              </a:spcBef>
              <a:spcAft>
                <a:spcPts val="0"/>
              </a:spcAft>
              <a:buNone/>
            </a:pPr>
            <a:r>
              <a:rPr lang="en-US" sz="1050" dirty="0" err="1">
                <a:solidFill>
                  <a:schemeClr val="dk1"/>
                </a:solidFill>
                <a:latin typeface="Jost SemiBold" pitchFamily="2" charset="0"/>
                <a:ea typeface="Jost SemiBold" pitchFamily="2" charset="0"/>
                <a:cs typeface="Quattrocento Sans"/>
                <a:sym typeface="Quattrocento Sans"/>
              </a:rPr>
              <a:t>FlexChroma</a:t>
            </a:r>
            <a:r>
              <a:rPr lang="en-US" sz="1050" dirty="0" err="1">
                <a:solidFill>
                  <a:schemeClr val="dk1"/>
                </a:solidFill>
                <a:latin typeface="Noto Sans JP" panose="020B0200000000000000" pitchFamily="50" charset="-128"/>
                <a:ea typeface="Noto Sans JP" panose="020B0200000000000000" pitchFamily="50" charset="-128"/>
                <a:cs typeface="Quattrocento Sans"/>
                <a:sym typeface="Quattrocento Sans"/>
              </a:rPr>
              <a:t>は既存のフィラメントの持つ色では満足できない人だけでなく、保有フィラメントが少ないせいで創造性を十分に</a:t>
            </a:r>
            <a:r>
              <a:rPr lang="en-US" sz="1050" dirty="0">
                <a:solidFill>
                  <a:schemeClr val="dk1"/>
                </a:solidFill>
                <a:latin typeface="Noto Sans JP" panose="020B0200000000000000" pitchFamily="50" charset="-128"/>
                <a:ea typeface="Noto Sans JP" panose="020B0200000000000000" pitchFamily="50" charset="-128"/>
                <a:cs typeface="Quattrocento Sans"/>
                <a:sym typeface="Quattrocento Sans"/>
              </a:rPr>
              <a:t> </a:t>
            </a:r>
            <a:r>
              <a:rPr lang="en-US" sz="1050" dirty="0" err="1">
                <a:solidFill>
                  <a:schemeClr val="dk1"/>
                </a:solidFill>
                <a:latin typeface="Noto Sans JP" panose="020B0200000000000000" pitchFamily="50" charset="-128"/>
                <a:ea typeface="Noto Sans JP" panose="020B0200000000000000" pitchFamily="50" charset="-128"/>
                <a:cs typeface="Quattrocento Sans"/>
                <a:sym typeface="Quattrocento Sans"/>
              </a:rPr>
              <a:t>発揮できていない人に向けた、色の自由度を開放するブランドです</a:t>
            </a:r>
            <a:r>
              <a:rPr lang="en-US" sz="1050" dirty="0">
                <a:solidFill>
                  <a:schemeClr val="dk1"/>
                </a:solidFill>
                <a:latin typeface="Noto Sans JP" panose="020B0200000000000000" pitchFamily="50" charset="-128"/>
                <a:ea typeface="Noto Sans JP" panose="020B0200000000000000" pitchFamily="50" charset="-128"/>
                <a:cs typeface="Quattrocento Sans"/>
                <a:sym typeface="Quattrocento Sans"/>
              </a:rPr>
              <a:t>。 </a:t>
            </a:r>
            <a:endParaRPr sz="1050" b="1" dirty="0">
              <a:solidFill>
                <a:schemeClr val="dk1"/>
              </a:solidFill>
              <a:latin typeface="Noto Sans JP" panose="020B0200000000000000" pitchFamily="50" charset="-128"/>
              <a:ea typeface="Noto Sans JP" panose="020B0200000000000000" pitchFamily="50" charset="-128"/>
              <a:cs typeface="IBM Plex Sans JP"/>
              <a:sym typeface="IBM Plex Sans JP"/>
            </a:endParaRPr>
          </a:p>
        </p:txBody>
      </p:sp>
      <p:grpSp>
        <p:nvGrpSpPr>
          <p:cNvPr id="113" name="Google Shape;113;p14"/>
          <p:cNvGrpSpPr/>
          <p:nvPr/>
        </p:nvGrpSpPr>
        <p:grpSpPr>
          <a:xfrm>
            <a:off x="826610" y="441444"/>
            <a:ext cx="5260583" cy="400120"/>
            <a:chOff x="1042026" y="430737"/>
            <a:chExt cx="4781214" cy="377792"/>
          </a:xfrm>
        </p:grpSpPr>
        <p:sp>
          <p:nvSpPr>
            <p:cNvPr id="114" name="Google Shape;114;p14"/>
            <p:cNvSpPr/>
            <p:nvPr/>
          </p:nvSpPr>
          <p:spPr>
            <a:xfrm>
              <a:off x="1042026" y="430737"/>
              <a:ext cx="4781214" cy="377792"/>
            </a:xfrm>
            <a:prstGeom prst="round2SameRect">
              <a:avLst>
                <a:gd name="adj1" fmla="val 50000"/>
                <a:gd name="adj2" fmla="val 0"/>
              </a:avLst>
            </a:prstGeom>
            <a:solidFill>
              <a:schemeClr val="accent1"/>
            </a:solidFill>
            <a:ln w="20175" cap="flat" cmpd="sng">
              <a:solidFill>
                <a:srgbClr val="082836"/>
              </a:solidFill>
              <a:prstDash val="solid"/>
              <a:miter lim="8000"/>
              <a:headEnd type="none" w="sm" len="sm"/>
              <a:tailEnd type="none" w="sm" len="sm"/>
            </a:ln>
          </p:spPr>
          <p:txBody>
            <a:bodyPr spcFirstLastPara="1" wrap="square" lIns="96825" tIns="48400" rIns="96825" bIns="48400" anchor="ctr" anchorCtr="0">
              <a:noAutofit/>
            </a:bodyPr>
            <a:lstStyle/>
            <a:p>
              <a:pPr marL="0" marR="0" lvl="0" indent="0" algn="ctr" rtl="0">
                <a:spcBef>
                  <a:spcPts val="0"/>
                </a:spcBef>
                <a:spcAft>
                  <a:spcPts val="0"/>
                </a:spcAft>
                <a:buNone/>
              </a:pPr>
              <a:endParaRPr sz="1906">
                <a:solidFill>
                  <a:schemeClr val="lt1"/>
                </a:solidFill>
                <a:latin typeface="Arial"/>
                <a:ea typeface="Arial"/>
                <a:cs typeface="Arial"/>
                <a:sym typeface="Arial"/>
              </a:endParaRPr>
            </a:p>
          </p:txBody>
        </p:sp>
        <p:sp>
          <p:nvSpPr>
            <p:cNvPr id="115" name="Google Shape;115;p14"/>
            <p:cNvSpPr/>
            <p:nvPr/>
          </p:nvSpPr>
          <p:spPr>
            <a:xfrm>
              <a:off x="1042026" y="697920"/>
              <a:ext cx="4781214" cy="110609"/>
            </a:xfrm>
            <a:prstGeom prst="round2SameRect">
              <a:avLst>
                <a:gd name="adj1" fmla="val 50000"/>
                <a:gd name="adj2" fmla="val 0"/>
              </a:avLst>
            </a:prstGeom>
            <a:solidFill>
              <a:schemeClr val="accent1"/>
            </a:solidFill>
            <a:ln w="20175" cap="flat" cmpd="sng">
              <a:solidFill>
                <a:srgbClr val="082836"/>
              </a:solidFill>
              <a:prstDash val="solid"/>
              <a:miter lim="8000"/>
              <a:headEnd type="none" w="sm" len="sm"/>
              <a:tailEnd type="none" w="sm" len="sm"/>
            </a:ln>
          </p:spPr>
          <p:txBody>
            <a:bodyPr spcFirstLastPara="1" wrap="square" lIns="96825" tIns="48400" rIns="96825" bIns="48400" anchor="ctr" anchorCtr="0">
              <a:noAutofit/>
            </a:bodyPr>
            <a:lstStyle/>
            <a:p>
              <a:pPr marL="0" marR="0" lvl="0" indent="0" algn="ctr" rtl="0">
                <a:spcBef>
                  <a:spcPts val="0"/>
                </a:spcBef>
                <a:spcAft>
                  <a:spcPts val="0"/>
                </a:spcAft>
                <a:buNone/>
              </a:pPr>
              <a:endParaRPr sz="1906">
                <a:solidFill>
                  <a:schemeClr val="lt1"/>
                </a:solidFill>
                <a:latin typeface="Arial"/>
                <a:ea typeface="Arial"/>
                <a:cs typeface="Arial"/>
                <a:sym typeface="Arial"/>
              </a:endParaRPr>
            </a:p>
          </p:txBody>
        </p:sp>
      </p:grpSp>
      <p:grpSp>
        <p:nvGrpSpPr>
          <p:cNvPr id="116" name="Google Shape;116;p14"/>
          <p:cNvGrpSpPr/>
          <p:nvPr/>
        </p:nvGrpSpPr>
        <p:grpSpPr>
          <a:xfrm rot="10800000">
            <a:off x="826608" y="2224664"/>
            <a:ext cx="5260584" cy="377792"/>
            <a:chOff x="1042026" y="430737"/>
            <a:chExt cx="4781214" cy="377792"/>
          </a:xfrm>
        </p:grpSpPr>
        <p:sp>
          <p:nvSpPr>
            <p:cNvPr id="117" name="Google Shape;117;p14"/>
            <p:cNvSpPr/>
            <p:nvPr/>
          </p:nvSpPr>
          <p:spPr>
            <a:xfrm>
              <a:off x="1042026" y="430737"/>
              <a:ext cx="4781214" cy="377792"/>
            </a:xfrm>
            <a:prstGeom prst="round2SameRect">
              <a:avLst>
                <a:gd name="adj1" fmla="val 50000"/>
                <a:gd name="adj2" fmla="val 0"/>
              </a:avLst>
            </a:prstGeom>
            <a:solidFill>
              <a:schemeClr val="accent1"/>
            </a:solidFill>
            <a:ln w="19050" cap="flat" cmpd="sng">
              <a:solidFill>
                <a:srgbClr val="082836"/>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18" name="Google Shape;118;p14"/>
            <p:cNvSpPr/>
            <p:nvPr/>
          </p:nvSpPr>
          <p:spPr>
            <a:xfrm>
              <a:off x="1042026" y="697920"/>
              <a:ext cx="4781214" cy="110609"/>
            </a:xfrm>
            <a:prstGeom prst="round2SameRect">
              <a:avLst>
                <a:gd name="adj1" fmla="val 50000"/>
                <a:gd name="adj2" fmla="val 0"/>
              </a:avLst>
            </a:prstGeom>
            <a:solidFill>
              <a:schemeClr val="accent1"/>
            </a:solidFill>
            <a:ln w="19050" cap="flat" cmpd="sng">
              <a:solidFill>
                <a:srgbClr val="082836"/>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grpSp>
      <p:sp>
        <p:nvSpPr>
          <p:cNvPr id="119" name="Google Shape;119;p14"/>
          <p:cNvSpPr txBox="1"/>
          <p:nvPr/>
        </p:nvSpPr>
        <p:spPr>
          <a:xfrm>
            <a:off x="1515655" y="1444411"/>
            <a:ext cx="3826689" cy="33855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600" dirty="0">
                <a:solidFill>
                  <a:schemeClr val="dk1"/>
                </a:solidFill>
                <a:latin typeface="Jost" pitchFamily="2" charset="0"/>
                <a:ea typeface="Jost" pitchFamily="2" charset="0"/>
                <a:cs typeface="Segoe UI Semibold" panose="020B0702040204020203" pitchFamily="34" charset="0"/>
                <a:sym typeface="IBM Plex Sans JP"/>
              </a:rPr>
              <a:t>-  Print Colors You Imagine. -</a:t>
            </a:r>
            <a:endParaRPr sz="1600" dirty="0">
              <a:solidFill>
                <a:schemeClr val="dk1"/>
              </a:solidFill>
              <a:latin typeface="Jost" pitchFamily="2" charset="0"/>
              <a:ea typeface="Jost" pitchFamily="2" charset="0"/>
              <a:cs typeface="Segoe UI Semibold" panose="020B0702040204020203" pitchFamily="34" charset="0"/>
              <a:sym typeface="IBM Plex Sans JP"/>
            </a:endParaRPr>
          </a:p>
        </p:txBody>
      </p:sp>
      <p:sp>
        <p:nvSpPr>
          <p:cNvPr id="120" name="Google Shape;120;p14"/>
          <p:cNvSpPr txBox="1"/>
          <p:nvPr/>
        </p:nvSpPr>
        <p:spPr>
          <a:xfrm>
            <a:off x="2428662" y="1849925"/>
            <a:ext cx="1989600" cy="3078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dirty="0">
                <a:solidFill>
                  <a:schemeClr val="dk1"/>
                </a:solidFill>
                <a:latin typeface="Jost" pitchFamily="2" charset="0"/>
                <a:ea typeface="Jost" pitchFamily="2" charset="0"/>
                <a:cs typeface="IBM Plex Sans JP"/>
                <a:sym typeface="IBM Plex Sans JP"/>
              </a:rPr>
              <a:t>Ver.</a:t>
            </a:r>
            <a:r>
              <a:rPr lang="en-US" altLang="ja-JP" sz="1400" dirty="0">
                <a:solidFill>
                  <a:schemeClr val="dk1"/>
                </a:solidFill>
                <a:latin typeface="Jost" pitchFamily="2" charset="0"/>
                <a:ea typeface="Jost" pitchFamily="2" charset="0"/>
                <a:cs typeface="IBM Plex Sans JP"/>
                <a:sym typeface="IBM Plex Sans JP"/>
              </a:rPr>
              <a:t>2</a:t>
            </a:r>
            <a:r>
              <a:rPr lang="en-US" sz="1400" dirty="0">
                <a:solidFill>
                  <a:schemeClr val="dk1"/>
                </a:solidFill>
                <a:latin typeface="Jost" pitchFamily="2" charset="0"/>
                <a:ea typeface="Jost" pitchFamily="2" charset="0"/>
                <a:cs typeface="IBM Plex Sans JP"/>
                <a:sym typeface="IBM Plex Sans JP"/>
              </a:rPr>
              <a:t>.11  2026.9.</a:t>
            </a:r>
            <a:r>
              <a:rPr lang="en-US" dirty="0">
                <a:solidFill>
                  <a:schemeClr val="dk1"/>
                </a:solidFill>
                <a:latin typeface="Jost" pitchFamily="2" charset="0"/>
                <a:ea typeface="Jost" pitchFamily="2" charset="0"/>
                <a:cs typeface="IBM Plex Sans JP"/>
                <a:sym typeface="IBM Plex Sans JP"/>
              </a:rPr>
              <a:t>1</a:t>
            </a:r>
            <a:r>
              <a:rPr lang="en-US" altLang="ja-JP" dirty="0">
                <a:solidFill>
                  <a:schemeClr val="dk1"/>
                </a:solidFill>
                <a:latin typeface="Jost" pitchFamily="2" charset="0"/>
                <a:ea typeface="Jost" pitchFamily="2" charset="0"/>
                <a:cs typeface="IBM Plex Sans JP"/>
                <a:sym typeface="IBM Plex Sans JP"/>
              </a:rPr>
              <a:t>6</a:t>
            </a:r>
            <a:endParaRPr sz="1400" dirty="0">
              <a:solidFill>
                <a:schemeClr val="dk1"/>
              </a:solidFill>
              <a:latin typeface="Jost" pitchFamily="2" charset="0"/>
              <a:ea typeface="Jost" pitchFamily="2" charset="0"/>
              <a:cs typeface="IBM Plex Sans JP"/>
              <a:sym typeface="IBM Plex Sans JP"/>
            </a:endParaRPr>
          </a:p>
        </p:txBody>
      </p:sp>
      <p:sp>
        <p:nvSpPr>
          <p:cNvPr id="121" name="Google Shape;121;p14"/>
          <p:cNvSpPr txBox="1"/>
          <p:nvPr/>
        </p:nvSpPr>
        <p:spPr>
          <a:xfrm>
            <a:off x="668508" y="4409521"/>
            <a:ext cx="5649600" cy="9234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b="1" dirty="0" err="1">
                <a:solidFill>
                  <a:schemeClr val="dk1"/>
                </a:solidFill>
                <a:latin typeface="Noto Sans JP" panose="020B0200000000000000" pitchFamily="50" charset="-128"/>
                <a:ea typeface="Noto Sans JP" panose="020B0200000000000000" pitchFamily="50" charset="-128"/>
                <a:cs typeface="Quattrocento Sans"/>
                <a:sym typeface="Quattrocento Sans"/>
              </a:rPr>
              <a:t>シリーズ概要</a:t>
            </a:r>
            <a:endParaRPr sz="1200" b="1" dirty="0">
              <a:solidFill>
                <a:schemeClr val="dk1"/>
              </a:solidFill>
              <a:latin typeface="Noto Sans JP" panose="020B0200000000000000" pitchFamily="50" charset="-128"/>
              <a:ea typeface="Noto Sans JP" panose="020B0200000000000000" pitchFamily="50" charset="-128"/>
              <a:cs typeface="Quattrocento Sans"/>
              <a:sym typeface="Quattrocento Sans"/>
            </a:endParaRPr>
          </a:p>
          <a:p>
            <a:pPr marL="0" marR="0" lvl="0" indent="0" algn="l" rtl="0">
              <a:spcBef>
                <a:spcPts val="0"/>
              </a:spcBef>
              <a:spcAft>
                <a:spcPts val="0"/>
              </a:spcAft>
              <a:buNone/>
            </a:pPr>
            <a:r>
              <a:rPr lang="en-US" sz="1050" dirty="0">
                <a:solidFill>
                  <a:schemeClr val="dk1"/>
                </a:solidFill>
                <a:latin typeface="Noto Sans JP" panose="020B0200000000000000" pitchFamily="50" charset="-128"/>
                <a:ea typeface="Noto Sans JP" panose="020B0200000000000000" pitchFamily="50" charset="-128"/>
                <a:cs typeface="Quattrocento Sans"/>
                <a:sym typeface="Quattrocento Sans"/>
              </a:rPr>
              <a:t> Blend Filamentシリーズは</a:t>
            </a:r>
            <a:r>
              <a:rPr lang="en-US" sz="1050" dirty="0">
                <a:solidFill>
                  <a:schemeClr val="dk1"/>
                </a:solidFill>
                <a:latin typeface="Jost SemiBold" pitchFamily="2" charset="0"/>
                <a:ea typeface="Jost SemiBold" pitchFamily="2" charset="0"/>
                <a:cs typeface="Quattrocento Sans"/>
                <a:sym typeface="Quattrocento Sans"/>
              </a:rPr>
              <a:t>FlexChroma</a:t>
            </a:r>
            <a:r>
              <a:rPr lang="en-US" sz="1050" dirty="0">
                <a:solidFill>
                  <a:schemeClr val="dk1"/>
                </a:solidFill>
                <a:latin typeface="Noto Sans JP" panose="020B0200000000000000" pitchFamily="50" charset="-128"/>
                <a:ea typeface="Noto Sans JP" panose="020B0200000000000000" pitchFamily="50" charset="-128"/>
                <a:cs typeface="Quattrocento Sans"/>
                <a:sym typeface="Quattrocento Sans"/>
              </a:rPr>
              <a:t>の最も基礎的なシリーズです。2つのフィラメントを様々な混合比で混ぜ合わせ、あ </a:t>
            </a:r>
            <a:r>
              <a:rPr lang="en-US" sz="1050" dirty="0" err="1">
                <a:solidFill>
                  <a:schemeClr val="dk1"/>
                </a:solidFill>
                <a:latin typeface="Noto Sans JP" panose="020B0200000000000000" pitchFamily="50" charset="-128"/>
                <a:ea typeface="Noto Sans JP" panose="020B0200000000000000" pitchFamily="50" charset="-128"/>
                <a:cs typeface="Quattrocento Sans"/>
                <a:sym typeface="Quattrocento Sans"/>
              </a:rPr>
              <a:t>なただけの新しい色を作ることが出来ます</a:t>
            </a:r>
            <a:r>
              <a:rPr lang="en-US" sz="1050" dirty="0">
                <a:solidFill>
                  <a:schemeClr val="dk1"/>
                </a:solidFill>
                <a:latin typeface="Noto Sans JP" panose="020B0200000000000000" pitchFamily="50" charset="-128"/>
                <a:ea typeface="Noto Sans JP" panose="020B0200000000000000" pitchFamily="50" charset="-128"/>
                <a:cs typeface="Quattrocento Sans"/>
                <a:sym typeface="Quattrocento Sans"/>
              </a:rPr>
              <a:t>。 </a:t>
            </a:r>
            <a:endParaRPr sz="1050" dirty="0">
              <a:solidFill>
                <a:schemeClr val="dk1"/>
              </a:solidFill>
              <a:latin typeface="Noto Sans JP" panose="020B0200000000000000" pitchFamily="50" charset="-128"/>
              <a:ea typeface="Noto Sans JP" panose="020B0200000000000000" pitchFamily="50" charset="-128"/>
              <a:cs typeface="Quattrocento Sans"/>
              <a:sym typeface="Quattrocento Sans"/>
            </a:endParaRPr>
          </a:p>
          <a:p>
            <a:pPr marL="0" marR="0" lvl="0" indent="0" algn="l" rtl="0">
              <a:spcBef>
                <a:spcPts val="0"/>
              </a:spcBef>
              <a:spcAft>
                <a:spcPts val="0"/>
              </a:spcAft>
              <a:buNone/>
            </a:pPr>
            <a:r>
              <a:rPr lang="en-US" sz="1050" dirty="0" err="1">
                <a:solidFill>
                  <a:schemeClr val="dk1"/>
                </a:solidFill>
                <a:latin typeface="Noto Sans JP" panose="020B0200000000000000" pitchFamily="50" charset="-128"/>
                <a:ea typeface="Noto Sans JP" panose="020B0200000000000000" pitchFamily="50" charset="-128"/>
                <a:cs typeface="Quattrocento Sans"/>
                <a:sym typeface="Quattrocento Sans"/>
              </a:rPr>
              <a:t>また、更なるこだわりや明暗差の大きい色の混合のためにDetailモデルも用意しており、Standardモデルでは扱いきれな</a:t>
            </a:r>
            <a:r>
              <a:rPr lang="en-US" sz="1050" dirty="0">
                <a:solidFill>
                  <a:schemeClr val="dk1"/>
                </a:solidFill>
                <a:latin typeface="Noto Sans JP" panose="020B0200000000000000" pitchFamily="50" charset="-128"/>
                <a:ea typeface="Noto Sans JP" panose="020B0200000000000000" pitchFamily="50" charset="-128"/>
                <a:cs typeface="Quattrocento Sans"/>
                <a:sym typeface="Quattrocento Sans"/>
              </a:rPr>
              <a:t> </a:t>
            </a:r>
            <a:r>
              <a:rPr lang="en-US" sz="1050" dirty="0" err="1">
                <a:solidFill>
                  <a:schemeClr val="dk1"/>
                </a:solidFill>
                <a:latin typeface="Noto Sans JP" panose="020B0200000000000000" pitchFamily="50" charset="-128"/>
                <a:ea typeface="Noto Sans JP" panose="020B0200000000000000" pitchFamily="50" charset="-128"/>
                <a:cs typeface="Quattrocento Sans"/>
                <a:sym typeface="Quattrocento Sans"/>
              </a:rPr>
              <a:t>い細かい調整を行えます</a:t>
            </a:r>
            <a:r>
              <a:rPr lang="en-US" sz="1050" dirty="0">
                <a:solidFill>
                  <a:schemeClr val="dk1"/>
                </a:solidFill>
                <a:latin typeface="Noto Sans JP" panose="020B0200000000000000" pitchFamily="50" charset="-128"/>
                <a:ea typeface="Noto Sans JP" panose="020B0200000000000000" pitchFamily="50" charset="-128"/>
                <a:cs typeface="Quattrocento Sans"/>
                <a:sym typeface="Quattrocento Sans"/>
              </a:rPr>
              <a:t>。 </a:t>
            </a:r>
            <a:endParaRPr sz="1050" dirty="0">
              <a:solidFill>
                <a:schemeClr val="dk1"/>
              </a:solidFill>
              <a:latin typeface="Noto Sans JP" panose="020B0200000000000000" pitchFamily="50" charset="-128"/>
              <a:ea typeface="Noto Sans JP" panose="020B0200000000000000" pitchFamily="50" charset="-128"/>
              <a:cs typeface="IBM Plex Sans JP"/>
              <a:sym typeface="IBM Plex Sans JP"/>
            </a:endParaRPr>
          </a:p>
        </p:txBody>
      </p:sp>
      <p:sp>
        <p:nvSpPr>
          <p:cNvPr id="122" name="Google Shape;122;p14"/>
          <p:cNvSpPr/>
          <p:nvPr/>
        </p:nvSpPr>
        <p:spPr>
          <a:xfrm>
            <a:off x="554550" y="5703577"/>
            <a:ext cx="204600" cy="204600"/>
          </a:xfrm>
          <a:prstGeom prst="ellipse">
            <a:avLst/>
          </a:prstGeom>
          <a:solidFill>
            <a:schemeClr val="accent1"/>
          </a:solidFill>
          <a:ln w="19050" cap="flat" cmpd="sng">
            <a:solidFill>
              <a:srgbClr val="082836"/>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23" name="Google Shape;123;p14"/>
          <p:cNvSpPr txBox="1"/>
          <p:nvPr/>
        </p:nvSpPr>
        <p:spPr>
          <a:xfrm>
            <a:off x="732324" y="5635881"/>
            <a:ext cx="2055300" cy="400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a:solidFill>
                  <a:schemeClr val="dk1"/>
                </a:solidFill>
                <a:latin typeface="Noto Sans JP" panose="020B0200000000000000" pitchFamily="50" charset="-128"/>
                <a:ea typeface="Noto Sans JP" panose="020B0200000000000000" pitchFamily="50" charset="-128"/>
                <a:cs typeface="IBM Plex Sans JP SemiBold"/>
                <a:sym typeface="IBM Plex Sans JP SemiBold"/>
              </a:rPr>
              <a:t>２．モデル構成  </a:t>
            </a:r>
            <a:endParaRPr sz="2000" b="1">
              <a:solidFill>
                <a:schemeClr val="dk1"/>
              </a:solidFill>
              <a:latin typeface="Noto Sans JP" panose="020B0200000000000000" pitchFamily="50" charset="-128"/>
              <a:ea typeface="Noto Sans JP" panose="020B0200000000000000" pitchFamily="50" charset="-128"/>
              <a:cs typeface="IBM Plex Sans JP SemiBold"/>
              <a:sym typeface="IBM Plex Sans JP SemiBold"/>
            </a:endParaRPr>
          </a:p>
        </p:txBody>
      </p:sp>
      <p:sp>
        <p:nvSpPr>
          <p:cNvPr id="124" name="Google Shape;124;p14"/>
          <p:cNvSpPr txBox="1"/>
          <p:nvPr/>
        </p:nvSpPr>
        <p:spPr>
          <a:xfrm>
            <a:off x="770856" y="6607625"/>
            <a:ext cx="1536600" cy="2769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b="1">
                <a:solidFill>
                  <a:schemeClr val="dk1"/>
                </a:solidFill>
                <a:latin typeface="Noto Sans JP" panose="020B0200000000000000" pitchFamily="50" charset="-128"/>
                <a:ea typeface="Noto Sans JP" panose="020B0200000000000000" pitchFamily="50" charset="-128"/>
                <a:cs typeface="Quattrocento Sans"/>
                <a:sym typeface="Quattrocento Sans"/>
              </a:rPr>
              <a:t>混色比 </a:t>
            </a:r>
            <a:endParaRPr sz="1200" b="1">
              <a:solidFill>
                <a:schemeClr val="dk1"/>
              </a:solidFill>
              <a:latin typeface="Noto Sans JP" panose="020B0200000000000000" pitchFamily="50" charset="-128"/>
              <a:ea typeface="Noto Sans JP" panose="020B0200000000000000" pitchFamily="50" charset="-128"/>
              <a:cs typeface="Quattrocento Sans"/>
              <a:sym typeface="Quattrocento Sans"/>
            </a:endParaRPr>
          </a:p>
        </p:txBody>
      </p:sp>
      <p:sp>
        <p:nvSpPr>
          <p:cNvPr id="125" name="Google Shape;125;p14"/>
          <p:cNvSpPr/>
          <p:nvPr/>
        </p:nvSpPr>
        <p:spPr>
          <a:xfrm>
            <a:off x="607651" y="4459122"/>
            <a:ext cx="124500" cy="129900"/>
          </a:xfrm>
          <a:prstGeom prst="ellipse">
            <a:avLst/>
          </a:prstGeom>
          <a:solidFill>
            <a:schemeClr val="accent1"/>
          </a:solidFill>
          <a:ln w="19050" cap="flat" cmpd="sng">
            <a:solidFill>
              <a:srgbClr val="082836"/>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26" name="Google Shape;126;p14"/>
          <p:cNvSpPr/>
          <p:nvPr/>
        </p:nvSpPr>
        <p:spPr>
          <a:xfrm>
            <a:off x="607651" y="3613110"/>
            <a:ext cx="124500" cy="129900"/>
          </a:xfrm>
          <a:prstGeom prst="ellipse">
            <a:avLst/>
          </a:prstGeom>
          <a:solidFill>
            <a:schemeClr val="accent1"/>
          </a:solidFill>
          <a:ln w="19050" cap="flat" cmpd="sng">
            <a:solidFill>
              <a:srgbClr val="082836"/>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
        <p:nvSpPr>
          <p:cNvPr id="127" name="Google Shape;127;p14"/>
          <p:cNvSpPr txBox="1"/>
          <p:nvPr/>
        </p:nvSpPr>
        <p:spPr>
          <a:xfrm>
            <a:off x="668508" y="6063596"/>
            <a:ext cx="5649600" cy="4155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050">
                <a:solidFill>
                  <a:schemeClr val="dk1"/>
                </a:solidFill>
                <a:latin typeface="Noto Sans JP" panose="020B0200000000000000" pitchFamily="50" charset="-128"/>
                <a:ea typeface="Noto Sans JP" panose="020B0200000000000000" pitchFamily="50" charset="-128"/>
                <a:cs typeface="Quattrocento Sans"/>
                <a:sym typeface="Quattrocento Sans"/>
              </a:rPr>
              <a:t>本シリーズはサイズごとにモデルを分けており、各サイズはStandardモデルの他にDetailモデルを別途用意しています。 </a:t>
            </a:r>
            <a:endParaRPr sz="1050">
              <a:solidFill>
                <a:schemeClr val="dk1"/>
              </a:solidFill>
              <a:latin typeface="Noto Sans JP" panose="020B0200000000000000" pitchFamily="50" charset="-128"/>
              <a:ea typeface="Noto Sans JP" panose="020B0200000000000000" pitchFamily="50" charset="-128"/>
              <a:cs typeface="Quattrocento Sans"/>
              <a:sym typeface="Quattrocento Sans"/>
            </a:endParaRPr>
          </a:p>
        </p:txBody>
      </p:sp>
      <p:sp>
        <p:nvSpPr>
          <p:cNvPr id="128" name="Google Shape;128;p14"/>
          <p:cNvSpPr txBox="1"/>
          <p:nvPr/>
        </p:nvSpPr>
        <p:spPr>
          <a:xfrm>
            <a:off x="659598" y="6878554"/>
            <a:ext cx="5705400" cy="160039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000" dirty="0">
                <a:solidFill>
                  <a:schemeClr val="dk1"/>
                </a:solidFill>
                <a:latin typeface="Noto Sans JP" panose="020B0200000000000000" pitchFamily="50" charset="-128"/>
                <a:ea typeface="Noto Sans JP" panose="020B0200000000000000" pitchFamily="50" charset="-128"/>
                <a:cs typeface="Quattrocento Sans"/>
                <a:sym typeface="Quattrocento Sans"/>
              </a:rPr>
              <a:t>混色比は主に2つのモデルで決められます。</a:t>
            </a:r>
            <a:endParaRPr sz="1000" dirty="0">
              <a:solidFill>
                <a:schemeClr val="dk1"/>
              </a:solidFill>
              <a:latin typeface="Noto Sans JP" panose="020B0200000000000000" pitchFamily="50" charset="-128"/>
              <a:ea typeface="Noto Sans JP" panose="020B0200000000000000" pitchFamily="50" charset="-128"/>
              <a:cs typeface="Quattrocento Sans"/>
              <a:sym typeface="Quattrocento Sans"/>
            </a:endParaRPr>
          </a:p>
          <a:p>
            <a:pPr marL="0" marR="0" lvl="0" indent="0" algn="l" rtl="0">
              <a:spcBef>
                <a:spcPts val="0"/>
              </a:spcBef>
              <a:spcAft>
                <a:spcPts val="0"/>
              </a:spcAft>
              <a:buNone/>
            </a:pPr>
            <a:r>
              <a:rPr lang="en-US" sz="1000" dirty="0">
                <a:solidFill>
                  <a:schemeClr val="dk1"/>
                </a:solidFill>
                <a:latin typeface="Noto Sans JP" panose="020B0200000000000000" pitchFamily="50" charset="-128"/>
                <a:ea typeface="Noto Sans JP" panose="020B0200000000000000" pitchFamily="50" charset="-128"/>
                <a:cs typeface="Quattrocento Sans"/>
                <a:sym typeface="Quattrocento Sans"/>
              </a:rPr>
              <a:t> ・Standard モデル：50～95％まで5％刻み。10モデル </a:t>
            </a:r>
            <a:endParaRPr sz="1000" dirty="0">
              <a:solidFill>
                <a:schemeClr val="dk1"/>
              </a:solidFill>
              <a:latin typeface="Noto Sans JP" panose="020B0200000000000000" pitchFamily="50" charset="-128"/>
              <a:ea typeface="Noto Sans JP" panose="020B0200000000000000" pitchFamily="50" charset="-128"/>
              <a:cs typeface="Quattrocento Sans"/>
              <a:sym typeface="Quattrocento Sans"/>
            </a:endParaRPr>
          </a:p>
          <a:p>
            <a:pPr marL="0" marR="0" lvl="0" indent="0" algn="l" rtl="0">
              <a:spcBef>
                <a:spcPts val="0"/>
              </a:spcBef>
              <a:spcAft>
                <a:spcPts val="0"/>
              </a:spcAft>
              <a:buNone/>
            </a:pPr>
            <a:r>
              <a:rPr lang="en-US" sz="1000" dirty="0">
                <a:solidFill>
                  <a:schemeClr val="dk1"/>
                </a:solidFill>
                <a:latin typeface="Noto Sans JP" panose="020B0200000000000000" pitchFamily="50" charset="-128"/>
                <a:ea typeface="Noto Sans JP" panose="020B0200000000000000" pitchFamily="50" charset="-128"/>
                <a:cs typeface="Quattrocento Sans"/>
                <a:sym typeface="Quattrocento Sans"/>
              </a:rPr>
              <a:t>・Detail モデル：90%, 92.5%, 95%, 96%, 97%, 98%, 98.5%, 99%, 99.5%の 9 </a:t>
            </a:r>
            <a:r>
              <a:rPr lang="en-US" sz="1000" dirty="0" err="1">
                <a:solidFill>
                  <a:schemeClr val="dk1"/>
                </a:solidFill>
                <a:latin typeface="Noto Sans JP" panose="020B0200000000000000" pitchFamily="50" charset="-128"/>
                <a:ea typeface="Noto Sans JP" panose="020B0200000000000000" pitchFamily="50" charset="-128"/>
                <a:cs typeface="Quattrocento Sans"/>
                <a:sym typeface="Quattrocento Sans"/>
              </a:rPr>
              <a:t>モデル</a:t>
            </a:r>
            <a:endParaRPr sz="1000" dirty="0">
              <a:solidFill>
                <a:schemeClr val="dk1"/>
              </a:solidFill>
              <a:latin typeface="Noto Sans JP" panose="020B0200000000000000" pitchFamily="50" charset="-128"/>
              <a:ea typeface="Noto Sans JP" panose="020B0200000000000000" pitchFamily="50" charset="-128"/>
              <a:cs typeface="Quattrocento Sans"/>
              <a:sym typeface="Quattrocento Sans"/>
            </a:endParaRPr>
          </a:p>
          <a:p>
            <a:pPr marL="0" marR="0" lvl="0" indent="0" algn="l" rtl="0">
              <a:spcBef>
                <a:spcPts val="0"/>
              </a:spcBef>
              <a:spcAft>
                <a:spcPts val="0"/>
              </a:spcAft>
              <a:buNone/>
            </a:pPr>
            <a:r>
              <a:rPr lang="en-US" sz="1000" dirty="0">
                <a:solidFill>
                  <a:schemeClr val="dk1"/>
                </a:solidFill>
                <a:latin typeface="Noto Sans JP" panose="020B0200000000000000" pitchFamily="50" charset="-128"/>
                <a:ea typeface="Noto Sans JP" panose="020B0200000000000000" pitchFamily="50" charset="-128"/>
                <a:cs typeface="Quattrocento Sans"/>
                <a:sym typeface="Quattrocento Sans"/>
              </a:rPr>
              <a:t> ※90%, 95％のデータは同一のものとなります。 </a:t>
            </a:r>
            <a:endParaRPr sz="1000" dirty="0">
              <a:solidFill>
                <a:schemeClr val="dk1"/>
              </a:solidFill>
              <a:latin typeface="Noto Sans JP" panose="020B0200000000000000" pitchFamily="50" charset="-128"/>
              <a:ea typeface="Noto Sans JP" panose="020B0200000000000000" pitchFamily="50" charset="-128"/>
              <a:cs typeface="Quattrocento Sans"/>
              <a:sym typeface="Quattrocento Sans"/>
            </a:endParaRPr>
          </a:p>
          <a:p>
            <a:pPr marL="0" marR="0" lvl="0" indent="0" algn="l" rtl="0">
              <a:spcBef>
                <a:spcPts val="0"/>
              </a:spcBef>
              <a:spcAft>
                <a:spcPts val="0"/>
              </a:spcAft>
              <a:buNone/>
            </a:pPr>
            <a:endParaRPr sz="1000" dirty="0">
              <a:solidFill>
                <a:schemeClr val="dk1"/>
              </a:solidFill>
              <a:latin typeface="Noto Sans JP" panose="020B0200000000000000" pitchFamily="50" charset="-128"/>
              <a:ea typeface="Noto Sans JP" panose="020B0200000000000000" pitchFamily="50" charset="-128"/>
              <a:cs typeface="Quattrocento Sans"/>
              <a:sym typeface="Quattrocento Sans"/>
            </a:endParaRPr>
          </a:p>
          <a:p>
            <a:pPr marL="0" marR="0" lvl="0" indent="0" algn="l" rtl="0">
              <a:spcBef>
                <a:spcPts val="0"/>
              </a:spcBef>
              <a:spcAft>
                <a:spcPts val="0"/>
              </a:spcAft>
              <a:buNone/>
            </a:pPr>
            <a:r>
              <a:rPr lang="en-US" sz="1000" dirty="0">
                <a:solidFill>
                  <a:schemeClr val="dk1"/>
                </a:solidFill>
                <a:latin typeface="Noto Sans JP" panose="020B0200000000000000" pitchFamily="50" charset="-128"/>
                <a:ea typeface="Noto Sans JP" panose="020B0200000000000000" pitchFamily="50" charset="-128"/>
                <a:cs typeface="Quattrocento Sans"/>
                <a:sym typeface="Quattrocento Sans"/>
              </a:rPr>
              <a:t>混色比は同一の2色を考慮すると17種類ですが、5０％のデータを除きフィラメントA/</a:t>
            </a:r>
            <a:r>
              <a:rPr lang="en-US" sz="1000" dirty="0" err="1">
                <a:solidFill>
                  <a:schemeClr val="dk1"/>
                </a:solidFill>
                <a:latin typeface="Noto Sans JP" panose="020B0200000000000000" pitchFamily="50" charset="-128"/>
                <a:ea typeface="Noto Sans JP" panose="020B0200000000000000" pitchFamily="50" charset="-128"/>
                <a:cs typeface="Quattrocento Sans"/>
                <a:sym typeface="Quattrocento Sans"/>
              </a:rPr>
              <a:t>Bを入れ替えることで別の混合比を</a:t>
            </a:r>
            <a:r>
              <a:rPr lang="en-US" sz="1000" dirty="0">
                <a:solidFill>
                  <a:schemeClr val="dk1"/>
                </a:solidFill>
                <a:latin typeface="Noto Sans JP" panose="020B0200000000000000" pitchFamily="50" charset="-128"/>
                <a:ea typeface="Noto Sans JP" panose="020B0200000000000000" pitchFamily="50" charset="-128"/>
                <a:cs typeface="Quattrocento Sans"/>
                <a:sym typeface="Quattrocento Sans"/>
              </a:rPr>
              <a:t> </a:t>
            </a:r>
            <a:r>
              <a:rPr lang="en-US" sz="1000" dirty="0" err="1">
                <a:solidFill>
                  <a:schemeClr val="dk1"/>
                </a:solidFill>
                <a:latin typeface="Noto Sans JP" panose="020B0200000000000000" pitchFamily="50" charset="-128"/>
                <a:ea typeface="Noto Sans JP" panose="020B0200000000000000" pitchFamily="50" charset="-128"/>
                <a:cs typeface="Quattrocento Sans"/>
                <a:sym typeface="Quattrocento Sans"/>
              </a:rPr>
              <a:t>取ることが出来ます</a:t>
            </a:r>
            <a:r>
              <a:rPr lang="en-US" sz="1000" dirty="0">
                <a:solidFill>
                  <a:schemeClr val="dk1"/>
                </a:solidFill>
                <a:latin typeface="Noto Sans JP" panose="020B0200000000000000" pitchFamily="50" charset="-128"/>
                <a:ea typeface="Noto Sans JP" panose="020B0200000000000000" pitchFamily="50" charset="-128"/>
                <a:cs typeface="Quattrocento Sans"/>
                <a:sym typeface="Quattrocento Sans"/>
              </a:rPr>
              <a:t>。 </a:t>
            </a:r>
            <a:endParaRPr sz="1000" dirty="0">
              <a:solidFill>
                <a:schemeClr val="dk1"/>
              </a:solidFill>
              <a:latin typeface="Noto Sans JP" panose="020B0200000000000000" pitchFamily="50" charset="-128"/>
              <a:ea typeface="Noto Sans JP" panose="020B0200000000000000" pitchFamily="50" charset="-128"/>
              <a:cs typeface="Quattrocento Sans"/>
              <a:sym typeface="Quattrocento Sans"/>
            </a:endParaRPr>
          </a:p>
          <a:p>
            <a:pPr marL="0" marR="0" lvl="0" indent="0" algn="l" rtl="0">
              <a:spcBef>
                <a:spcPts val="0"/>
              </a:spcBef>
              <a:spcAft>
                <a:spcPts val="0"/>
              </a:spcAft>
              <a:buNone/>
            </a:pPr>
            <a:r>
              <a:rPr lang="en-US" sz="900" dirty="0">
                <a:solidFill>
                  <a:schemeClr val="dk1"/>
                </a:solidFill>
                <a:latin typeface="Noto Sans JP" panose="020B0200000000000000" pitchFamily="50" charset="-128"/>
                <a:ea typeface="Noto Sans JP" panose="020B0200000000000000" pitchFamily="50" charset="-128"/>
                <a:cs typeface="Quattrocento Sans"/>
                <a:sym typeface="Quattrocento Sans"/>
              </a:rPr>
              <a:t>例：75％モデルを使うと[A:B＝75:25]、</a:t>
            </a:r>
            <a:r>
              <a:rPr lang="en-US" sz="900" dirty="0" err="1">
                <a:solidFill>
                  <a:schemeClr val="dk1"/>
                </a:solidFill>
                <a:latin typeface="Noto Sans JP" panose="020B0200000000000000" pitchFamily="50" charset="-128"/>
                <a:ea typeface="Noto Sans JP" panose="020B0200000000000000" pitchFamily="50" charset="-128"/>
                <a:cs typeface="Quattrocento Sans"/>
                <a:sym typeface="Quattrocento Sans"/>
              </a:rPr>
              <a:t>入れ替えると</a:t>
            </a:r>
            <a:r>
              <a:rPr lang="en-US" sz="900" dirty="0">
                <a:solidFill>
                  <a:schemeClr val="dk1"/>
                </a:solidFill>
                <a:latin typeface="Noto Sans JP" panose="020B0200000000000000" pitchFamily="50" charset="-128"/>
                <a:ea typeface="Noto Sans JP" panose="020B0200000000000000" pitchFamily="50" charset="-128"/>
                <a:cs typeface="Quattrocento Sans"/>
                <a:sym typeface="Quattrocento Sans"/>
              </a:rPr>
              <a:t>[A:B＝25:75]となり、25%モデル相当となります。</a:t>
            </a:r>
            <a:endParaRPr sz="900" dirty="0">
              <a:solidFill>
                <a:schemeClr val="dk1"/>
              </a:solidFill>
              <a:latin typeface="Noto Sans JP" panose="020B0200000000000000" pitchFamily="50" charset="-128"/>
              <a:ea typeface="Noto Sans JP" panose="020B0200000000000000" pitchFamily="50" charset="-128"/>
              <a:cs typeface="Quattrocento Sans"/>
              <a:sym typeface="Quattrocento Sans"/>
            </a:endParaRPr>
          </a:p>
          <a:p>
            <a:pPr marL="0" marR="0" lvl="0" indent="0" algn="l" rtl="0">
              <a:spcBef>
                <a:spcPts val="0"/>
              </a:spcBef>
              <a:spcAft>
                <a:spcPts val="0"/>
              </a:spcAft>
              <a:buNone/>
            </a:pPr>
            <a:endParaRPr sz="900" dirty="0">
              <a:solidFill>
                <a:schemeClr val="dk1"/>
              </a:solidFill>
              <a:latin typeface="Noto Sans JP" panose="020B0200000000000000" pitchFamily="50" charset="-128"/>
              <a:ea typeface="Noto Sans JP" panose="020B0200000000000000" pitchFamily="50" charset="-128"/>
              <a:cs typeface="Quattrocento Sans"/>
              <a:sym typeface="Quattrocento Sans"/>
            </a:endParaRPr>
          </a:p>
          <a:p>
            <a:pPr marL="0" marR="0" lvl="0" indent="0" algn="l" rtl="0">
              <a:spcBef>
                <a:spcPts val="0"/>
              </a:spcBef>
              <a:spcAft>
                <a:spcPts val="0"/>
              </a:spcAft>
              <a:buNone/>
            </a:pPr>
            <a:r>
              <a:rPr lang="en-US" sz="1000" dirty="0">
                <a:solidFill>
                  <a:schemeClr val="dk1"/>
                </a:solidFill>
                <a:latin typeface="Noto Sans JP" panose="020B0200000000000000" pitchFamily="50" charset="-128"/>
                <a:ea typeface="Noto Sans JP" panose="020B0200000000000000" pitchFamily="50" charset="-128"/>
                <a:cs typeface="Quattrocento Sans"/>
                <a:sym typeface="Quattrocento Sans"/>
              </a:rPr>
              <a:t>Standard </a:t>
            </a:r>
            <a:r>
              <a:rPr lang="en-US" sz="1000" dirty="0" err="1">
                <a:solidFill>
                  <a:schemeClr val="dk1"/>
                </a:solidFill>
                <a:latin typeface="Noto Sans JP" panose="020B0200000000000000" pitchFamily="50" charset="-128"/>
                <a:ea typeface="Noto Sans JP" panose="020B0200000000000000" pitchFamily="50" charset="-128"/>
                <a:cs typeface="Quattrocento Sans"/>
                <a:sym typeface="Quattrocento Sans"/>
              </a:rPr>
              <a:t>モデルは容量を少なく</a:t>
            </a:r>
            <a:r>
              <a:rPr lang="ja-JP" altLang="en-US" sz="1000" dirty="0">
                <a:solidFill>
                  <a:schemeClr val="dk1"/>
                </a:solidFill>
                <a:latin typeface="Noto Sans JP" panose="020B0200000000000000" pitchFamily="50" charset="-128"/>
                <a:ea typeface="Noto Sans JP" panose="020B0200000000000000" pitchFamily="50" charset="-128"/>
                <a:cs typeface="Quattrocento Sans"/>
                <a:sym typeface="Quattrocento Sans"/>
              </a:rPr>
              <a:t>する</a:t>
            </a:r>
            <a:r>
              <a:rPr lang="en-US" sz="1000" dirty="0">
                <a:solidFill>
                  <a:schemeClr val="dk1"/>
                </a:solidFill>
                <a:latin typeface="Noto Sans JP" panose="020B0200000000000000" pitchFamily="50" charset="-128"/>
                <a:ea typeface="Noto Sans JP" panose="020B0200000000000000" pitchFamily="50" charset="-128"/>
                <a:cs typeface="Quattrocento Sans"/>
                <a:sym typeface="Quattrocento Sans"/>
              </a:rPr>
              <a:t>ためStandard1, Standard2と分けられる</a:t>
            </a:r>
            <a:r>
              <a:rPr lang="ja-JP" altLang="en-US" sz="1000" dirty="0">
                <a:solidFill>
                  <a:schemeClr val="dk1"/>
                </a:solidFill>
                <a:latin typeface="Noto Sans JP" panose="020B0200000000000000" pitchFamily="50" charset="-128"/>
                <a:ea typeface="Noto Sans JP" panose="020B0200000000000000" pitchFamily="50" charset="-128"/>
                <a:cs typeface="Quattrocento Sans"/>
                <a:sym typeface="Quattrocento Sans"/>
              </a:rPr>
              <a:t>事</a:t>
            </a:r>
            <a:r>
              <a:rPr lang="en-US" sz="1000" dirty="0" err="1">
                <a:solidFill>
                  <a:schemeClr val="dk1"/>
                </a:solidFill>
                <a:latin typeface="Noto Sans JP" panose="020B0200000000000000" pitchFamily="50" charset="-128"/>
                <a:ea typeface="Noto Sans JP" panose="020B0200000000000000" pitchFamily="50" charset="-128"/>
                <a:cs typeface="Quattrocento Sans"/>
                <a:sym typeface="Quattrocento Sans"/>
              </a:rPr>
              <a:t>があります</a:t>
            </a:r>
            <a:r>
              <a:rPr lang="en-US" sz="1000" dirty="0">
                <a:solidFill>
                  <a:schemeClr val="dk1"/>
                </a:solidFill>
                <a:latin typeface="Noto Sans JP" panose="020B0200000000000000" pitchFamily="50" charset="-128"/>
                <a:ea typeface="Noto Sans JP" panose="020B0200000000000000" pitchFamily="50" charset="-128"/>
                <a:cs typeface="Quattrocento Sans"/>
                <a:sym typeface="Quattrocento Sans"/>
              </a:rPr>
              <a:t>。 </a:t>
            </a:r>
            <a:endParaRPr sz="1000" dirty="0">
              <a:solidFill>
                <a:schemeClr val="dk1"/>
              </a:solidFill>
              <a:latin typeface="Noto Sans JP" panose="020B0200000000000000" pitchFamily="50" charset="-128"/>
              <a:ea typeface="Noto Sans JP" panose="020B0200000000000000" pitchFamily="50" charset="-128"/>
              <a:cs typeface="Quattrocento Sans"/>
              <a:sym typeface="Quattrocento Sans"/>
            </a:endParaRPr>
          </a:p>
        </p:txBody>
      </p:sp>
      <p:sp>
        <p:nvSpPr>
          <p:cNvPr id="129" name="Google Shape;129;p14"/>
          <p:cNvSpPr/>
          <p:nvPr/>
        </p:nvSpPr>
        <p:spPr>
          <a:xfrm>
            <a:off x="713476" y="6659597"/>
            <a:ext cx="124500" cy="129900"/>
          </a:xfrm>
          <a:prstGeom prst="ellipse">
            <a:avLst/>
          </a:prstGeom>
          <a:solidFill>
            <a:schemeClr val="accent1"/>
          </a:solidFill>
          <a:ln w="19050" cap="flat" cmpd="sng">
            <a:solidFill>
              <a:srgbClr val="082836"/>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pic>
        <p:nvPicPr>
          <p:cNvPr id="3" name="図 2">
            <a:extLst>
              <a:ext uri="{FF2B5EF4-FFF2-40B4-BE49-F238E27FC236}">
                <a16:creationId xmlns:a16="http://schemas.microsoft.com/office/drawing/2014/main" id="{3BFB578B-2FC5-0CFA-B9F7-66AFD3E53782}"/>
              </a:ext>
            </a:extLst>
          </p:cNvPr>
          <p:cNvPicPr>
            <a:picLocks noChangeAspect="1"/>
          </p:cNvPicPr>
          <p:nvPr/>
        </p:nvPicPr>
        <p:blipFill>
          <a:blip r:embed="rId3"/>
          <a:stretch>
            <a:fillRect/>
          </a:stretch>
        </p:blipFill>
        <p:spPr>
          <a:xfrm>
            <a:off x="813507" y="946491"/>
            <a:ext cx="356510" cy="343679"/>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sp>
        <p:nvSpPr>
          <p:cNvPr id="134" name="Google Shape;134;p15"/>
          <p:cNvSpPr/>
          <p:nvPr/>
        </p:nvSpPr>
        <p:spPr>
          <a:xfrm>
            <a:off x="67565" y="90087"/>
            <a:ext cx="6722870" cy="8963827"/>
          </a:xfrm>
          <a:prstGeom prst="rect">
            <a:avLst/>
          </a:prstGeom>
          <a:gradFill>
            <a:gsLst>
              <a:gs pos="0">
                <a:srgbClr val="EE00B0"/>
              </a:gs>
              <a:gs pos="10000">
                <a:srgbClr val="EE00B0"/>
              </a:gs>
              <a:gs pos="50000">
                <a:srgbClr val="6200E8"/>
              </a:gs>
              <a:gs pos="90000">
                <a:srgbClr val="0095E5"/>
              </a:gs>
              <a:gs pos="100000">
                <a:srgbClr val="0095E5"/>
              </a:gs>
            </a:gsLst>
            <a:lin ang="18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35" name="Google Shape;135;p15"/>
          <p:cNvSpPr/>
          <p:nvPr/>
        </p:nvSpPr>
        <p:spPr>
          <a:xfrm>
            <a:off x="20300" y="-17213"/>
            <a:ext cx="6858000" cy="9144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grpSp>
        <p:nvGrpSpPr>
          <p:cNvPr id="136" name="Google Shape;136;p15"/>
          <p:cNvGrpSpPr/>
          <p:nvPr/>
        </p:nvGrpSpPr>
        <p:grpSpPr>
          <a:xfrm>
            <a:off x="0" y="0"/>
            <a:ext cx="6865269" cy="9144001"/>
            <a:chOff x="0" y="0"/>
            <a:chExt cx="6865269" cy="9144001"/>
          </a:xfrm>
        </p:grpSpPr>
        <p:sp>
          <p:nvSpPr>
            <p:cNvPr id="137" name="Google Shape;137;p15"/>
            <p:cNvSpPr/>
            <p:nvPr/>
          </p:nvSpPr>
          <p:spPr>
            <a:xfrm>
              <a:off x="0" y="0"/>
              <a:ext cx="6858000" cy="432000"/>
            </a:xfrm>
            <a:prstGeom prst="rect">
              <a:avLst/>
            </a:prstGeom>
            <a:solidFill>
              <a:srgbClr val="F2A982">
                <a:alpha val="10196"/>
              </a:srgbClr>
            </a:solidFill>
            <a:ln w="19050" cap="flat" cmpd="sng">
              <a:solidFill>
                <a:srgbClr val="7F340D"/>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38" name="Google Shape;138;p15"/>
            <p:cNvSpPr/>
            <p:nvPr/>
          </p:nvSpPr>
          <p:spPr>
            <a:xfrm>
              <a:off x="0" y="8712000"/>
              <a:ext cx="6858000" cy="432000"/>
            </a:xfrm>
            <a:prstGeom prst="rect">
              <a:avLst/>
            </a:prstGeom>
            <a:solidFill>
              <a:srgbClr val="F2A982">
                <a:alpha val="10196"/>
              </a:srgbClr>
            </a:solidFill>
            <a:ln w="19050" cap="flat" cmpd="sng">
              <a:solidFill>
                <a:srgbClr val="7F340D"/>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39" name="Google Shape;139;p15"/>
            <p:cNvSpPr/>
            <p:nvPr/>
          </p:nvSpPr>
          <p:spPr>
            <a:xfrm>
              <a:off x="0" y="1"/>
              <a:ext cx="540000" cy="9144000"/>
            </a:xfrm>
            <a:prstGeom prst="rect">
              <a:avLst/>
            </a:prstGeom>
            <a:solidFill>
              <a:srgbClr val="F2A982">
                <a:alpha val="10196"/>
              </a:srgbClr>
            </a:solidFill>
            <a:ln w="19050" cap="flat" cmpd="sng">
              <a:solidFill>
                <a:srgbClr val="7F340D"/>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40" name="Google Shape;140;p15"/>
            <p:cNvSpPr/>
            <p:nvPr/>
          </p:nvSpPr>
          <p:spPr>
            <a:xfrm>
              <a:off x="6325269" y="0"/>
              <a:ext cx="540000" cy="9144000"/>
            </a:xfrm>
            <a:prstGeom prst="rect">
              <a:avLst/>
            </a:prstGeom>
            <a:solidFill>
              <a:srgbClr val="F2A982">
                <a:alpha val="10196"/>
              </a:srgbClr>
            </a:solidFill>
            <a:ln w="19050" cap="flat" cmpd="sng">
              <a:solidFill>
                <a:srgbClr val="7F340D"/>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grpSp>
      <p:sp>
        <p:nvSpPr>
          <p:cNvPr id="141" name="Google Shape;141;p15"/>
          <p:cNvSpPr/>
          <p:nvPr/>
        </p:nvSpPr>
        <p:spPr>
          <a:xfrm>
            <a:off x="554537" y="452468"/>
            <a:ext cx="5756193" cy="54000"/>
          </a:xfrm>
          <a:prstGeom prst="rect">
            <a:avLst/>
          </a:prstGeom>
          <a:solidFill>
            <a:schemeClr val="accent1"/>
          </a:solidFill>
          <a:ln w="19050" cap="flat" cmpd="sng">
            <a:solidFill>
              <a:srgbClr val="082836"/>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42" name="Google Shape;142;p15"/>
          <p:cNvSpPr/>
          <p:nvPr/>
        </p:nvSpPr>
        <p:spPr>
          <a:xfrm>
            <a:off x="554538" y="8661917"/>
            <a:ext cx="2592000" cy="54000"/>
          </a:xfrm>
          <a:prstGeom prst="rect">
            <a:avLst/>
          </a:prstGeom>
          <a:solidFill>
            <a:schemeClr val="accent1"/>
          </a:solidFill>
          <a:ln w="19050" cap="flat" cmpd="sng">
            <a:solidFill>
              <a:srgbClr val="082836"/>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43" name="Google Shape;143;p15"/>
          <p:cNvSpPr/>
          <p:nvPr/>
        </p:nvSpPr>
        <p:spPr>
          <a:xfrm>
            <a:off x="3734844" y="8661917"/>
            <a:ext cx="2592000" cy="54000"/>
          </a:xfrm>
          <a:prstGeom prst="rect">
            <a:avLst/>
          </a:prstGeom>
          <a:solidFill>
            <a:schemeClr val="accent1"/>
          </a:solidFill>
          <a:ln w="19050" cap="flat" cmpd="sng">
            <a:solidFill>
              <a:srgbClr val="082836"/>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44" name="Google Shape;144;p15"/>
          <p:cNvSpPr txBox="1"/>
          <p:nvPr/>
        </p:nvSpPr>
        <p:spPr>
          <a:xfrm>
            <a:off x="3163826" y="8511531"/>
            <a:ext cx="575734" cy="369332"/>
          </a:xfrm>
          <a:prstGeom prst="rect">
            <a:avLst/>
          </a:prstGeom>
          <a:noFill/>
          <a:ln>
            <a:noFill/>
          </a:ln>
        </p:spPr>
        <p:txBody>
          <a:bodyPr spcFirstLastPara="1" wrap="square" lIns="91425" tIns="45700" rIns="91425" bIns="45700" anchor="ctr" anchorCtr="0">
            <a:spAutoFit/>
          </a:bodyPr>
          <a:lstStyle/>
          <a:p>
            <a:pPr marL="0" marR="0" lvl="0" indent="0" algn="ctr" rtl="0">
              <a:spcBef>
                <a:spcPts val="0"/>
              </a:spcBef>
              <a:spcAft>
                <a:spcPts val="0"/>
              </a:spcAft>
              <a:buNone/>
            </a:pPr>
            <a:r>
              <a:rPr lang="en-US" sz="1800">
                <a:solidFill>
                  <a:schemeClr val="dk1"/>
                </a:solidFill>
                <a:latin typeface="Jost" pitchFamily="2" charset="0"/>
                <a:ea typeface="Jost" pitchFamily="2" charset="0"/>
                <a:sym typeface="Arial"/>
              </a:rPr>
              <a:t>2</a:t>
            </a:r>
            <a:endParaRPr sz="1800">
              <a:solidFill>
                <a:schemeClr val="dk1"/>
              </a:solidFill>
              <a:latin typeface="Jost" pitchFamily="2" charset="0"/>
              <a:ea typeface="Jost" pitchFamily="2" charset="0"/>
              <a:sym typeface="Arial"/>
            </a:endParaRPr>
          </a:p>
        </p:txBody>
      </p:sp>
      <p:sp>
        <p:nvSpPr>
          <p:cNvPr id="145" name="Google Shape;145;p15"/>
          <p:cNvSpPr/>
          <p:nvPr/>
        </p:nvSpPr>
        <p:spPr>
          <a:xfrm>
            <a:off x="549450" y="4350187"/>
            <a:ext cx="204600" cy="204600"/>
          </a:xfrm>
          <a:prstGeom prst="ellipse">
            <a:avLst/>
          </a:prstGeom>
          <a:solidFill>
            <a:schemeClr val="accent1"/>
          </a:solidFill>
          <a:ln w="19050" cap="flat" cmpd="sng">
            <a:solidFill>
              <a:srgbClr val="082836"/>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46" name="Google Shape;146;p15"/>
          <p:cNvSpPr txBox="1"/>
          <p:nvPr/>
        </p:nvSpPr>
        <p:spPr>
          <a:xfrm>
            <a:off x="712943" y="4283341"/>
            <a:ext cx="2379300" cy="400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dirty="0">
                <a:solidFill>
                  <a:schemeClr val="dk1"/>
                </a:solidFill>
                <a:latin typeface="Noto Sans JP" panose="020B0200000000000000" pitchFamily="50" charset="-128"/>
                <a:ea typeface="Noto Sans JP" panose="020B0200000000000000" pitchFamily="50" charset="-128"/>
                <a:cs typeface="IBM Plex Sans JP SemiBold"/>
                <a:sym typeface="IBM Plex Sans JP SemiBold"/>
              </a:rPr>
              <a:t>３．混色結果 </a:t>
            </a:r>
            <a:endParaRPr sz="2800" b="1" dirty="0">
              <a:solidFill>
                <a:schemeClr val="dk1"/>
              </a:solidFill>
              <a:latin typeface="Noto Sans JP" panose="020B0200000000000000" pitchFamily="50" charset="-128"/>
              <a:ea typeface="Noto Sans JP" panose="020B0200000000000000" pitchFamily="50" charset="-128"/>
              <a:cs typeface="IBM Plex Sans JP SemiBold"/>
              <a:sym typeface="IBM Plex Sans JP SemiBold"/>
            </a:endParaRPr>
          </a:p>
        </p:txBody>
      </p:sp>
      <p:sp>
        <p:nvSpPr>
          <p:cNvPr id="147" name="Google Shape;147;p15"/>
          <p:cNvSpPr txBox="1"/>
          <p:nvPr/>
        </p:nvSpPr>
        <p:spPr>
          <a:xfrm>
            <a:off x="642882" y="4662992"/>
            <a:ext cx="5642100" cy="12621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000">
                <a:solidFill>
                  <a:schemeClr val="dk1"/>
                </a:solidFill>
                <a:latin typeface="Noto Sans JP" panose="020B0200000000000000" pitchFamily="50" charset="-128"/>
                <a:ea typeface="Noto Sans JP" panose="020B0200000000000000" pitchFamily="50" charset="-128"/>
                <a:cs typeface="IBM Plex Sans JP"/>
                <a:sym typeface="IBM Plex Sans JP"/>
              </a:rPr>
              <a:t>フィラメントには色を重ねたときに発色の良い物と悪い物があります。明度の低い物ほど発色が良い傾向にあり、逆に明度の 高い物ほど発色が悪い傾向にあります。そのためどの様なフィラメントの組み合わせを用いるかに応じたモデルの選択が必要 になります。</a:t>
            </a:r>
            <a:endParaRPr sz="1000">
              <a:solidFill>
                <a:schemeClr val="dk1"/>
              </a:solidFill>
              <a:latin typeface="Noto Sans JP" panose="020B0200000000000000" pitchFamily="50" charset="-128"/>
              <a:ea typeface="Noto Sans JP" panose="020B0200000000000000" pitchFamily="50" charset="-128"/>
              <a:cs typeface="IBM Plex Sans JP"/>
              <a:sym typeface="IBM Plex Sans JP"/>
            </a:endParaRPr>
          </a:p>
          <a:p>
            <a:pPr marL="0" marR="0" lvl="0" indent="0" algn="l" rtl="0">
              <a:spcBef>
                <a:spcPts val="0"/>
              </a:spcBef>
              <a:spcAft>
                <a:spcPts val="0"/>
              </a:spcAft>
              <a:buNone/>
            </a:pPr>
            <a:endParaRPr sz="600">
              <a:solidFill>
                <a:schemeClr val="dk1"/>
              </a:solidFill>
              <a:latin typeface="Noto Sans JP" panose="020B0200000000000000" pitchFamily="50" charset="-128"/>
              <a:ea typeface="Noto Sans JP" panose="020B0200000000000000" pitchFamily="50" charset="-128"/>
              <a:cs typeface="IBM Plex Sans JP"/>
              <a:sym typeface="IBM Plex Sans JP"/>
            </a:endParaRPr>
          </a:p>
          <a:p>
            <a:pPr marL="0" marR="0" lvl="0" indent="0" algn="l" rtl="0">
              <a:spcBef>
                <a:spcPts val="0"/>
              </a:spcBef>
              <a:spcAft>
                <a:spcPts val="0"/>
              </a:spcAft>
              <a:buNone/>
            </a:pPr>
            <a:r>
              <a:rPr lang="en-US" sz="1000">
                <a:solidFill>
                  <a:schemeClr val="dk1"/>
                </a:solidFill>
                <a:latin typeface="Noto Sans JP" panose="020B0200000000000000" pitchFamily="50" charset="-128"/>
                <a:ea typeface="Noto Sans JP" panose="020B0200000000000000" pitchFamily="50" charset="-128"/>
                <a:cs typeface="IBM Plex Sans JP"/>
                <a:sym typeface="IBM Plex Sans JP"/>
              </a:rPr>
              <a:t>混色結果は実際に印刷してみないと、どんな色になるか分かりません。S４モデルでサンプルフィラメントを作って試作をする のも良いですが、時間が許せばBlend Color Checkerで混色結果の比較をして色を確認することを推奨します。 </a:t>
            </a:r>
            <a:endParaRPr sz="1000">
              <a:solidFill>
                <a:schemeClr val="dk1"/>
              </a:solidFill>
              <a:latin typeface="Noto Sans JP" panose="020B0200000000000000" pitchFamily="50" charset="-128"/>
              <a:ea typeface="Noto Sans JP" panose="020B0200000000000000" pitchFamily="50" charset="-128"/>
              <a:cs typeface="IBM Plex Sans JP"/>
              <a:sym typeface="IBM Plex Sans JP"/>
            </a:endParaRPr>
          </a:p>
          <a:p>
            <a:pPr marL="0" marR="0" lvl="0" indent="0" algn="l" rtl="0">
              <a:spcBef>
                <a:spcPts val="0"/>
              </a:spcBef>
              <a:spcAft>
                <a:spcPts val="0"/>
              </a:spcAft>
              <a:buNone/>
            </a:pPr>
            <a:endParaRPr sz="1000" b="1">
              <a:solidFill>
                <a:schemeClr val="dk1"/>
              </a:solidFill>
              <a:latin typeface="Noto Sans JP" panose="020B0200000000000000" pitchFamily="50" charset="-128"/>
              <a:ea typeface="Noto Sans JP" panose="020B0200000000000000" pitchFamily="50" charset="-128"/>
              <a:cs typeface="IBM Plex Sans JP"/>
              <a:sym typeface="IBM Plex Sans JP"/>
            </a:endParaRPr>
          </a:p>
        </p:txBody>
      </p:sp>
      <p:sp>
        <p:nvSpPr>
          <p:cNvPr id="148" name="Google Shape;148;p15"/>
          <p:cNvSpPr txBox="1"/>
          <p:nvPr/>
        </p:nvSpPr>
        <p:spPr>
          <a:xfrm>
            <a:off x="623556" y="592731"/>
            <a:ext cx="1536600" cy="2769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b="1" dirty="0" err="1">
                <a:solidFill>
                  <a:schemeClr val="dk1"/>
                </a:solidFill>
                <a:latin typeface="Noto Sans JP" panose="020B0200000000000000" pitchFamily="50" charset="-128"/>
                <a:ea typeface="Noto Sans JP" panose="020B0200000000000000" pitchFamily="50" charset="-128"/>
                <a:cs typeface="Quattrocento Sans"/>
                <a:sym typeface="Quattrocento Sans"/>
              </a:rPr>
              <a:t>サイズ</a:t>
            </a:r>
            <a:r>
              <a:rPr lang="en-US" sz="1200" b="1" dirty="0">
                <a:solidFill>
                  <a:schemeClr val="dk1"/>
                </a:solidFill>
                <a:latin typeface="Noto Sans JP" panose="020B0200000000000000" pitchFamily="50" charset="-128"/>
                <a:ea typeface="Noto Sans JP" panose="020B0200000000000000" pitchFamily="50" charset="-128"/>
                <a:cs typeface="Quattrocento Sans"/>
                <a:sym typeface="Quattrocento Sans"/>
              </a:rPr>
              <a:t> </a:t>
            </a:r>
            <a:endParaRPr sz="1200" b="1" dirty="0">
              <a:solidFill>
                <a:schemeClr val="dk1"/>
              </a:solidFill>
              <a:latin typeface="Noto Sans JP" panose="020B0200000000000000" pitchFamily="50" charset="-128"/>
              <a:ea typeface="Noto Sans JP" panose="020B0200000000000000" pitchFamily="50" charset="-128"/>
              <a:cs typeface="Quattrocento Sans"/>
              <a:sym typeface="Quattrocento Sans"/>
            </a:endParaRPr>
          </a:p>
        </p:txBody>
      </p:sp>
      <p:sp>
        <p:nvSpPr>
          <p:cNvPr id="149" name="Google Shape;149;p15"/>
          <p:cNvSpPr txBox="1"/>
          <p:nvPr/>
        </p:nvSpPr>
        <p:spPr>
          <a:xfrm>
            <a:off x="619107" y="822827"/>
            <a:ext cx="5705400" cy="14775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000" dirty="0" err="1">
                <a:solidFill>
                  <a:schemeClr val="dk1"/>
                </a:solidFill>
                <a:latin typeface="Noto Sans JP" panose="020B0200000000000000" pitchFamily="50" charset="-128"/>
                <a:ea typeface="Noto Sans JP" panose="020B0200000000000000" pitchFamily="50" charset="-128"/>
                <a:cs typeface="Quattrocento Sans"/>
                <a:sym typeface="Quattrocento Sans"/>
              </a:rPr>
              <a:t>Mで始まるモデルをM</a:t>
            </a:r>
            <a:r>
              <a:rPr lang="en-US" sz="1000" dirty="0">
                <a:solidFill>
                  <a:schemeClr val="dk1"/>
                </a:solidFill>
                <a:latin typeface="Noto Sans JP" panose="020B0200000000000000" pitchFamily="50" charset="-128"/>
                <a:ea typeface="Noto Sans JP" panose="020B0200000000000000" pitchFamily="50" charset="-128"/>
                <a:cs typeface="Quattrocento Sans"/>
                <a:sym typeface="Quattrocento Sans"/>
              </a:rPr>
              <a:t> </a:t>
            </a:r>
            <a:r>
              <a:rPr lang="en-US" sz="1000" dirty="0" err="1">
                <a:solidFill>
                  <a:schemeClr val="dk1"/>
                </a:solidFill>
                <a:latin typeface="Noto Sans JP" panose="020B0200000000000000" pitchFamily="50" charset="-128"/>
                <a:ea typeface="Noto Sans JP" panose="020B0200000000000000" pitchFamily="50" charset="-128"/>
                <a:cs typeface="Quattrocento Sans"/>
                <a:sym typeface="Quattrocento Sans"/>
              </a:rPr>
              <a:t>Familyと呼んでおりBambu</a:t>
            </a:r>
            <a:r>
              <a:rPr lang="en-US" sz="1000" dirty="0">
                <a:solidFill>
                  <a:schemeClr val="dk1"/>
                </a:solidFill>
                <a:latin typeface="Noto Sans JP" panose="020B0200000000000000" pitchFamily="50" charset="-128"/>
                <a:ea typeface="Noto Sans JP" panose="020B0200000000000000" pitchFamily="50" charset="-128"/>
                <a:cs typeface="Quattrocento Sans"/>
                <a:sym typeface="Quattrocento Sans"/>
              </a:rPr>
              <a:t> Lab P, XシリーズやA1で印刷できるサイズとなります。 M2～M4はBambu Lab以外の主要３Dプリンタでちょうど印刷できるようなサイズ展開としております。 </a:t>
            </a:r>
            <a:endParaRPr sz="1000" dirty="0">
              <a:solidFill>
                <a:schemeClr val="dk1"/>
              </a:solidFill>
              <a:latin typeface="Noto Sans JP" panose="020B0200000000000000" pitchFamily="50" charset="-128"/>
              <a:ea typeface="Noto Sans JP" panose="020B0200000000000000" pitchFamily="50" charset="-128"/>
              <a:cs typeface="Quattrocento Sans"/>
              <a:sym typeface="Quattrocento Sans"/>
            </a:endParaRPr>
          </a:p>
          <a:p>
            <a:pPr marL="0" marR="0" lvl="0" indent="0" algn="l" rtl="0">
              <a:spcBef>
                <a:spcPts val="0"/>
              </a:spcBef>
              <a:spcAft>
                <a:spcPts val="0"/>
              </a:spcAft>
              <a:buNone/>
            </a:pPr>
            <a:endParaRPr sz="1000" dirty="0">
              <a:solidFill>
                <a:schemeClr val="dk1"/>
              </a:solidFill>
              <a:latin typeface="Noto Sans JP" panose="020B0200000000000000" pitchFamily="50" charset="-128"/>
              <a:ea typeface="Noto Sans JP" panose="020B0200000000000000" pitchFamily="50" charset="-128"/>
              <a:cs typeface="Quattrocento Sans"/>
              <a:sym typeface="Quattrocento Sans"/>
            </a:endParaRPr>
          </a:p>
          <a:p>
            <a:pPr marL="0" marR="0" lvl="0" indent="0" algn="l" rtl="0">
              <a:spcBef>
                <a:spcPts val="0"/>
              </a:spcBef>
              <a:spcAft>
                <a:spcPts val="0"/>
              </a:spcAft>
              <a:buNone/>
            </a:pPr>
            <a:r>
              <a:rPr lang="en-US" sz="1000" dirty="0">
                <a:solidFill>
                  <a:schemeClr val="dk1"/>
                </a:solidFill>
                <a:latin typeface="Noto Sans JP" panose="020B0200000000000000" pitchFamily="50" charset="-128"/>
                <a:ea typeface="Noto Sans JP" panose="020B0200000000000000" pitchFamily="50" charset="-128"/>
                <a:cs typeface="Quattrocento Sans"/>
                <a:sym typeface="Quattrocento Sans"/>
              </a:rPr>
              <a:t>S </a:t>
            </a:r>
            <a:r>
              <a:rPr lang="en-US" sz="1000" dirty="0" err="1">
                <a:solidFill>
                  <a:schemeClr val="dk1"/>
                </a:solidFill>
                <a:latin typeface="Noto Sans JP" panose="020B0200000000000000" pitchFamily="50" charset="-128"/>
                <a:ea typeface="Noto Sans JP" panose="020B0200000000000000" pitchFamily="50" charset="-128"/>
                <a:cs typeface="Quattrocento Sans"/>
                <a:sym typeface="Quattrocento Sans"/>
              </a:rPr>
              <a:t>で始まるモデルをS</a:t>
            </a:r>
            <a:r>
              <a:rPr lang="en-US" sz="1000" dirty="0">
                <a:solidFill>
                  <a:schemeClr val="dk1"/>
                </a:solidFill>
                <a:latin typeface="Noto Sans JP" panose="020B0200000000000000" pitchFamily="50" charset="-128"/>
                <a:ea typeface="Noto Sans JP" panose="020B0200000000000000" pitchFamily="50" charset="-128"/>
                <a:cs typeface="Quattrocento Sans"/>
                <a:sym typeface="Quattrocento Sans"/>
              </a:rPr>
              <a:t> </a:t>
            </a:r>
            <a:r>
              <a:rPr lang="en-US" sz="1000" dirty="0" err="1">
                <a:solidFill>
                  <a:schemeClr val="dk1"/>
                </a:solidFill>
                <a:latin typeface="Noto Sans JP" panose="020B0200000000000000" pitchFamily="50" charset="-128"/>
                <a:ea typeface="Noto Sans JP" panose="020B0200000000000000" pitchFamily="50" charset="-128"/>
                <a:cs typeface="Quattrocento Sans"/>
                <a:sym typeface="Quattrocento Sans"/>
              </a:rPr>
              <a:t>Familyと呼んでおりBambu</a:t>
            </a:r>
            <a:r>
              <a:rPr lang="en-US" sz="1000" dirty="0">
                <a:solidFill>
                  <a:schemeClr val="dk1"/>
                </a:solidFill>
                <a:latin typeface="Noto Sans JP" panose="020B0200000000000000" pitchFamily="50" charset="-128"/>
                <a:ea typeface="Noto Sans JP" panose="020B0200000000000000" pitchFamily="50" charset="-128"/>
                <a:cs typeface="Quattrocento Sans"/>
                <a:sym typeface="Quattrocento Sans"/>
              </a:rPr>
              <a:t> Lab A1 </a:t>
            </a:r>
            <a:r>
              <a:rPr lang="en-US" sz="1000" dirty="0" err="1">
                <a:solidFill>
                  <a:schemeClr val="dk1"/>
                </a:solidFill>
                <a:latin typeface="Noto Sans JP" panose="020B0200000000000000" pitchFamily="50" charset="-128"/>
                <a:ea typeface="Noto Sans JP" panose="020B0200000000000000" pitchFamily="50" charset="-128"/>
                <a:cs typeface="Quattrocento Sans"/>
                <a:sym typeface="Quattrocento Sans"/>
              </a:rPr>
              <a:t>miniで印刷できるサイズとなります</a:t>
            </a:r>
            <a:r>
              <a:rPr lang="en-US" sz="1000" dirty="0">
                <a:solidFill>
                  <a:schemeClr val="dk1"/>
                </a:solidFill>
                <a:latin typeface="Noto Sans JP" panose="020B0200000000000000" pitchFamily="50" charset="-128"/>
                <a:ea typeface="Noto Sans JP" panose="020B0200000000000000" pitchFamily="50" charset="-128"/>
                <a:cs typeface="Quattrocento Sans"/>
                <a:sym typeface="Quattrocento Sans"/>
              </a:rPr>
              <a:t>。 S4 モデルは最小サイズであり、3DBenchyがちょうど作れるサイズとなっています。 </a:t>
            </a:r>
            <a:endParaRPr sz="1000" dirty="0">
              <a:solidFill>
                <a:schemeClr val="dk1"/>
              </a:solidFill>
              <a:latin typeface="Noto Sans JP" panose="020B0200000000000000" pitchFamily="50" charset="-128"/>
              <a:ea typeface="Noto Sans JP" panose="020B0200000000000000" pitchFamily="50" charset="-128"/>
              <a:cs typeface="Quattrocento Sans"/>
              <a:sym typeface="Quattrocento Sans"/>
            </a:endParaRPr>
          </a:p>
          <a:p>
            <a:pPr marL="0" marR="0" lvl="0" indent="0" algn="l" rtl="0">
              <a:spcBef>
                <a:spcPts val="0"/>
              </a:spcBef>
              <a:spcAft>
                <a:spcPts val="0"/>
              </a:spcAft>
              <a:buNone/>
            </a:pPr>
            <a:endParaRPr sz="1000" dirty="0">
              <a:solidFill>
                <a:schemeClr val="dk1"/>
              </a:solidFill>
              <a:latin typeface="Noto Sans JP" panose="020B0200000000000000" pitchFamily="50" charset="-128"/>
              <a:ea typeface="Noto Sans JP" panose="020B0200000000000000" pitchFamily="50" charset="-128"/>
              <a:cs typeface="Quattrocento Sans"/>
              <a:sym typeface="Quattrocento Sans"/>
            </a:endParaRPr>
          </a:p>
          <a:p>
            <a:pPr marL="0" marR="0" lvl="0" indent="0" algn="l" rtl="0">
              <a:spcBef>
                <a:spcPts val="0"/>
              </a:spcBef>
              <a:spcAft>
                <a:spcPts val="0"/>
              </a:spcAft>
              <a:buNone/>
            </a:pPr>
            <a:r>
              <a:rPr lang="en-US" sz="1000" dirty="0">
                <a:solidFill>
                  <a:schemeClr val="dk1"/>
                </a:solidFill>
                <a:latin typeface="Noto Sans JP" panose="020B0200000000000000" pitchFamily="50" charset="-128"/>
                <a:ea typeface="Noto Sans JP" panose="020B0200000000000000" pitchFamily="50" charset="-128"/>
                <a:cs typeface="Quattrocento Sans"/>
                <a:sym typeface="Quattrocento Sans"/>
              </a:rPr>
              <a:t>L </a:t>
            </a:r>
            <a:r>
              <a:rPr lang="en-US" sz="1000" dirty="0" err="1">
                <a:solidFill>
                  <a:schemeClr val="dk1"/>
                </a:solidFill>
                <a:latin typeface="Noto Sans JP" panose="020B0200000000000000" pitchFamily="50" charset="-128"/>
                <a:ea typeface="Noto Sans JP" panose="020B0200000000000000" pitchFamily="50" charset="-128"/>
                <a:cs typeface="Quattrocento Sans"/>
                <a:sym typeface="Quattrocento Sans"/>
              </a:rPr>
              <a:t>で始まるモデルはBambu</a:t>
            </a:r>
            <a:r>
              <a:rPr lang="en-US" sz="1000" dirty="0">
                <a:solidFill>
                  <a:schemeClr val="dk1"/>
                </a:solidFill>
                <a:latin typeface="Noto Sans JP" panose="020B0200000000000000" pitchFamily="50" charset="-128"/>
                <a:ea typeface="Noto Sans JP" panose="020B0200000000000000" pitchFamily="50" charset="-128"/>
                <a:cs typeface="Quattrocento Sans"/>
                <a:sym typeface="Quattrocento Sans"/>
              </a:rPr>
              <a:t> Lab </a:t>
            </a:r>
            <a:r>
              <a:rPr lang="en-US" sz="1000" dirty="0" err="1">
                <a:solidFill>
                  <a:schemeClr val="dk1"/>
                </a:solidFill>
                <a:latin typeface="Noto Sans JP" panose="020B0200000000000000" pitchFamily="50" charset="-128"/>
                <a:ea typeface="Noto Sans JP" panose="020B0200000000000000" pitchFamily="50" charset="-128"/>
                <a:cs typeface="Quattrocento Sans"/>
                <a:sym typeface="Quattrocento Sans"/>
              </a:rPr>
              <a:t>Hシリーズが扱える大型モデルです。まだ予定は立っておりませんが、将来的に実装の可能性があります</a:t>
            </a:r>
            <a:r>
              <a:rPr lang="en-US" sz="1000" dirty="0">
                <a:solidFill>
                  <a:schemeClr val="dk1"/>
                </a:solidFill>
                <a:latin typeface="Noto Sans JP" panose="020B0200000000000000" pitchFamily="50" charset="-128"/>
                <a:ea typeface="Noto Sans JP" panose="020B0200000000000000" pitchFamily="50" charset="-128"/>
                <a:cs typeface="Quattrocento Sans"/>
                <a:sym typeface="Quattrocento Sans"/>
              </a:rPr>
              <a:t>。  </a:t>
            </a:r>
            <a:endParaRPr sz="1000" dirty="0">
              <a:solidFill>
                <a:schemeClr val="dk1"/>
              </a:solidFill>
              <a:latin typeface="Noto Sans JP" panose="020B0200000000000000" pitchFamily="50" charset="-128"/>
              <a:ea typeface="Noto Sans JP" panose="020B0200000000000000" pitchFamily="50" charset="-128"/>
              <a:cs typeface="Quattrocento Sans"/>
              <a:sym typeface="Quattrocento Sans"/>
            </a:endParaRPr>
          </a:p>
        </p:txBody>
      </p:sp>
      <p:sp>
        <p:nvSpPr>
          <p:cNvPr id="150" name="Google Shape;150;p15"/>
          <p:cNvSpPr/>
          <p:nvPr/>
        </p:nvSpPr>
        <p:spPr>
          <a:xfrm>
            <a:off x="566176" y="666219"/>
            <a:ext cx="124500" cy="129900"/>
          </a:xfrm>
          <a:prstGeom prst="ellipse">
            <a:avLst/>
          </a:prstGeom>
          <a:solidFill>
            <a:schemeClr val="accent1"/>
          </a:solidFill>
          <a:ln w="19050" cap="flat" cmpd="sng">
            <a:solidFill>
              <a:srgbClr val="082836"/>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pic>
        <p:nvPicPr>
          <p:cNvPr id="151" name="Google Shape;151;p15"/>
          <p:cNvPicPr preferRelativeResize="0"/>
          <p:nvPr/>
        </p:nvPicPr>
        <p:blipFill>
          <a:blip r:embed="rId3">
            <a:alphaModFix/>
          </a:blip>
          <a:stretch>
            <a:fillRect/>
          </a:stretch>
        </p:blipFill>
        <p:spPr>
          <a:xfrm>
            <a:off x="880546" y="2300317"/>
            <a:ext cx="5163500" cy="1923700"/>
          </a:xfrm>
          <a:prstGeom prst="rect">
            <a:avLst/>
          </a:prstGeom>
          <a:noFill/>
          <a:ln>
            <a:noFill/>
          </a:ln>
        </p:spPr>
      </p:pic>
      <p:sp>
        <p:nvSpPr>
          <p:cNvPr id="152" name="Google Shape;152;p15"/>
          <p:cNvSpPr txBox="1"/>
          <p:nvPr/>
        </p:nvSpPr>
        <p:spPr>
          <a:xfrm>
            <a:off x="652382" y="5880595"/>
            <a:ext cx="5642100" cy="8928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b="1" dirty="0" err="1">
                <a:solidFill>
                  <a:schemeClr val="dk1"/>
                </a:solidFill>
                <a:latin typeface="Noto Sans JP" panose="020B0200000000000000" pitchFamily="50" charset="-128"/>
                <a:ea typeface="Noto Sans JP" panose="020B0200000000000000" pitchFamily="50" charset="-128"/>
                <a:cs typeface="IBM Plex Sans JP"/>
                <a:sym typeface="IBM Plex Sans JP"/>
              </a:rPr>
              <a:t>混色の特徴</a:t>
            </a:r>
            <a:r>
              <a:rPr lang="en-US" sz="1200" dirty="0">
                <a:solidFill>
                  <a:schemeClr val="dk1"/>
                </a:solidFill>
                <a:latin typeface="Noto Sans JP" panose="020B0200000000000000" pitchFamily="50" charset="-128"/>
                <a:ea typeface="Noto Sans JP" panose="020B0200000000000000" pitchFamily="50" charset="-128"/>
                <a:cs typeface="IBM Plex Sans JP"/>
                <a:sym typeface="IBM Plex Sans JP"/>
              </a:rPr>
              <a:t> </a:t>
            </a:r>
            <a:endParaRPr sz="1200" dirty="0">
              <a:solidFill>
                <a:schemeClr val="dk1"/>
              </a:solidFill>
              <a:latin typeface="Noto Sans JP" panose="020B0200000000000000" pitchFamily="50" charset="-128"/>
              <a:ea typeface="Noto Sans JP" panose="020B0200000000000000" pitchFamily="50" charset="-128"/>
              <a:cs typeface="IBM Plex Sans JP"/>
              <a:sym typeface="IBM Plex Sans JP"/>
            </a:endParaRPr>
          </a:p>
          <a:p>
            <a:pPr marL="0" marR="0" lvl="0" indent="0" algn="l" rtl="0">
              <a:spcBef>
                <a:spcPts val="0"/>
              </a:spcBef>
              <a:spcAft>
                <a:spcPts val="0"/>
              </a:spcAft>
              <a:buNone/>
            </a:pPr>
            <a:endParaRPr sz="600" dirty="0">
              <a:solidFill>
                <a:schemeClr val="dk1"/>
              </a:solidFill>
              <a:latin typeface="Noto Sans JP" panose="020B0200000000000000" pitchFamily="50" charset="-128"/>
              <a:ea typeface="Noto Sans JP" panose="020B0200000000000000" pitchFamily="50" charset="-128"/>
              <a:cs typeface="IBM Plex Sans JP"/>
              <a:sym typeface="IBM Plex Sans JP"/>
            </a:endParaRPr>
          </a:p>
          <a:p>
            <a:pPr marL="0" marR="0" lvl="0" indent="0" algn="l" rtl="0">
              <a:spcBef>
                <a:spcPts val="0"/>
              </a:spcBef>
              <a:spcAft>
                <a:spcPts val="0"/>
              </a:spcAft>
              <a:buNone/>
            </a:pPr>
            <a:r>
              <a:rPr lang="en-US" sz="1000" b="1" dirty="0" err="1">
                <a:solidFill>
                  <a:schemeClr val="dk1"/>
                </a:solidFill>
                <a:latin typeface="Noto Sans JP" panose="020B0200000000000000" pitchFamily="50" charset="-128"/>
                <a:ea typeface="Noto Sans JP" panose="020B0200000000000000" pitchFamily="50" charset="-128"/>
                <a:cs typeface="IBM Plex Sans JP"/>
                <a:sym typeface="IBM Plex Sans JP"/>
              </a:rPr>
              <a:t>明度差の小さい組み合わせ（CMY</a:t>
            </a:r>
            <a:r>
              <a:rPr lang="en-US" sz="1000" b="1" dirty="0">
                <a:solidFill>
                  <a:schemeClr val="dk1"/>
                </a:solidFill>
                <a:latin typeface="Noto Sans JP" panose="020B0200000000000000" pitchFamily="50" charset="-128"/>
                <a:ea typeface="Noto Sans JP" panose="020B0200000000000000" pitchFamily="50" charset="-128"/>
                <a:cs typeface="IBM Plex Sans JP"/>
                <a:sym typeface="IBM Plex Sans JP"/>
              </a:rPr>
              <a:t>）</a:t>
            </a:r>
            <a:endParaRPr sz="1000" b="1" dirty="0">
              <a:solidFill>
                <a:schemeClr val="dk1"/>
              </a:solidFill>
              <a:latin typeface="Noto Sans JP" panose="020B0200000000000000" pitchFamily="50" charset="-128"/>
              <a:ea typeface="Noto Sans JP" panose="020B0200000000000000" pitchFamily="50" charset="-128"/>
              <a:cs typeface="IBM Plex Sans JP"/>
              <a:sym typeface="IBM Plex Sans JP"/>
            </a:endParaRPr>
          </a:p>
          <a:p>
            <a:pPr marL="0" marR="0" lvl="0" indent="0" algn="l" rtl="0">
              <a:spcBef>
                <a:spcPts val="0"/>
              </a:spcBef>
              <a:spcAft>
                <a:spcPts val="0"/>
              </a:spcAft>
              <a:buNone/>
            </a:pPr>
            <a:endParaRPr sz="400" b="1" dirty="0">
              <a:solidFill>
                <a:schemeClr val="dk1"/>
              </a:solidFill>
              <a:latin typeface="Noto Sans JP" panose="020B0200000000000000" pitchFamily="50" charset="-128"/>
              <a:ea typeface="Noto Sans JP" panose="020B0200000000000000" pitchFamily="50" charset="-128"/>
              <a:cs typeface="IBM Plex Sans JP"/>
              <a:sym typeface="IBM Plex Sans JP"/>
            </a:endParaRPr>
          </a:p>
          <a:p>
            <a:pPr marL="0" marR="0" lvl="0" indent="0" algn="l" rtl="0">
              <a:spcBef>
                <a:spcPts val="0"/>
              </a:spcBef>
              <a:spcAft>
                <a:spcPts val="0"/>
              </a:spcAft>
              <a:buNone/>
            </a:pPr>
            <a:r>
              <a:rPr lang="en-US" sz="1000" dirty="0" err="1">
                <a:solidFill>
                  <a:schemeClr val="dk1"/>
                </a:solidFill>
                <a:latin typeface="Noto Sans JP" panose="020B0200000000000000" pitchFamily="50" charset="-128"/>
                <a:ea typeface="Noto Sans JP" panose="020B0200000000000000" pitchFamily="50" charset="-128"/>
                <a:cs typeface="IBM Plex Sans JP"/>
                <a:sym typeface="IBM Plex Sans JP"/>
              </a:rPr>
              <a:t>シアン・マゼンタ・イエローなどの明度差の小さい組合せは、混合比と最終色が比較的リニアに対応します</a:t>
            </a:r>
            <a:r>
              <a:rPr lang="en-US" sz="1000" dirty="0">
                <a:solidFill>
                  <a:schemeClr val="dk1"/>
                </a:solidFill>
                <a:latin typeface="Noto Sans JP" panose="020B0200000000000000" pitchFamily="50" charset="-128"/>
                <a:ea typeface="Noto Sans JP" panose="020B0200000000000000" pitchFamily="50" charset="-128"/>
                <a:cs typeface="IBM Plex Sans JP"/>
                <a:sym typeface="IBM Plex Sans JP"/>
              </a:rPr>
              <a:t>。 </a:t>
            </a:r>
            <a:r>
              <a:rPr lang="en-US" sz="1000" dirty="0" err="1">
                <a:solidFill>
                  <a:schemeClr val="dk1"/>
                </a:solidFill>
                <a:latin typeface="Noto Sans JP" panose="020B0200000000000000" pitchFamily="50" charset="-128"/>
                <a:ea typeface="Noto Sans JP" panose="020B0200000000000000" pitchFamily="50" charset="-128"/>
                <a:cs typeface="IBM Plex Sans JP"/>
                <a:sym typeface="IBM Plex Sans JP"/>
              </a:rPr>
              <a:t>この様なケースではStandardモデルだけで十分な結果を得る事が出来ます</a:t>
            </a:r>
            <a:r>
              <a:rPr lang="en-US" sz="1000" dirty="0">
                <a:solidFill>
                  <a:schemeClr val="dk1"/>
                </a:solidFill>
                <a:latin typeface="Noto Sans JP" panose="020B0200000000000000" pitchFamily="50" charset="-128"/>
                <a:ea typeface="Noto Sans JP" panose="020B0200000000000000" pitchFamily="50" charset="-128"/>
                <a:cs typeface="IBM Plex Sans JP"/>
                <a:sym typeface="IBM Plex Sans JP"/>
              </a:rPr>
              <a:t>。 </a:t>
            </a:r>
            <a:endParaRPr sz="1000" b="1" dirty="0">
              <a:solidFill>
                <a:schemeClr val="dk1"/>
              </a:solidFill>
              <a:latin typeface="Noto Sans JP" panose="020B0200000000000000" pitchFamily="50" charset="-128"/>
              <a:ea typeface="Noto Sans JP" panose="020B0200000000000000" pitchFamily="50" charset="-128"/>
              <a:cs typeface="IBM Plex Sans JP"/>
              <a:sym typeface="IBM Plex Sans JP"/>
            </a:endParaRPr>
          </a:p>
        </p:txBody>
      </p:sp>
      <p:sp>
        <p:nvSpPr>
          <p:cNvPr id="153" name="Google Shape;153;p15"/>
          <p:cNvSpPr/>
          <p:nvPr/>
        </p:nvSpPr>
        <p:spPr>
          <a:xfrm>
            <a:off x="580600" y="5954503"/>
            <a:ext cx="124500" cy="129900"/>
          </a:xfrm>
          <a:prstGeom prst="ellipse">
            <a:avLst/>
          </a:prstGeom>
          <a:solidFill>
            <a:schemeClr val="accent1"/>
          </a:solidFill>
          <a:ln w="19050" cap="flat" cmpd="sng">
            <a:solidFill>
              <a:srgbClr val="082836"/>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pic>
        <p:nvPicPr>
          <p:cNvPr id="154" name="Google Shape;154;p15"/>
          <p:cNvPicPr preferRelativeResize="0"/>
          <p:nvPr/>
        </p:nvPicPr>
        <p:blipFill>
          <a:blip r:embed="rId4">
            <a:alphaModFix/>
          </a:blip>
          <a:stretch>
            <a:fillRect/>
          </a:stretch>
        </p:blipFill>
        <p:spPr>
          <a:xfrm>
            <a:off x="550900" y="6776119"/>
            <a:ext cx="5756200" cy="1821412"/>
          </a:xfrm>
          <a:prstGeom prst="rect">
            <a:avLst/>
          </a:prstGeom>
          <a:solidFill>
            <a:schemeClr val="lt1"/>
          </a:solid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sp>
        <p:nvSpPr>
          <p:cNvPr id="159" name="Google Shape;159;p16"/>
          <p:cNvSpPr/>
          <p:nvPr/>
        </p:nvSpPr>
        <p:spPr>
          <a:xfrm>
            <a:off x="51086" y="45268"/>
            <a:ext cx="6790099" cy="9053465"/>
          </a:xfrm>
          <a:prstGeom prst="rect">
            <a:avLst/>
          </a:prstGeom>
          <a:gradFill>
            <a:gsLst>
              <a:gs pos="0">
                <a:srgbClr val="EE00B0"/>
              </a:gs>
              <a:gs pos="10000">
                <a:srgbClr val="EE00B0"/>
              </a:gs>
              <a:gs pos="50000">
                <a:srgbClr val="6200E8"/>
              </a:gs>
              <a:gs pos="90000">
                <a:srgbClr val="0095E5"/>
              </a:gs>
              <a:gs pos="100000">
                <a:srgbClr val="0095E5"/>
              </a:gs>
            </a:gsLst>
            <a:lin ang="18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60" name="Google Shape;160;p16"/>
          <p:cNvSpPr/>
          <p:nvPr/>
        </p:nvSpPr>
        <p:spPr>
          <a:xfrm>
            <a:off x="17051" y="5531"/>
            <a:ext cx="6858000" cy="9144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grpSp>
        <p:nvGrpSpPr>
          <p:cNvPr id="161" name="Google Shape;161;p16"/>
          <p:cNvGrpSpPr/>
          <p:nvPr/>
        </p:nvGrpSpPr>
        <p:grpSpPr>
          <a:xfrm>
            <a:off x="0" y="0"/>
            <a:ext cx="6865269" cy="9144001"/>
            <a:chOff x="0" y="0"/>
            <a:chExt cx="6865269" cy="9144001"/>
          </a:xfrm>
        </p:grpSpPr>
        <p:sp>
          <p:nvSpPr>
            <p:cNvPr id="162" name="Google Shape;162;p16"/>
            <p:cNvSpPr/>
            <p:nvPr/>
          </p:nvSpPr>
          <p:spPr>
            <a:xfrm>
              <a:off x="0" y="0"/>
              <a:ext cx="6858000" cy="432000"/>
            </a:xfrm>
            <a:prstGeom prst="rect">
              <a:avLst/>
            </a:prstGeom>
            <a:solidFill>
              <a:srgbClr val="F2A982">
                <a:alpha val="10196"/>
              </a:srgbClr>
            </a:solidFill>
            <a:ln w="19050" cap="flat" cmpd="sng">
              <a:solidFill>
                <a:srgbClr val="7F340D"/>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63" name="Google Shape;163;p16"/>
            <p:cNvSpPr/>
            <p:nvPr/>
          </p:nvSpPr>
          <p:spPr>
            <a:xfrm>
              <a:off x="0" y="8712000"/>
              <a:ext cx="6858000" cy="432000"/>
            </a:xfrm>
            <a:prstGeom prst="rect">
              <a:avLst/>
            </a:prstGeom>
            <a:solidFill>
              <a:srgbClr val="F2A982">
                <a:alpha val="10196"/>
              </a:srgbClr>
            </a:solidFill>
            <a:ln w="19050" cap="flat" cmpd="sng">
              <a:solidFill>
                <a:srgbClr val="7F340D"/>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64" name="Google Shape;164;p16"/>
            <p:cNvSpPr/>
            <p:nvPr/>
          </p:nvSpPr>
          <p:spPr>
            <a:xfrm>
              <a:off x="0" y="1"/>
              <a:ext cx="540000" cy="9144000"/>
            </a:xfrm>
            <a:prstGeom prst="rect">
              <a:avLst/>
            </a:prstGeom>
            <a:solidFill>
              <a:srgbClr val="F2A982">
                <a:alpha val="10196"/>
              </a:srgbClr>
            </a:solidFill>
            <a:ln w="19050" cap="flat" cmpd="sng">
              <a:solidFill>
                <a:srgbClr val="7F340D"/>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65" name="Google Shape;165;p16"/>
            <p:cNvSpPr/>
            <p:nvPr/>
          </p:nvSpPr>
          <p:spPr>
            <a:xfrm>
              <a:off x="6325269" y="0"/>
              <a:ext cx="540000" cy="9144000"/>
            </a:xfrm>
            <a:prstGeom prst="rect">
              <a:avLst/>
            </a:prstGeom>
            <a:solidFill>
              <a:srgbClr val="F2A982">
                <a:alpha val="10196"/>
              </a:srgbClr>
            </a:solidFill>
            <a:ln w="19050" cap="flat" cmpd="sng">
              <a:solidFill>
                <a:srgbClr val="7F340D"/>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grpSp>
      <p:sp>
        <p:nvSpPr>
          <p:cNvPr id="166" name="Google Shape;166;p16"/>
          <p:cNvSpPr/>
          <p:nvPr/>
        </p:nvSpPr>
        <p:spPr>
          <a:xfrm>
            <a:off x="554537" y="452468"/>
            <a:ext cx="5756193" cy="54000"/>
          </a:xfrm>
          <a:prstGeom prst="rect">
            <a:avLst/>
          </a:prstGeom>
          <a:solidFill>
            <a:schemeClr val="accent1"/>
          </a:solidFill>
          <a:ln w="19050" cap="flat" cmpd="sng">
            <a:solidFill>
              <a:srgbClr val="082836"/>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67" name="Google Shape;167;p16"/>
          <p:cNvSpPr/>
          <p:nvPr/>
        </p:nvSpPr>
        <p:spPr>
          <a:xfrm>
            <a:off x="554538" y="8661917"/>
            <a:ext cx="2592000" cy="54000"/>
          </a:xfrm>
          <a:prstGeom prst="rect">
            <a:avLst/>
          </a:prstGeom>
          <a:solidFill>
            <a:schemeClr val="accent1"/>
          </a:solidFill>
          <a:ln w="19050" cap="flat" cmpd="sng">
            <a:solidFill>
              <a:srgbClr val="082836"/>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68" name="Google Shape;168;p16"/>
          <p:cNvSpPr/>
          <p:nvPr/>
        </p:nvSpPr>
        <p:spPr>
          <a:xfrm>
            <a:off x="3734844" y="8661917"/>
            <a:ext cx="2592000" cy="54000"/>
          </a:xfrm>
          <a:prstGeom prst="rect">
            <a:avLst/>
          </a:prstGeom>
          <a:solidFill>
            <a:schemeClr val="accent1"/>
          </a:solidFill>
          <a:ln w="19050" cap="flat" cmpd="sng">
            <a:solidFill>
              <a:srgbClr val="082836"/>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69" name="Google Shape;169;p16"/>
          <p:cNvSpPr txBox="1"/>
          <p:nvPr/>
        </p:nvSpPr>
        <p:spPr>
          <a:xfrm>
            <a:off x="3163826" y="8511531"/>
            <a:ext cx="575734" cy="369332"/>
          </a:xfrm>
          <a:prstGeom prst="rect">
            <a:avLst/>
          </a:prstGeom>
          <a:noFill/>
          <a:ln>
            <a:noFill/>
          </a:ln>
        </p:spPr>
        <p:txBody>
          <a:bodyPr spcFirstLastPara="1" wrap="square" lIns="91425" tIns="45700" rIns="91425" bIns="45700" anchor="ctr" anchorCtr="0">
            <a:spAutoFit/>
          </a:bodyPr>
          <a:lstStyle/>
          <a:p>
            <a:pPr marL="0" marR="0" lvl="0" indent="0" algn="ctr" rtl="0">
              <a:spcBef>
                <a:spcPts val="0"/>
              </a:spcBef>
              <a:spcAft>
                <a:spcPts val="0"/>
              </a:spcAft>
              <a:buNone/>
            </a:pPr>
            <a:r>
              <a:rPr lang="en-US" sz="1800" dirty="0">
                <a:solidFill>
                  <a:schemeClr val="dk1"/>
                </a:solidFill>
                <a:latin typeface="Jost" pitchFamily="2" charset="0"/>
                <a:ea typeface="Jost" pitchFamily="2" charset="0"/>
                <a:sym typeface="Arial"/>
              </a:rPr>
              <a:t>3</a:t>
            </a:r>
            <a:endParaRPr sz="1800" dirty="0">
              <a:solidFill>
                <a:schemeClr val="dk1"/>
              </a:solidFill>
              <a:latin typeface="Jost" pitchFamily="2" charset="0"/>
              <a:ea typeface="Jost" pitchFamily="2" charset="0"/>
              <a:sym typeface="Arial"/>
            </a:endParaRPr>
          </a:p>
        </p:txBody>
      </p:sp>
      <p:sp>
        <p:nvSpPr>
          <p:cNvPr id="170" name="Google Shape;170;p16"/>
          <p:cNvSpPr/>
          <p:nvPr/>
        </p:nvSpPr>
        <p:spPr>
          <a:xfrm>
            <a:off x="575725" y="5930002"/>
            <a:ext cx="204600" cy="204600"/>
          </a:xfrm>
          <a:prstGeom prst="ellipse">
            <a:avLst/>
          </a:prstGeom>
          <a:solidFill>
            <a:schemeClr val="accent1"/>
          </a:solidFill>
          <a:ln w="19050" cap="flat" cmpd="sng">
            <a:solidFill>
              <a:srgbClr val="082836"/>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71" name="Google Shape;171;p16"/>
          <p:cNvSpPr txBox="1"/>
          <p:nvPr/>
        </p:nvSpPr>
        <p:spPr>
          <a:xfrm>
            <a:off x="748128" y="5867504"/>
            <a:ext cx="3645600" cy="400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dirty="0">
                <a:solidFill>
                  <a:schemeClr val="dk1"/>
                </a:solidFill>
                <a:latin typeface="Noto Sans JP" panose="020B0200000000000000" pitchFamily="50" charset="-128"/>
                <a:ea typeface="Noto Sans JP" panose="020B0200000000000000" pitchFamily="50" charset="-128"/>
                <a:cs typeface="IBM Plex Sans JP SemiBold"/>
                <a:sym typeface="IBM Plex Sans JP SemiBold"/>
              </a:rPr>
              <a:t>４．揃えるべきフィラメント </a:t>
            </a:r>
            <a:endParaRPr sz="2400" b="1" dirty="0">
              <a:solidFill>
                <a:schemeClr val="dk1"/>
              </a:solidFill>
              <a:latin typeface="Noto Sans JP" panose="020B0200000000000000" pitchFamily="50" charset="-128"/>
              <a:ea typeface="Noto Sans JP" panose="020B0200000000000000" pitchFamily="50" charset="-128"/>
              <a:cs typeface="IBM Plex Sans JP SemiBold"/>
              <a:sym typeface="IBM Plex Sans JP SemiBold"/>
            </a:endParaRPr>
          </a:p>
        </p:txBody>
      </p:sp>
      <p:sp>
        <p:nvSpPr>
          <p:cNvPr id="172" name="Google Shape;172;p16"/>
          <p:cNvSpPr txBox="1"/>
          <p:nvPr/>
        </p:nvSpPr>
        <p:spPr>
          <a:xfrm>
            <a:off x="678058" y="6285057"/>
            <a:ext cx="5649600" cy="224672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000" dirty="0" err="1">
                <a:solidFill>
                  <a:schemeClr val="dk1"/>
                </a:solidFill>
                <a:latin typeface="Noto Sans JP" panose="020B0200000000000000" pitchFamily="50" charset="-128"/>
                <a:ea typeface="Noto Sans JP" panose="020B0200000000000000" pitchFamily="50" charset="-128"/>
                <a:cs typeface="IBM Plex Sans JP"/>
                <a:sym typeface="IBM Plex Sans JP"/>
              </a:rPr>
              <a:t>おすすめは</a:t>
            </a:r>
            <a:r>
              <a:rPr lang="en-US" sz="1000" dirty="0">
                <a:solidFill>
                  <a:schemeClr val="dk1"/>
                </a:solidFill>
                <a:latin typeface="Noto Sans JP" panose="020B0200000000000000" pitchFamily="50" charset="-128"/>
                <a:ea typeface="Noto Sans JP" panose="020B0200000000000000" pitchFamily="50" charset="-128"/>
                <a:cs typeface="IBM Plex Sans JP"/>
                <a:sym typeface="IBM Plex Sans JP"/>
              </a:rPr>
              <a:t> Bambu Lab PLA Basic の </a:t>
            </a:r>
            <a:r>
              <a:rPr lang="en-US" sz="1000" dirty="0" err="1">
                <a:solidFill>
                  <a:schemeClr val="dk1"/>
                </a:solidFill>
                <a:latin typeface="Noto Sans JP" panose="020B0200000000000000" pitchFamily="50" charset="-128"/>
                <a:ea typeface="Noto Sans JP" panose="020B0200000000000000" pitchFamily="50" charset="-128"/>
                <a:cs typeface="IBM Plex Sans JP"/>
                <a:sym typeface="IBM Plex Sans JP"/>
              </a:rPr>
              <a:t>Cyan・Magenta・Yellow・White</a:t>
            </a:r>
            <a:r>
              <a:rPr lang="en-US" sz="1000" dirty="0">
                <a:solidFill>
                  <a:schemeClr val="dk1"/>
                </a:solidFill>
                <a:latin typeface="Noto Sans JP" panose="020B0200000000000000" pitchFamily="50" charset="-128"/>
                <a:ea typeface="Noto Sans JP" panose="020B0200000000000000" pitchFamily="50" charset="-128"/>
                <a:cs typeface="IBM Plex Sans JP"/>
                <a:sym typeface="IBM Plex Sans JP"/>
              </a:rPr>
              <a:t> の 4色です。 この4色があれば、基本的な色表現を幅広くカバーできます。 Black </a:t>
            </a:r>
            <a:r>
              <a:rPr lang="en-US" sz="1000" dirty="0" err="1">
                <a:solidFill>
                  <a:schemeClr val="dk1"/>
                </a:solidFill>
                <a:latin typeface="Noto Sans JP" panose="020B0200000000000000" pitchFamily="50" charset="-128"/>
                <a:ea typeface="Noto Sans JP" panose="020B0200000000000000" pitchFamily="50" charset="-128"/>
                <a:cs typeface="IBM Plex Sans JP"/>
                <a:sym typeface="IBM Plex Sans JP"/>
              </a:rPr>
              <a:t>も色の幅を広げる際に有効ですが、非常に強い影響力を持つため、混ざりムラが出やすく注意が必要です</a:t>
            </a:r>
            <a:r>
              <a:rPr lang="en-US" sz="1000" dirty="0">
                <a:solidFill>
                  <a:schemeClr val="dk1"/>
                </a:solidFill>
                <a:latin typeface="Noto Sans JP" panose="020B0200000000000000" pitchFamily="50" charset="-128"/>
                <a:ea typeface="Noto Sans JP" panose="020B0200000000000000" pitchFamily="50" charset="-128"/>
                <a:cs typeface="IBM Plex Sans JP"/>
                <a:sym typeface="IBM Plex Sans JP"/>
              </a:rPr>
              <a:t>。 </a:t>
            </a:r>
            <a:endParaRPr sz="1000" dirty="0">
              <a:solidFill>
                <a:schemeClr val="dk1"/>
              </a:solidFill>
              <a:latin typeface="Noto Sans JP" panose="020B0200000000000000" pitchFamily="50" charset="-128"/>
              <a:ea typeface="Noto Sans JP" panose="020B0200000000000000" pitchFamily="50" charset="-128"/>
              <a:cs typeface="IBM Plex Sans JP"/>
              <a:sym typeface="IBM Plex Sans JP"/>
            </a:endParaRPr>
          </a:p>
          <a:p>
            <a:pPr marL="0" marR="0" lvl="0" indent="0" algn="l" rtl="0">
              <a:spcBef>
                <a:spcPts val="0"/>
              </a:spcBef>
              <a:spcAft>
                <a:spcPts val="0"/>
              </a:spcAft>
              <a:buNone/>
            </a:pPr>
            <a:endParaRPr sz="1000" dirty="0">
              <a:solidFill>
                <a:schemeClr val="dk1"/>
              </a:solidFill>
              <a:latin typeface="Noto Sans JP" panose="020B0200000000000000" pitchFamily="50" charset="-128"/>
              <a:ea typeface="Noto Sans JP" panose="020B0200000000000000" pitchFamily="50" charset="-128"/>
              <a:cs typeface="IBM Plex Sans JP"/>
              <a:sym typeface="IBM Plex Sans JP"/>
            </a:endParaRPr>
          </a:p>
          <a:p>
            <a:pPr lvl="0"/>
            <a:r>
              <a:rPr lang="ja-JP" altLang="en-US" sz="1000" dirty="0">
                <a:solidFill>
                  <a:schemeClr val="dk1"/>
                </a:solidFill>
                <a:latin typeface="Noto Sans JP" panose="020B0200000000000000" pitchFamily="50" charset="-128"/>
                <a:ea typeface="Noto Sans JP" panose="020B0200000000000000" pitchFamily="50" charset="-128"/>
                <a:cs typeface="IBM Plex Sans JP"/>
                <a:sym typeface="IBM Plex Sans JP"/>
              </a:rPr>
              <a:t>理論上、</a:t>
            </a:r>
            <a:r>
              <a:rPr lang="en-US" altLang="ja-JP" sz="1000" dirty="0">
                <a:solidFill>
                  <a:schemeClr val="dk1"/>
                </a:solidFill>
                <a:latin typeface="Noto Sans JP" panose="020B0200000000000000" pitchFamily="50" charset="-128"/>
                <a:ea typeface="Noto Sans JP" panose="020B0200000000000000" pitchFamily="50" charset="-128"/>
                <a:cs typeface="IBM Plex Sans JP"/>
                <a:sym typeface="IBM Plex Sans JP"/>
              </a:rPr>
              <a:t>2</a:t>
            </a:r>
            <a:r>
              <a:rPr lang="ja-JP" altLang="en-US" sz="1000" dirty="0">
                <a:solidFill>
                  <a:schemeClr val="dk1"/>
                </a:solidFill>
                <a:latin typeface="Noto Sans JP" panose="020B0200000000000000" pitchFamily="50" charset="-128"/>
                <a:ea typeface="Noto Sans JP" panose="020B0200000000000000" pitchFamily="50" charset="-128"/>
                <a:cs typeface="IBM Plex Sans JP"/>
                <a:sym typeface="IBM Plex Sans JP"/>
              </a:rPr>
              <a:t>つの原色の中間点は、知覚的に均等になるよう設計された色空間である</a:t>
            </a:r>
            <a:r>
              <a:rPr lang="en-US" altLang="ja-JP" sz="1000" dirty="0">
                <a:solidFill>
                  <a:schemeClr val="dk1"/>
                </a:solidFill>
                <a:latin typeface="Noto Sans JP" panose="020B0200000000000000" pitchFamily="50" charset="-128"/>
                <a:ea typeface="Noto Sans JP" panose="020B0200000000000000" pitchFamily="50" charset="-128"/>
                <a:cs typeface="IBM Plex Sans JP"/>
                <a:sym typeface="IBM Plex Sans JP"/>
              </a:rPr>
              <a:t>CIELAB</a:t>
            </a:r>
            <a:r>
              <a:rPr lang="ja-JP" altLang="en-US" sz="1000" dirty="0">
                <a:solidFill>
                  <a:schemeClr val="dk1"/>
                </a:solidFill>
                <a:latin typeface="Noto Sans JP" panose="020B0200000000000000" pitchFamily="50" charset="-128"/>
                <a:ea typeface="Noto Sans JP" panose="020B0200000000000000" pitchFamily="50" charset="-128"/>
                <a:cs typeface="IBM Plex Sans JP"/>
                <a:sym typeface="IBM Plex Sans JP"/>
              </a:rPr>
              <a:t>（およびその円筒座標表現である</a:t>
            </a:r>
            <a:r>
              <a:rPr lang="en-US" altLang="ja-JP" sz="1000" dirty="0" err="1">
                <a:solidFill>
                  <a:schemeClr val="dk1"/>
                </a:solidFill>
                <a:latin typeface="Noto Sans JP" panose="020B0200000000000000" pitchFamily="50" charset="-128"/>
                <a:ea typeface="Noto Sans JP" panose="020B0200000000000000" pitchFamily="50" charset="-128"/>
                <a:cs typeface="IBM Plex Sans JP"/>
                <a:sym typeface="IBM Plex Sans JP"/>
              </a:rPr>
              <a:t>CIELCh</a:t>
            </a:r>
            <a:r>
              <a:rPr lang="ja-JP" altLang="en-US" sz="1000" dirty="0">
                <a:solidFill>
                  <a:schemeClr val="dk1"/>
                </a:solidFill>
                <a:latin typeface="Noto Sans JP" panose="020B0200000000000000" pitchFamily="50" charset="-128"/>
                <a:ea typeface="Noto Sans JP" panose="020B0200000000000000" pitchFamily="50" charset="-128"/>
                <a:cs typeface="IBM Plex Sans JP"/>
                <a:sym typeface="IBM Plex Sans JP"/>
              </a:rPr>
              <a:t>）で定義される </a:t>
            </a:r>
            <a:r>
              <a:rPr lang="en-US" altLang="ja-JP" sz="1000" dirty="0">
                <a:solidFill>
                  <a:schemeClr val="dk1"/>
                </a:solidFill>
                <a:latin typeface="Noto Sans JP" panose="020B0200000000000000" pitchFamily="50" charset="-128"/>
                <a:ea typeface="Noto Sans JP" panose="020B0200000000000000" pitchFamily="50" charset="-128"/>
                <a:cs typeface="IBM Plex Sans JP"/>
                <a:sym typeface="IBM Plex Sans JP"/>
              </a:rPr>
              <a:t>perceptual midpoint color</a:t>
            </a:r>
            <a:r>
              <a:rPr lang="ja-JP" altLang="en-US" sz="1000" dirty="0">
                <a:solidFill>
                  <a:schemeClr val="dk1"/>
                </a:solidFill>
                <a:latin typeface="Noto Sans JP" panose="020B0200000000000000" pitchFamily="50" charset="-128"/>
                <a:ea typeface="Noto Sans JP" panose="020B0200000000000000" pitchFamily="50" charset="-128"/>
                <a:cs typeface="IBM Plex Sans JP"/>
                <a:sym typeface="IBM Plex Sans JP"/>
              </a:rPr>
              <a:t>（知覚的中間色）になります。</a:t>
            </a:r>
            <a:endParaRPr lang="en-US" altLang="ja-JP" sz="1000" dirty="0">
              <a:solidFill>
                <a:schemeClr val="dk1"/>
              </a:solidFill>
              <a:latin typeface="Noto Sans JP" panose="020B0200000000000000" pitchFamily="50" charset="-128"/>
              <a:ea typeface="Noto Sans JP" panose="020B0200000000000000" pitchFamily="50" charset="-128"/>
              <a:cs typeface="IBM Plex Sans JP"/>
              <a:sym typeface="IBM Plex Sans JP"/>
            </a:endParaRPr>
          </a:p>
          <a:p>
            <a:pPr lvl="0"/>
            <a:r>
              <a:rPr lang="ja-JP" altLang="en-US" sz="1000" dirty="0">
                <a:solidFill>
                  <a:schemeClr val="dk1"/>
                </a:solidFill>
                <a:latin typeface="Noto Sans JP" panose="020B0200000000000000" pitchFamily="50" charset="-128"/>
                <a:ea typeface="Noto Sans JP" panose="020B0200000000000000" pitchFamily="50" charset="-128"/>
                <a:cs typeface="IBM Plex Sans JP"/>
                <a:sym typeface="IBM Plex Sans JP"/>
              </a:rPr>
              <a:t>しかし、実際のフィラメント混色では、顔料の吸収特性や減法混色の影響により、下図に示されている </a:t>
            </a:r>
            <a:r>
              <a:rPr lang="en-US" altLang="ja-JP" sz="1000" dirty="0">
                <a:solidFill>
                  <a:schemeClr val="dk1"/>
                </a:solidFill>
                <a:latin typeface="Noto Sans JP" panose="020B0200000000000000" pitchFamily="50" charset="-128"/>
                <a:ea typeface="Noto Sans JP" panose="020B0200000000000000" pitchFamily="50" charset="-128"/>
                <a:cs typeface="IBM Plex Sans JP"/>
                <a:sym typeface="IBM Plex Sans JP"/>
              </a:rPr>
              <a:t>material-mixing midpoint</a:t>
            </a:r>
            <a:r>
              <a:rPr lang="ja-JP" altLang="en-US" sz="1000" dirty="0">
                <a:solidFill>
                  <a:schemeClr val="dk1"/>
                </a:solidFill>
                <a:latin typeface="Noto Sans JP" panose="020B0200000000000000" pitchFamily="50" charset="-128"/>
                <a:ea typeface="Noto Sans JP" panose="020B0200000000000000" pitchFamily="50" charset="-128"/>
                <a:cs typeface="IBM Plex Sans JP"/>
                <a:sym typeface="IBM Plex Sans JP"/>
              </a:rPr>
              <a:t>（実素材混合の中点）は彩度が低下し、理想的な中間位置とは異なる、くすみのある色になりやす くなります。</a:t>
            </a:r>
            <a:endParaRPr lang="en-US" altLang="ja-JP" sz="1000" dirty="0">
              <a:solidFill>
                <a:schemeClr val="dk1"/>
              </a:solidFill>
              <a:latin typeface="Noto Sans JP" panose="020B0200000000000000" pitchFamily="50" charset="-128"/>
              <a:ea typeface="Noto Sans JP" panose="020B0200000000000000" pitchFamily="50" charset="-128"/>
              <a:cs typeface="IBM Plex Sans JP"/>
              <a:sym typeface="IBM Plex Sans JP"/>
            </a:endParaRPr>
          </a:p>
          <a:p>
            <a:pPr lvl="0"/>
            <a:endParaRPr sz="1000" dirty="0">
              <a:solidFill>
                <a:schemeClr val="dk1"/>
              </a:solidFill>
              <a:latin typeface="Noto Sans JP" panose="020B0200000000000000" pitchFamily="50" charset="-128"/>
              <a:ea typeface="Noto Sans JP" panose="020B0200000000000000" pitchFamily="50" charset="-128"/>
              <a:cs typeface="IBM Plex Sans JP"/>
              <a:sym typeface="IBM Plex Sans JP"/>
            </a:endParaRPr>
          </a:p>
          <a:p>
            <a:pPr marL="0" marR="0" lvl="0" indent="0" algn="l" rtl="0">
              <a:spcBef>
                <a:spcPts val="0"/>
              </a:spcBef>
              <a:spcAft>
                <a:spcPts val="0"/>
              </a:spcAft>
              <a:buNone/>
            </a:pPr>
            <a:r>
              <a:rPr lang="en-US" sz="1000" dirty="0" err="1">
                <a:solidFill>
                  <a:schemeClr val="dk1"/>
                </a:solidFill>
                <a:latin typeface="Noto Sans JP" panose="020B0200000000000000" pitchFamily="50" charset="-128"/>
                <a:ea typeface="Noto Sans JP" panose="020B0200000000000000" pitchFamily="50" charset="-128"/>
                <a:cs typeface="IBM Plex Sans JP"/>
                <a:sym typeface="IBM Plex Sans JP"/>
              </a:rPr>
              <a:t>そのため、ユーザーが期待する「自然な中間色相・中間彩度」を確実に得られるように、図に示す</a:t>
            </a:r>
            <a:r>
              <a:rPr lang="en-US" sz="1000" dirty="0">
                <a:solidFill>
                  <a:schemeClr val="dk1"/>
                </a:solidFill>
                <a:latin typeface="Noto Sans JP" panose="020B0200000000000000" pitchFamily="50" charset="-128"/>
                <a:ea typeface="Noto Sans JP" panose="020B0200000000000000" pitchFamily="50" charset="-128"/>
                <a:cs typeface="IBM Plex Sans JP"/>
                <a:sym typeface="IBM Plex Sans JP"/>
              </a:rPr>
              <a:t> recommended bridge </a:t>
            </a:r>
            <a:r>
              <a:rPr lang="en-US" sz="1000" dirty="0" err="1">
                <a:solidFill>
                  <a:schemeClr val="dk1"/>
                </a:solidFill>
                <a:latin typeface="Noto Sans JP" panose="020B0200000000000000" pitchFamily="50" charset="-128"/>
                <a:ea typeface="Noto Sans JP" panose="020B0200000000000000" pitchFamily="50" charset="-128"/>
                <a:cs typeface="IBM Plex Sans JP"/>
                <a:sym typeface="IBM Plex Sans JP"/>
              </a:rPr>
              <a:t>filament（推奨ブリッジ色）を追加しています</a:t>
            </a:r>
            <a:r>
              <a:rPr lang="en-US" sz="1000" dirty="0">
                <a:solidFill>
                  <a:schemeClr val="dk1"/>
                </a:solidFill>
                <a:latin typeface="Noto Sans JP" panose="020B0200000000000000" pitchFamily="50" charset="-128"/>
                <a:ea typeface="Noto Sans JP" panose="020B0200000000000000" pitchFamily="50" charset="-128"/>
                <a:cs typeface="IBM Plex Sans JP"/>
                <a:sym typeface="IBM Plex Sans JP"/>
              </a:rPr>
              <a:t>。 </a:t>
            </a:r>
            <a:endParaRPr sz="1000" dirty="0">
              <a:solidFill>
                <a:schemeClr val="dk1"/>
              </a:solidFill>
              <a:latin typeface="Noto Sans JP" panose="020B0200000000000000" pitchFamily="50" charset="-128"/>
              <a:ea typeface="Noto Sans JP" panose="020B0200000000000000" pitchFamily="50" charset="-128"/>
              <a:cs typeface="IBM Plex Sans JP"/>
              <a:sym typeface="IBM Plex Sans JP"/>
            </a:endParaRPr>
          </a:p>
          <a:p>
            <a:pPr marL="0" marR="0" lvl="0" indent="0" algn="l" rtl="0">
              <a:spcBef>
                <a:spcPts val="0"/>
              </a:spcBef>
              <a:spcAft>
                <a:spcPts val="0"/>
              </a:spcAft>
              <a:buNone/>
            </a:pPr>
            <a:endParaRPr sz="1000" b="1" dirty="0">
              <a:solidFill>
                <a:schemeClr val="dk1"/>
              </a:solidFill>
              <a:latin typeface="Noto Sans JP" panose="020B0200000000000000" pitchFamily="50" charset="-128"/>
              <a:ea typeface="Noto Sans JP" panose="020B0200000000000000" pitchFamily="50" charset="-128"/>
              <a:cs typeface="IBM Plex Sans JP"/>
              <a:sym typeface="IBM Plex Sans JP"/>
            </a:endParaRPr>
          </a:p>
        </p:txBody>
      </p:sp>
      <p:sp>
        <p:nvSpPr>
          <p:cNvPr id="173" name="Google Shape;173;p16"/>
          <p:cNvSpPr txBox="1"/>
          <p:nvPr/>
        </p:nvSpPr>
        <p:spPr>
          <a:xfrm>
            <a:off x="695070" y="610703"/>
            <a:ext cx="5642100" cy="15393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000" b="1" dirty="0" err="1">
                <a:solidFill>
                  <a:schemeClr val="dk1"/>
                </a:solidFill>
                <a:latin typeface="Noto Sans JP" panose="020B0200000000000000" pitchFamily="50" charset="-128"/>
                <a:ea typeface="Noto Sans JP" panose="020B0200000000000000" pitchFamily="50" charset="-128"/>
                <a:cs typeface="IBM Plex Sans JP"/>
                <a:sym typeface="IBM Plex Sans JP"/>
              </a:rPr>
              <a:t>明度差の大きい組み合わせ（白・黒</a:t>
            </a:r>
            <a:r>
              <a:rPr lang="en-US" sz="1000" b="1" dirty="0">
                <a:solidFill>
                  <a:schemeClr val="dk1"/>
                </a:solidFill>
                <a:latin typeface="Noto Sans JP" panose="020B0200000000000000" pitchFamily="50" charset="-128"/>
                <a:ea typeface="Noto Sans JP" panose="020B0200000000000000" pitchFamily="50" charset="-128"/>
                <a:cs typeface="IBM Plex Sans JP"/>
                <a:sym typeface="IBM Plex Sans JP"/>
              </a:rPr>
              <a:t>）</a:t>
            </a:r>
            <a:endParaRPr sz="1000" b="1" dirty="0">
              <a:solidFill>
                <a:schemeClr val="dk1"/>
              </a:solidFill>
              <a:latin typeface="Noto Sans JP" panose="020B0200000000000000" pitchFamily="50" charset="-128"/>
              <a:ea typeface="Noto Sans JP" panose="020B0200000000000000" pitchFamily="50" charset="-128"/>
              <a:cs typeface="IBM Plex Sans JP"/>
              <a:sym typeface="IBM Plex Sans JP"/>
            </a:endParaRPr>
          </a:p>
          <a:p>
            <a:pPr marL="0" marR="0" lvl="0" indent="0" algn="l" rtl="0">
              <a:spcBef>
                <a:spcPts val="0"/>
              </a:spcBef>
              <a:spcAft>
                <a:spcPts val="0"/>
              </a:spcAft>
              <a:buNone/>
            </a:pPr>
            <a:endParaRPr sz="400" b="1" dirty="0">
              <a:solidFill>
                <a:schemeClr val="dk1"/>
              </a:solidFill>
              <a:latin typeface="Noto Sans JP" panose="020B0200000000000000" pitchFamily="50" charset="-128"/>
              <a:ea typeface="Noto Sans JP" panose="020B0200000000000000" pitchFamily="50" charset="-128"/>
              <a:cs typeface="IBM Plex Sans JP"/>
              <a:sym typeface="IBM Plex Sans JP"/>
            </a:endParaRPr>
          </a:p>
          <a:p>
            <a:pPr marL="0" marR="0" lvl="0" indent="0" algn="l" rtl="0">
              <a:spcBef>
                <a:spcPts val="0"/>
              </a:spcBef>
              <a:spcAft>
                <a:spcPts val="0"/>
              </a:spcAft>
              <a:buNone/>
            </a:pPr>
            <a:r>
              <a:rPr lang="en-US" sz="1000" dirty="0" err="1">
                <a:solidFill>
                  <a:schemeClr val="dk1"/>
                </a:solidFill>
                <a:latin typeface="Noto Sans JP" panose="020B0200000000000000" pitchFamily="50" charset="-128"/>
                <a:ea typeface="Noto Sans JP" panose="020B0200000000000000" pitchFamily="50" charset="-128"/>
                <a:cs typeface="IBM Plex Sans JP"/>
                <a:sym typeface="IBM Plex Sans JP"/>
              </a:rPr>
              <a:t>白と黒の様に明暗差の大きい組合せは明度の低いフィラメントの影響が強くStandardモデルだけでは表現の幅が狭まってし</a:t>
            </a:r>
            <a:r>
              <a:rPr lang="en-US" sz="1000" dirty="0">
                <a:solidFill>
                  <a:schemeClr val="dk1"/>
                </a:solidFill>
                <a:latin typeface="Noto Sans JP" panose="020B0200000000000000" pitchFamily="50" charset="-128"/>
                <a:ea typeface="Noto Sans JP" panose="020B0200000000000000" pitchFamily="50" charset="-128"/>
                <a:cs typeface="IBM Plex Sans JP"/>
                <a:sym typeface="IBM Plex Sans JP"/>
              </a:rPr>
              <a:t> </a:t>
            </a:r>
            <a:r>
              <a:rPr lang="en-US" sz="1000" dirty="0" err="1">
                <a:solidFill>
                  <a:schemeClr val="dk1"/>
                </a:solidFill>
                <a:latin typeface="Noto Sans JP" panose="020B0200000000000000" pitchFamily="50" charset="-128"/>
                <a:ea typeface="Noto Sans JP" panose="020B0200000000000000" pitchFamily="50" charset="-128"/>
                <a:cs typeface="IBM Plex Sans JP"/>
                <a:sym typeface="IBM Plex Sans JP"/>
              </a:rPr>
              <a:t>まいます。このような場合はDetailモデルを活用してください</a:t>
            </a:r>
            <a:r>
              <a:rPr lang="en-US" sz="1000" dirty="0">
                <a:solidFill>
                  <a:schemeClr val="dk1"/>
                </a:solidFill>
                <a:latin typeface="Noto Sans JP" panose="020B0200000000000000" pitchFamily="50" charset="-128"/>
                <a:ea typeface="Noto Sans JP" panose="020B0200000000000000" pitchFamily="50" charset="-128"/>
                <a:cs typeface="IBM Plex Sans JP"/>
                <a:sym typeface="IBM Plex Sans JP"/>
              </a:rPr>
              <a:t>。 </a:t>
            </a:r>
            <a:endParaRPr sz="1000" dirty="0">
              <a:solidFill>
                <a:schemeClr val="dk1"/>
              </a:solidFill>
              <a:latin typeface="Noto Sans JP" panose="020B0200000000000000" pitchFamily="50" charset="-128"/>
              <a:ea typeface="Noto Sans JP" panose="020B0200000000000000" pitchFamily="50" charset="-128"/>
              <a:cs typeface="IBM Plex Sans JP"/>
              <a:sym typeface="IBM Plex Sans JP"/>
            </a:endParaRPr>
          </a:p>
          <a:p>
            <a:pPr marL="0" marR="0" lvl="0" indent="0" algn="l" rtl="0">
              <a:spcBef>
                <a:spcPts val="0"/>
              </a:spcBef>
              <a:spcAft>
                <a:spcPts val="0"/>
              </a:spcAft>
              <a:buNone/>
            </a:pPr>
            <a:endParaRPr sz="1000" dirty="0">
              <a:solidFill>
                <a:schemeClr val="dk1"/>
              </a:solidFill>
              <a:latin typeface="Noto Sans JP" panose="020B0200000000000000" pitchFamily="50" charset="-128"/>
              <a:ea typeface="Noto Sans JP" panose="020B0200000000000000" pitchFamily="50" charset="-128"/>
              <a:cs typeface="IBM Plex Sans JP"/>
              <a:sym typeface="IBM Plex Sans JP"/>
            </a:endParaRPr>
          </a:p>
          <a:p>
            <a:pPr marL="0" marR="0" lvl="0" indent="0" algn="l" rtl="0">
              <a:spcBef>
                <a:spcPts val="0"/>
              </a:spcBef>
              <a:spcAft>
                <a:spcPts val="0"/>
              </a:spcAft>
              <a:buNone/>
            </a:pPr>
            <a:r>
              <a:rPr lang="en-US" sz="1000" dirty="0" err="1">
                <a:solidFill>
                  <a:schemeClr val="dk1"/>
                </a:solidFill>
                <a:latin typeface="Noto Sans JP" panose="020B0200000000000000" pitchFamily="50" charset="-128"/>
                <a:ea typeface="Noto Sans JP" panose="020B0200000000000000" pitchFamily="50" charset="-128"/>
                <a:cs typeface="IBM Plex Sans JP"/>
                <a:sym typeface="IBM Plex Sans JP"/>
              </a:rPr>
              <a:t>印刷中のフィラメントは粘性が高くノズル内で十分な撹拌は行われません。そのため混色フィラメントでの印刷結果がまだらに</a:t>
            </a:r>
            <a:r>
              <a:rPr lang="en-US" sz="1000" dirty="0">
                <a:solidFill>
                  <a:schemeClr val="dk1"/>
                </a:solidFill>
                <a:latin typeface="Noto Sans JP" panose="020B0200000000000000" pitchFamily="50" charset="-128"/>
                <a:ea typeface="Noto Sans JP" panose="020B0200000000000000" pitchFamily="50" charset="-128"/>
                <a:cs typeface="IBM Plex Sans JP"/>
                <a:sym typeface="IBM Plex Sans JP"/>
              </a:rPr>
              <a:t> </a:t>
            </a:r>
            <a:r>
              <a:rPr lang="en-US" sz="1000" dirty="0" err="1">
                <a:solidFill>
                  <a:schemeClr val="dk1"/>
                </a:solidFill>
                <a:latin typeface="Noto Sans JP" panose="020B0200000000000000" pitchFamily="50" charset="-128"/>
                <a:ea typeface="Noto Sans JP" panose="020B0200000000000000" pitchFamily="50" charset="-128"/>
                <a:cs typeface="IBM Plex Sans JP"/>
                <a:sym typeface="IBM Plex Sans JP"/>
              </a:rPr>
              <a:t>なってしまう事があります</a:t>
            </a:r>
            <a:r>
              <a:rPr lang="en-US" sz="1000" dirty="0">
                <a:solidFill>
                  <a:schemeClr val="dk1"/>
                </a:solidFill>
                <a:latin typeface="Noto Sans JP" panose="020B0200000000000000" pitchFamily="50" charset="-128"/>
                <a:ea typeface="Noto Sans JP" panose="020B0200000000000000" pitchFamily="50" charset="-128"/>
                <a:cs typeface="IBM Plex Sans JP"/>
                <a:sym typeface="IBM Plex Sans JP"/>
              </a:rPr>
              <a:t>。 </a:t>
            </a:r>
            <a:endParaRPr sz="1000" dirty="0">
              <a:solidFill>
                <a:schemeClr val="dk1"/>
              </a:solidFill>
              <a:latin typeface="Noto Sans JP" panose="020B0200000000000000" pitchFamily="50" charset="-128"/>
              <a:ea typeface="Noto Sans JP" panose="020B0200000000000000" pitchFamily="50" charset="-128"/>
              <a:cs typeface="IBM Plex Sans JP"/>
              <a:sym typeface="IBM Plex Sans JP"/>
            </a:endParaRPr>
          </a:p>
          <a:p>
            <a:pPr marL="0" marR="0" lvl="0" indent="0" algn="l" rtl="0">
              <a:spcBef>
                <a:spcPts val="0"/>
              </a:spcBef>
              <a:spcAft>
                <a:spcPts val="0"/>
              </a:spcAft>
              <a:buNone/>
            </a:pPr>
            <a:r>
              <a:rPr lang="en-US" sz="1000" dirty="0" err="1">
                <a:solidFill>
                  <a:schemeClr val="dk1"/>
                </a:solidFill>
                <a:latin typeface="Noto Sans JP" panose="020B0200000000000000" pitchFamily="50" charset="-128"/>
                <a:ea typeface="Noto Sans JP" panose="020B0200000000000000" pitchFamily="50" charset="-128"/>
                <a:cs typeface="IBM Plex Sans JP"/>
                <a:sym typeface="IBM Plex Sans JP"/>
              </a:rPr>
              <a:t>明暗差が小さい場合は気づきませんが、明暗差が大きい場合は十分に分かるレベルです。Blend</a:t>
            </a:r>
            <a:r>
              <a:rPr lang="en-US" sz="1000" dirty="0">
                <a:solidFill>
                  <a:schemeClr val="dk1"/>
                </a:solidFill>
                <a:latin typeface="Noto Sans JP" panose="020B0200000000000000" pitchFamily="50" charset="-128"/>
                <a:ea typeface="Noto Sans JP" panose="020B0200000000000000" pitchFamily="50" charset="-128"/>
                <a:cs typeface="IBM Plex Sans JP"/>
                <a:sym typeface="IBM Plex Sans JP"/>
              </a:rPr>
              <a:t> Filament </a:t>
            </a:r>
            <a:r>
              <a:rPr lang="en-US" sz="1000" dirty="0" err="1">
                <a:solidFill>
                  <a:schemeClr val="dk1"/>
                </a:solidFill>
                <a:latin typeface="Noto Sans JP" panose="020B0200000000000000" pitchFamily="50" charset="-128"/>
                <a:ea typeface="Noto Sans JP" panose="020B0200000000000000" pitchFamily="50" charset="-128"/>
                <a:cs typeface="IBM Plex Sans JP"/>
                <a:sym typeface="IBM Plex Sans JP"/>
              </a:rPr>
              <a:t>で薄いグレーの</a:t>
            </a:r>
            <a:r>
              <a:rPr lang="en-US" sz="1000" dirty="0">
                <a:solidFill>
                  <a:schemeClr val="dk1"/>
                </a:solidFill>
                <a:latin typeface="Noto Sans JP" panose="020B0200000000000000" pitchFamily="50" charset="-128"/>
                <a:ea typeface="Noto Sans JP" panose="020B0200000000000000" pitchFamily="50" charset="-128"/>
                <a:cs typeface="IBM Plex Sans JP"/>
                <a:sym typeface="IBM Plex Sans JP"/>
              </a:rPr>
              <a:t> </a:t>
            </a:r>
            <a:r>
              <a:rPr lang="en-US" sz="1000" dirty="0" err="1">
                <a:solidFill>
                  <a:schemeClr val="dk1"/>
                </a:solidFill>
                <a:latin typeface="Noto Sans JP" panose="020B0200000000000000" pitchFamily="50" charset="-128"/>
                <a:ea typeface="Noto Sans JP" panose="020B0200000000000000" pitchFamily="50" charset="-128"/>
                <a:cs typeface="IBM Plex Sans JP"/>
                <a:sym typeface="IBM Plex Sans JP"/>
              </a:rPr>
              <a:t>フィラメントを作成する場合は白と黒よりも白とグレーの組合せを推奨します</a:t>
            </a:r>
            <a:r>
              <a:rPr lang="en-US" sz="1000" dirty="0">
                <a:solidFill>
                  <a:schemeClr val="dk1"/>
                </a:solidFill>
                <a:latin typeface="Noto Sans JP" panose="020B0200000000000000" pitchFamily="50" charset="-128"/>
                <a:ea typeface="Noto Sans JP" panose="020B0200000000000000" pitchFamily="50" charset="-128"/>
                <a:cs typeface="IBM Plex Sans JP"/>
                <a:sym typeface="IBM Plex Sans JP"/>
              </a:rPr>
              <a:t>。 </a:t>
            </a:r>
            <a:endParaRPr sz="1000" dirty="0">
              <a:solidFill>
                <a:schemeClr val="dk1"/>
              </a:solidFill>
              <a:latin typeface="Noto Sans JP" panose="020B0200000000000000" pitchFamily="50" charset="-128"/>
              <a:ea typeface="Noto Sans JP" panose="020B0200000000000000" pitchFamily="50" charset="-128"/>
              <a:cs typeface="IBM Plex Sans JP"/>
              <a:sym typeface="IBM Plex Sans JP"/>
            </a:endParaRPr>
          </a:p>
        </p:txBody>
      </p:sp>
      <p:pic>
        <p:nvPicPr>
          <p:cNvPr id="174" name="Google Shape;174;p16"/>
          <p:cNvPicPr preferRelativeResize="0"/>
          <p:nvPr/>
        </p:nvPicPr>
        <p:blipFill>
          <a:blip r:embed="rId3">
            <a:alphaModFix/>
          </a:blip>
          <a:stretch>
            <a:fillRect/>
          </a:stretch>
        </p:blipFill>
        <p:spPr>
          <a:xfrm>
            <a:off x="542588" y="2212973"/>
            <a:ext cx="5772827" cy="1863752"/>
          </a:xfrm>
          <a:prstGeom prst="rect">
            <a:avLst/>
          </a:prstGeom>
          <a:noFill/>
          <a:ln>
            <a:noFill/>
          </a:ln>
        </p:spPr>
      </p:pic>
      <p:sp>
        <p:nvSpPr>
          <p:cNvPr id="175" name="Google Shape;175;p16"/>
          <p:cNvSpPr txBox="1"/>
          <p:nvPr/>
        </p:nvSpPr>
        <p:spPr>
          <a:xfrm>
            <a:off x="666532" y="4269345"/>
            <a:ext cx="5642100" cy="12006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b="1" dirty="0" err="1">
                <a:solidFill>
                  <a:schemeClr val="dk1"/>
                </a:solidFill>
                <a:latin typeface="Noto Sans JP" panose="020B0200000000000000" pitchFamily="50" charset="-128"/>
                <a:ea typeface="Noto Sans JP" panose="020B0200000000000000" pitchFamily="50" charset="-128"/>
                <a:cs typeface="IBM Plex Sans JP"/>
                <a:sym typeface="IBM Plex Sans JP"/>
              </a:rPr>
              <a:t>材質による違い</a:t>
            </a:r>
            <a:endParaRPr sz="1200" dirty="0">
              <a:solidFill>
                <a:schemeClr val="dk1"/>
              </a:solidFill>
              <a:latin typeface="Noto Sans JP" panose="020B0200000000000000" pitchFamily="50" charset="-128"/>
              <a:ea typeface="Noto Sans JP" panose="020B0200000000000000" pitchFamily="50" charset="-128"/>
              <a:cs typeface="IBM Plex Sans JP"/>
              <a:sym typeface="IBM Plex Sans JP"/>
            </a:endParaRPr>
          </a:p>
          <a:p>
            <a:pPr marL="0" marR="0" lvl="0" indent="0" algn="l" rtl="0">
              <a:spcBef>
                <a:spcPts val="0"/>
              </a:spcBef>
              <a:spcAft>
                <a:spcPts val="0"/>
              </a:spcAft>
              <a:buNone/>
            </a:pPr>
            <a:endParaRPr sz="600" dirty="0">
              <a:solidFill>
                <a:schemeClr val="dk1"/>
              </a:solidFill>
              <a:latin typeface="Noto Sans JP" panose="020B0200000000000000" pitchFamily="50" charset="-128"/>
              <a:ea typeface="Noto Sans JP" panose="020B0200000000000000" pitchFamily="50" charset="-128"/>
              <a:cs typeface="IBM Plex Sans JP"/>
              <a:sym typeface="IBM Plex Sans JP"/>
            </a:endParaRPr>
          </a:p>
          <a:p>
            <a:pPr marL="0" marR="0" lvl="0" indent="0" algn="l" rtl="0">
              <a:spcBef>
                <a:spcPts val="0"/>
              </a:spcBef>
              <a:spcAft>
                <a:spcPts val="0"/>
              </a:spcAft>
              <a:buNone/>
            </a:pPr>
            <a:r>
              <a:rPr lang="en-US" sz="1000" dirty="0" err="1">
                <a:solidFill>
                  <a:schemeClr val="dk1"/>
                </a:solidFill>
                <a:latin typeface="Noto Sans JP" panose="020B0200000000000000" pitchFamily="50" charset="-128"/>
                <a:ea typeface="Noto Sans JP" panose="020B0200000000000000" pitchFamily="50" charset="-128"/>
                <a:cs typeface="IBM Plex Sans JP"/>
                <a:sym typeface="IBM Plex Sans JP"/>
              </a:rPr>
              <a:t>上記白と黒の印刷結果を見てもらうと分かりますが、PLAの混色結果とPETGの混色結果は異なります</a:t>
            </a:r>
            <a:r>
              <a:rPr lang="en-US" sz="1000" dirty="0">
                <a:solidFill>
                  <a:schemeClr val="dk1"/>
                </a:solidFill>
                <a:latin typeface="Noto Sans JP" panose="020B0200000000000000" pitchFamily="50" charset="-128"/>
                <a:ea typeface="Noto Sans JP" panose="020B0200000000000000" pitchFamily="50" charset="-128"/>
                <a:cs typeface="IBM Plex Sans JP"/>
                <a:sym typeface="IBM Plex Sans JP"/>
              </a:rPr>
              <a:t>。 </a:t>
            </a:r>
            <a:endParaRPr sz="1000" dirty="0">
              <a:solidFill>
                <a:schemeClr val="dk1"/>
              </a:solidFill>
              <a:latin typeface="Noto Sans JP" panose="020B0200000000000000" pitchFamily="50" charset="-128"/>
              <a:ea typeface="Noto Sans JP" panose="020B0200000000000000" pitchFamily="50" charset="-128"/>
              <a:cs typeface="IBM Plex Sans JP"/>
              <a:sym typeface="IBM Plex Sans JP"/>
            </a:endParaRPr>
          </a:p>
          <a:p>
            <a:pPr marL="0" marR="0" lvl="0" indent="0" algn="l" rtl="0">
              <a:spcBef>
                <a:spcPts val="0"/>
              </a:spcBef>
              <a:spcAft>
                <a:spcPts val="0"/>
              </a:spcAft>
              <a:buNone/>
            </a:pPr>
            <a:r>
              <a:rPr lang="en-US" sz="1000" dirty="0" err="1">
                <a:solidFill>
                  <a:schemeClr val="dk1"/>
                </a:solidFill>
                <a:latin typeface="Noto Sans JP" panose="020B0200000000000000" pitchFamily="50" charset="-128"/>
                <a:ea typeface="Noto Sans JP" panose="020B0200000000000000" pitchFamily="50" charset="-128"/>
                <a:cs typeface="IBM Plex Sans JP"/>
                <a:sym typeface="IBM Plex Sans JP"/>
              </a:rPr>
              <a:t>特にPLA</a:t>
            </a:r>
            <a:r>
              <a:rPr lang="en-US" sz="1000" dirty="0">
                <a:solidFill>
                  <a:schemeClr val="dk1"/>
                </a:solidFill>
                <a:latin typeface="Noto Sans JP" panose="020B0200000000000000" pitchFamily="50" charset="-128"/>
                <a:ea typeface="Noto Sans JP" panose="020B0200000000000000" pitchFamily="50" charset="-128"/>
                <a:cs typeface="IBM Plex Sans JP"/>
                <a:sym typeface="IBM Plex Sans JP"/>
              </a:rPr>
              <a:t> </a:t>
            </a:r>
            <a:r>
              <a:rPr lang="en-US" sz="1000" dirty="0" err="1">
                <a:solidFill>
                  <a:schemeClr val="dk1"/>
                </a:solidFill>
                <a:latin typeface="Noto Sans JP" panose="020B0200000000000000" pitchFamily="50" charset="-128"/>
                <a:ea typeface="Noto Sans JP" panose="020B0200000000000000" pitchFamily="50" charset="-128"/>
                <a:cs typeface="IBM Plex Sans JP"/>
                <a:sym typeface="IBM Plex Sans JP"/>
              </a:rPr>
              <a:t>Basicの白は透過性に優れているため、白の影響が極めて低い結果となりました</a:t>
            </a:r>
            <a:r>
              <a:rPr lang="en-US" sz="1000" dirty="0">
                <a:solidFill>
                  <a:schemeClr val="dk1"/>
                </a:solidFill>
                <a:latin typeface="Noto Sans JP" panose="020B0200000000000000" pitchFamily="50" charset="-128"/>
                <a:ea typeface="Noto Sans JP" panose="020B0200000000000000" pitchFamily="50" charset="-128"/>
                <a:cs typeface="IBM Plex Sans JP"/>
                <a:sym typeface="IBM Plex Sans JP"/>
              </a:rPr>
              <a:t>。 </a:t>
            </a:r>
            <a:r>
              <a:rPr lang="en-US" sz="1000" dirty="0" err="1">
                <a:solidFill>
                  <a:schemeClr val="dk1"/>
                </a:solidFill>
                <a:latin typeface="Noto Sans JP" panose="020B0200000000000000" pitchFamily="50" charset="-128"/>
                <a:ea typeface="Noto Sans JP" panose="020B0200000000000000" pitchFamily="50" charset="-128"/>
                <a:cs typeface="IBM Plex Sans JP"/>
                <a:sym typeface="IBM Plex Sans JP"/>
              </a:rPr>
              <a:t>一方でPETG</a:t>
            </a:r>
            <a:r>
              <a:rPr lang="en-US" sz="1000" dirty="0">
                <a:solidFill>
                  <a:schemeClr val="dk1"/>
                </a:solidFill>
                <a:latin typeface="Noto Sans JP" panose="020B0200000000000000" pitchFamily="50" charset="-128"/>
                <a:ea typeface="Noto Sans JP" panose="020B0200000000000000" pitchFamily="50" charset="-128"/>
                <a:cs typeface="IBM Plex Sans JP"/>
                <a:sym typeface="IBM Plex Sans JP"/>
              </a:rPr>
              <a:t> </a:t>
            </a:r>
            <a:r>
              <a:rPr lang="en-US" sz="1000" dirty="0" err="1">
                <a:solidFill>
                  <a:schemeClr val="dk1"/>
                </a:solidFill>
                <a:latin typeface="Noto Sans JP" panose="020B0200000000000000" pitchFamily="50" charset="-128"/>
                <a:ea typeface="Noto Sans JP" panose="020B0200000000000000" pitchFamily="50" charset="-128"/>
                <a:cs typeface="IBM Plex Sans JP"/>
                <a:sym typeface="IBM Plex Sans JP"/>
              </a:rPr>
              <a:t>HTの白は透過性が低く、PLA</a:t>
            </a:r>
            <a:r>
              <a:rPr lang="en-US" sz="1000" dirty="0">
                <a:solidFill>
                  <a:schemeClr val="dk1"/>
                </a:solidFill>
                <a:latin typeface="Noto Sans JP" panose="020B0200000000000000" pitchFamily="50" charset="-128"/>
                <a:ea typeface="Noto Sans JP" panose="020B0200000000000000" pitchFamily="50" charset="-128"/>
                <a:cs typeface="IBM Plex Sans JP"/>
                <a:sym typeface="IBM Plex Sans JP"/>
              </a:rPr>
              <a:t> </a:t>
            </a:r>
            <a:r>
              <a:rPr lang="en-US" sz="1000" dirty="0" err="1">
                <a:solidFill>
                  <a:schemeClr val="dk1"/>
                </a:solidFill>
                <a:latin typeface="Noto Sans JP" panose="020B0200000000000000" pitchFamily="50" charset="-128"/>
                <a:ea typeface="Noto Sans JP" panose="020B0200000000000000" pitchFamily="50" charset="-128"/>
                <a:cs typeface="IBM Plex Sans JP"/>
                <a:sym typeface="IBM Plex Sans JP"/>
              </a:rPr>
              <a:t>Basicよりも白の影響が強い結果となります</a:t>
            </a:r>
            <a:r>
              <a:rPr lang="en-US" sz="1000" dirty="0">
                <a:solidFill>
                  <a:schemeClr val="dk1"/>
                </a:solidFill>
                <a:latin typeface="Noto Sans JP" panose="020B0200000000000000" pitchFamily="50" charset="-128"/>
                <a:ea typeface="Noto Sans JP" panose="020B0200000000000000" pitchFamily="50" charset="-128"/>
                <a:cs typeface="IBM Plex Sans JP"/>
                <a:sym typeface="IBM Plex Sans JP"/>
              </a:rPr>
              <a:t>。 </a:t>
            </a:r>
            <a:endParaRPr sz="1000" dirty="0">
              <a:solidFill>
                <a:schemeClr val="dk1"/>
              </a:solidFill>
              <a:latin typeface="Noto Sans JP" panose="020B0200000000000000" pitchFamily="50" charset="-128"/>
              <a:ea typeface="Noto Sans JP" panose="020B0200000000000000" pitchFamily="50" charset="-128"/>
              <a:cs typeface="IBM Plex Sans JP"/>
              <a:sym typeface="IBM Plex Sans JP"/>
            </a:endParaRPr>
          </a:p>
          <a:p>
            <a:pPr marL="0" marR="0" lvl="0" indent="0" algn="l" rtl="0">
              <a:spcBef>
                <a:spcPts val="0"/>
              </a:spcBef>
              <a:spcAft>
                <a:spcPts val="0"/>
              </a:spcAft>
              <a:buNone/>
            </a:pPr>
            <a:endParaRPr sz="400" dirty="0">
              <a:solidFill>
                <a:schemeClr val="dk1"/>
              </a:solidFill>
              <a:latin typeface="Noto Sans JP" panose="020B0200000000000000" pitchFamily="50" charset="-128"/>
              <a:ea typeface="Noto Sans JP" panose="020B0200000000000000" pitchFamily="50" charset="-128"/>
              <a:cs typeface="IBM Plex Sans JP"/>
              <a:sym typeface="IBM Plex Sans JP"/>
            </a:endParaRPr>
          </a:p>
          <a:p>
            <a:pPr marL="0" marR="0" lvl="0" indent="0" algn="l" rtl="0">
              <a:spcBef>
                <a:spcPts val="0"/>
              </a:spcBef>
              <a:spcAft>
                <a:spcPts val="0"/>
              </a:spcAft>
              <a:buNone/>
            </a:pPr>
            <a:r>
              <a:rPr lang="en-US" sz="1000" dirty="0" err="1">
                <a:solidFill>
                  <a:schemeClr val="dk1"/>
                </a:solidFill>
                <a:latin typeface="Noto Sans JP" panose="020B0200000000000000" pitchFamily="50" charset="-128"/>
                <a:ea typeface="Noto Sans JP" panose="020B0200000000000000" pitchFamily="50" charset="-128"/>
                <a:cs typeface="IBM Plex Sans JP"/>
                <a:sym typeface="IBM Plex Sans JP"/>
              </a:rPr>
              <a:t>混色時にはベースとなるフィラメントの色だけではなく、透過性の影響も受けます</a:t>
            </a:r>
            <a:r>
              <a:rPr lang="en-US" sz="1000" dirty="0">
                <a:solidFill>
                  <a:schemeClr val="dk1"/>
                </a:solidFill>
                <a:latin typeface="Noto Sans JP" panose="020B0200000000000000" pitchFamily="50" charset="-128"/>
                <a:ea typeface="Noto Sans JP" panose="020B0200000000000000" pitchFamily="50" charset="-128"/>
                <a:cs typeface="IBM Plex Sans JP"/>
                <a:sym typeface="IBM Plex Sans JP"/>
              </a:rPr>
              <a:t>。  </a:t>
            </a:r>
            <a:endParaRPr sz="1000" dirty="0">
              <a:solidFill>
                <a:schemeClr val="dk1"/>
              </a:solidFill>
              <a:latin typeface="Noto Sans JP" panose="020B0200000000000000" pitchFamily="50" charset="-128"/>
              <a:ea typeface="Noto Sans JP" panose="020B0200000000000000" pitchFamily="50" charset="-128"/>
              <a:cs typeface="IBM Plex Sans JP"/>
              <a:sym typeface="IBM Plex Sans JP"/>
            </a:endParaRPr>
          </a:p>
        </p:txBody>
      </p:sp>
      <p:sp>
        <p:nvSpPr>
          <p:cNvPr id="176" name="Google Shape;176;p16"/>
          <p:cNvSpPr/>
          <p:nvPr/>
        </p:nvSpPr>
        <p:spPr>
          <a:xfrm>
            <a:off x="594750" y="4343253"/>
            <a:ext cx="124500" cy="129900"/>
          </a:xfrm>
          <a:prstGeom prst="ellipse">
            <a:avLst/>
          </a:prstGeom>
          <a:solidFill>
            <a:schemeClr val="accent1"/>
          </a:solidFill>
          <a:ln w="19050" cap="flat" cmpd="sng">
            <a:solidFill>
              <a:srgbClr val="082836"/>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181" name="Google Shape;181;p17"/>
          <p:cNvSpPr/>
          <p:nvPr/>
        </p:nvSpPr>
        <p:spPr>
          <a:xfrm>
            <a:off x="51086" y="45268"/>
            <a:ext cx="6790099" cy="9053465"/>
          </a:xfrm>
          <a:prstGeom prst="rect">
            <a:avLst/>
          </a:prstGeom>
          <a:gradFill>
            <a:gsLst>
              <a:gs pos="0">
                <a:srgbClr val="EE00B0"/>
              </a:gs>
              <a:gs pos="10000">
                <a:srgbClr val="EE00B0"/>
              </a:gs>
              <a:gs pos="50000">
                <a:srgbClr val="6200E8"/>
              </a:gs>
              <a:gs pos="90000">
                <a:srgbClr val="0095E5"/>
              </a:gs>
              <a:gs pos="100000">
                <a:srgbClr val="0095E5"/>
              </a:gs>
            </a:gsLst>
            <a:lin ang="18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82" name="Google Shape;182;p17"/>
          <p:cNvSpPr/>
          <p:nvPr/>
        </p:nvSpPr>
        <p:spPr>
          <a:xfrm>
            <a:off x="17051" y="5531"/>
            <a:ext cx="6858000" cy="9144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grpSp>
        <p:nvGrpSpPr>
          <p:cNvPr id="183" name="Google Shape;183;p17"/>
          <p:cNvGrpSpPr/>
          <p:nvPr/>
        </p:nvGrpSpPr>
        <p:grpSpPr>
          <a:xfrm>
            <a:off x="0" y="0"/>
            <a:ext cx="6865269" cy="9144001"/>
            <a:chOff x="0" y="0"/>
            <a:chExt cx="6865269" cy="9144001"/>
          </a:xfrm>
        </p:grpSpPr>
        <p:sp>
          <p:nvSpPr>
            <p:cNvPr id="184" name="Google Shape;184;p17"/>
            <p:cNvSpPr/>
            <p:nvPr/>
          </p:nvSpPr>
          <p:spPr>
            <a:xfrm>
              <a:off x="0" y="0"/>
              <a:ext cx="6858000" cy="432000"/>
            </a:xfrm>
            <a:prstGeom prst="rect">
              <a:avLst/>
            </a:prstGeom>
            <a:solidFill>
              <a:srgbClr val="F2A982">
                <a:alpha val="10196"/>
              </a:srgbClr>
            </a:solidFill>
            <a:ln w="19050" cap="flat" cmpd="sng">
              <a:solidFill>
                <a:srgbClr val="7F340D"/>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85" name="Google Shape;185;p17"/>
            <p:cNvSpPr/>
            <p:nvPr/>
          </p:nvSpPr>
          <p:spPr>
            <a:xfrm>
              <a:off x="0" y="8712000"/>
              <a:ext cx="6858000" cy="432000"/>
            </a:xfrm>
            <a:prstGeom prst="rect">
              <a:avLst/>
            </a:prstGeom>
            <a:solidFill>
              <a:srgbClr val="F2A982">
                <a:alpha val="10196"/>
              </a:srgbClr>
            </a:solidFill>
            <a:ln w="19050" cap="flat" cmpd="sng">
              <a:solidFill>
                <a:srgbClr val="7F340D"/>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86" name="Google Shape;186;p17"/>
            <p:cNvSpPr/>
            <p:nvPr/>
          </p:nvSpPr>
          <p:spPr>
            <a:xfrm>
              <a:off x="0" y="1"/>
              <a:ext cx="540000" cy="9144000"/>
            </a:xfrm>
            <a:prstGeom prst="rect">
              <a:avLst/>
            </a:prstGeom>
            <a:solidFill>
              <a:srgbClr val="F2A982">
                <a:alpha val="10196"/>
              </a:srgbClr>
            </a:solidFill>
            <a:ln w="19050" cap="flat" cmpd="sng">
              <a:solidFill>
                <a:srgbClr val="7F340D"/>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87" name="Google Shape;187;p17"/>
            <p:cNvSpPr/>
            <p:nvPr/>
          </p:nvSpPr>
          <p:spPr>
            <a:xfrm>
              <a:off x="6325269" y="0"/>
              <a:ext cx="540000" cy="9144000"/>
            </a:xfrm>
            <a:prstGeom prst="rect">
              <a:avLst/>
            </a:prstGeom>
            <a:solidFill>
              <a:srgbClr val="F2A982">
                <a:alpha val="10196"/>
              </a:srgbClr>
            </a:solidFill>
            <a:ln w="19050" cap="flat" cmpd="sng">
              <a:solidFill>
                <a:srgbClr val="7F340D"/>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grpSp>
      <p:sp>
        <p:nvSpPr>
          <p:cNvPr id="188" name="Google Shape;188;p17"/>
          <p:cNvSpPr/>
          <p:nvPr/>
        </p:nvSpPr>
        <p:spPr>
          <a:xfrm>
            <a:off x="554537" y="452468"/>
            <a:ext cx="5756193" cy="54000"/>
          </a:xfrm>
          <a:prstGeom prst="rect">
            <a:avLst/>
          </a:prstGeom>
          <a:solidFill>
            <a:schemeClr val="accent1"/>
          </a:solidFill>
          <a:ln w="19050" cap="flat" cmpd="sng">
            <a:solidFill>
              <a:srgbClr val="082836"/>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89" name="Google Shape;189;p17"/>
          <p:cNvSpPr/>
          <p:nvPr/>
        </p:nvSpPr>
        <p:spPr>
          <a:xfrm>
            <a:off x="554538" y="8661917"/>
            <a:ext cx="2592000" cy="54000"/>
          </a:xfrm>
          <a:prstGeom prst="rect">
            <a:avLst/>
          </a:prstGeom>
          <a:solidFill>
            <a:schemeClr val="accent1"/>
          </a:solidFill>
          <a:ln w="19050" cap="flat" cmpd="sng">
            <a:solidFill>
              <a:srgbClr val="082836"/>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90" name="Google Shape;190;p17"/>
          <p:cNvSpPr/>
          <p:nvPr/>
        </p:nvSpPr>
        <p:spPr>
          <a:xfrm>
            <a:off x="3734844" y="8661917"/>
            <a:ext cx="2592000" cy="54000"/>
          </a:xfrm>
          <a:prstGeom prst="rect">
            <a:avLst/>
          </a:prstGeom>
          <a:solidFill>
            <a:schemeClr val="accent1"/>
          </a:solidFill>
          <a:ln w="19050" cap="flat" cmpd="sng">
            <a:solidFill>
              <a:srgbClr val="082836"/>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91" name="Google Shape;191;p17"/>
          <p:cNvSpPr txBox="1"/>
          <p:nvPr/>
        </p:nvSpPr>
        <p:spPr>
          <a:xfrm>
            <a:off x="3163826" y="8511531"/>
            <a:ext cx="575734" cy="369332"/>
          </a:xfrm>
          <a:prstGeom prst="rect">
            <a:avLst/>
          </a:prstGeom>
          <a:noFill/>
          <a:ln>
            <a:noFill/>
          </a:ln>
        </p:spPr>
        <p:txBody>
          <a:bodyPr spcFirstLastPara="1" wrap="square" lIns="91425" tIns="45700" rIns="91425" bIns="45700" anchor="ctr" anchorCtr="0">
            <a:spAutoFit/>
          </a:bodyPr>
          <a:lstStyle/>
          <a:p>
            <a:pPr marL="0" marR="0" lvl="0" indent="0" algn="ctr" rtl="0">
              <a:spcBef>
                <a:spcPts val="0"/>
              </a:spcBef>
              <a:spcAft>
                <a:spcPts val="0"/>
              </a:spcAft>
              <a:buNone/>
            </a:pPr>
            <a:r>
              <a:rPr lang="en-US" sz="1800" dirty="0">
                <a:solidFill>
                  <a:schemeClr val="dk1"/>
                </a:solidFill>
                <a:latin typeface="Jost" pitchFamily="2" charset="0"/>
                <a:ea typeface="Jost" pitchFamily="2" charset="0"/>
                <a:sym typeface="Arial"/>
              </a:rPr>
              <a:t>4</a:t>
            </a:r>
            <a:endParaRPr sz="1800" dirty="0">
              <a:solidFill>
                <a:schemeClr val="dk1"/>
              </a:solidFill>
              <a:latin typeface="Jost" pitchFamily="2" charset="0"/>
              <a:ea typeface="Jost" pitchFamily="2" charset="0"/>
              <a:sym typeface="Arial"/>
            </a:endParaRPr>
          </a:p>
        </p:txBody>
      </p:sp>
      <p:sp>
        <p:nvSpPr>
          <p:cNvPr id="192" name="Google Shape;192;p17"/>
          <p:cNvSpPr/>
          <p:nvPr/>
        </p:nvSpPr>
        <p:spPr>
          <a:xfrm>
            <a:off x="571996" y="4470450"/>
            <a:ext cx="204600" cy="204600"/>
          </a:xfrm>
          <a:prstGeom prst="ellipse">
            <a:avLst/>
          </a:prstGeom>
          <a:solidFill>
            <a:schemeClr val="accent1"/>
          </a:solidFill>
          <a:ln w="19050" cap="flat" cmpd="sng">
            <a:solidFill>
              <a:srgbClr val="082836"/>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93" name="Google Shape;193;p17"/>
          <p:cNvSpPr txBox="1"/>
          <p:nvPr/>
        </p:nvSpPr>
        <p:spPr>
          <a:xfrm>
            <a:off x="731981" y="4407439"/>
            <a:ext cx="3097741" cy="40006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dirty="0">
                <a:solidFill>
                  <a:schemeClr val="dk1"/>
                </a:solidFill>
                <a:latin typeface="Noto Sans JP" panose="020B0200000000000000" pitchFamily="50" charset="-128"/>
                <a:ea typeface="Noto Sans JP" panose="020B0200000000000000" pitchFamily="50" charset="-128"/>
                <a:cs typeface="IBM Plex Sans JP SemiBold"/>
                <a:sym typeface="IBM Plex Sans JP SemiBold"/>
              </a:rPr>
              <a:t>５．使用上の注意 </a:t>
            </a:r>
            <a:endParaRPr sz="2400" b="1" dirty="0">
              <a:solidFill>
                <a:schemeClr val="dk1"/>
              </a:solidFill>
              <a:latin typeface="Noto Sans JP" panose="020B0200000000000000" pitchFamily="50" charset="-128"/>
              <a:ea typeface="Noto Sans JP" panose="020B0200000000000000" pitchFamily="50" charset="-128"/>
              <a:cs typeface="IBM Plex Sans JP SemiBold"/>
              <a:sym typeface="IBM Plex Sans JP SemiBold"/>
            </a:endParaRPr>
          </a:p>
        </p:txBody>
      </p:sp>
      <p:sp>
        <p:nvSpPr>
          <p:cNvPr id="194" name="Google Shape;194;p17"/>
          <p:cNvSpPr txBox="1"/>
          <p:nvPr/>
        </p:nvSpPr>
        <p:spPr>
          <a:xfrm>
            <a:off x="672873" y="4754382"/>
            <a:ext cx="5649600" cy="7080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000" b="1" dirty="0">
                <a:solidFill>
                  <a:schemeClr val="dk1"/>
                </a:solidFill>
                <a:latin typeface="Noto Sans JP" panose="020B0200000000000000" pitchFamily="50" charset="-128"/>
                <a:ea typeface="Noto Sans JP" panose="020B0200000000000000" pitchFamily="50" charset="-128"/>
                <a:cs typeface="IBM Plex Sans JP"/>
                <a:sym typeface="IBM Plex Sans JP"/>
              </a:rPr>
              <a:t>印刷手順：</a:t>
            </a:r>
            <a:r>
              <a:rPr lang="en-US" sz="1000" dirty="0">
                <a:solidFill>
                  <a:schemeClr val="dk1"/>
                </a:solidFill>
                <a:latin typeface="Noto Sans JP" panose="020B0200000000000000" pitchFamily="50" charset="-128"/>
                <a:ea typeface="Noto Sans JP" panose="020B0200000000000000" pitchFamily="50" charset="-128"/>
                <a:cs typeface="IBM Plex Sans JP"/>
                <a:sym typeface="IBM Plex Sans JP"/>
              </a:rPr>
              <a:t>本モデルは混色フィラメントを作るためのものです。2色の市販のフィラメントを用いて混色フィラメントを印刷＃1します。 この混色フィラメントを使って作りたいモデルを印刷#2します。 </a:t>
            </a:r>
            <a:endParaRPr sz="1000" dirty="0">
              <a:solidFill>
                <a:schemeClr val="dk1"/>
              </a:solidFill>
              <a:latin typeface="Noto Sans JP" panose="020B0200000000000000" pitchFamily="50" charset="-128"/>
              <a:ea typeface="Noto Sans JP" panose="020B0200000000000000" pitchFamily="50" charset="-128"/>
              <a:cs typeface="IBM Plex Sans JP"/>
              <a:sym typeface="IBM Plex Sans JP"/>
            </a:endParaRPr>
          </a:p>
          <a:p>
            <a:pPr marL="0" marR="0" lvl="0" indent="0" algn="l" rtl="0">
              <a:spcBef>
                <a:spcPts val="0"/>
              </a:spcBef>
              <a:spcAft>
                <a:spcPts val="0"/>
              </a:spcAft>
              <a:buNone/>
            </a:pPr>
            <a:r>
              <a:rPr lang="en-US" sz="1000" dirty="0">
                <a:solidFill>
                  <a:schemeClr val="dk1"/>
                </a:solidFill>
                <a:latin typeface="Noto Sans JP" panose="020B0200000000000000" pitchFamily="50" charset="-128"/>
                <a:ea typeface="Noto Sans JP" panose="020B0200000000000000" pitchFamily="50" charset="-128"/>
                <a:cs typeface="IBM Plex Sans JP"/>
                <a:sym typeface="IBM Plex Sans JP"/>
              </a:rPr>
              <a:t>この様に2段階の印刷で作りたい形の物を好きな色で作ることが出来ます。 </a:t>
            </a:r>
            <a:endParaRPr sz="1000" dirty="0">
              <a:latin typeface="Noto Sans JP" panose="020B0200000000000000" pitchFamily="50" charset="-128"/>
              <a:ea typeface="Noto Sans JP" panose="020B0200000000000000" pitchFamily="50" charset="-128"/>
            </a:endParaRPr>
          </a:p>
        </p:txBody>
      </p:sp>
      <p:sp>
        <p:nvSpPr>
          <p:cNvPr id="195" name="Google Shape;195;p17"/>
          <p:cNvSpPr txBox="1"/>
          <p:nvPr/>
        </p:nvSpPr>
        <p:spPr>
          <a:xfrm>
            <a:off x="677258" y="694682"/>
            <a:ext cx="5649600" cy="1462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000" dirty="0" err="1">
                <a:solidFill>
                  <a:schemeClr val="dk1"/>
                </a:solidFill>
                <a:latin typeface="Noto Sans JP" panose="020B0200000000000000" pitchFamily="50" charset="-128"/>
                <a:ea typeface="Noto Sans JP" panose="020B0200000000000000" pitchFamily="50" charset="-128"/>
                <a:cs typeface="IBM Plex Sans JP"/>
                <a:sym typeface="IBM Plex Sans JP"/>
              </a:rPr>
              <a:t>Cyan・Magenta・Yellow</a:t>
            </a:r>
            <a:r>
              <a:rPr lang="en-US" sz="1000" dirty="0">
                <a:solidFill>
                  <a:schemeClr val="dk1"/>
                </a:solidFill>
                <a:latin typeface="Noto Sans JP" panose="020B0200000000000000" pitchFamily="50" charset="-128"/>
                <a:ea typeface="Noto Sans JP" panose="020B0200000000000000" pitchFamily="50" charset="-128"/>
                <a:cs typeface="IBM Plex Sans JP"/>
                <a:sym typeface="IBM Plex Sans JP"/>
              </a:rPr>
              <a:t> は、色相環上で等間隔に並んでおり、理想的な組み合わせですが、５０％混合色は彩度若干落ちます。ユーザーによってはイメージする“鮮やかな中間色”から外れるかもしれません。 </a:t>
            </a:r>
            <a:endParaRPr sz="1000" dirty="0">
              <a:solidFill>
                <a:schemeClr val="dk1"/>
              </a:solidFill>
              <a:latin typeface="Noto Sans JP" panose="020B0200000000000000" pitchFamily="50" charset="-128"/>
              <a:ea typeface="Noto Sans JP" panose="020B0200000000000000" pitchFamily="50" charset="-128"/>
              <a:cs typeface="IBM Plex Sans JP"/>
              <a:sym typeface="IBM Plex Sans JP"/>
            </a:endParaRPr>
          </a:p>
          <a:p>
            <a:pPr marL="0" marR="0" lvl="0" indent="0" algn="l" rtl="0">
              <a:spcBef>
                <a:spcPts val="0"/>
              </a:spcBef>
              <a:spcAft>
                <a:spcPts val="0"/>
              </a:spcAft>
              <a:buNone/>
            </a:pPr>
            <a:r>
              <a:rPr lang="en-US" sz="1000" dirty="0" err="1">
                <a:solidFill>
                  <a:schemeClr val="dk1"/>
                </a:solidFill>
                <a:latin typeface="Noto Sans JP" panose="020B0200000000000000" pitchFamily="50" charset="-128"/>
                <a:ea typeface="Noto Sans JP" panose="020B0200000000000000" pitchFamily="50" charset="-128"/>
                <a:cs typeface="IBM Plex Sans JP"/>
                <a:sym typeface="IBM Plex Sans JP"/>
              </a:rPr>
              <a:t>また、Jade</a:t>
            </a:r>
            <a:r>
              <a:rPr lang="en-US" sz="1000" dirty="0">
                <a:solidFill>
                  <a:schemeClr val="dk1"/>
                </a:solidFill>
                <a:latin typeface="Noto Sans JP" panose="020B0200000000000000" pitchFamily="50" charset="-128"/>
                <a:ea typeface="Noto Sans JP" panose="020B0200000000000000" pitchFamily="50" charset="-128"/>
                <a:cs typeface="IBM Plex Sans JP"/>
                <a:sym typeface="IBM Plex Sans JP"/>
              </a:rPr>
              <a:t> White </a:t>
            </a:r>
            <a:r>
              <a:rPr lang="en-US" sz="1000" dirty="0" err="1">
                <a:solidFill>
                  <a:schemeClr val="dk1"/>
                </a:solidFill>
                <a:latin typeface="Noto Sans JP" panose="020B0200000000000000" pitchFamily="50" charset="-128"/>
                <a:ea typeface="Noto Sans JP" panose="020B0200000000000000" pitchFamily="50" charset="-128"/>
                <a:cs typeface="IBM Plex Sans JP"/>
                <a:sym typeface="IBM Plex Sans JP"/>
              </a:rPr>
              <a:t>とBlack</a:t>
            </a:r>
            <a:r>
              <a:rPr lang="en-US" sz="1000" dirty="0">
                <a:solidFill>
                  <a:schemeClr val="dk1"/>
                </a:solidFill>
                <a:latin typeface="Noto Sans JP" panose="020B0200000000000000" pitchFamily="50" charset="-128"/>
                <a:ea typeface="Noto Sans JP" panose="020B0200000000000000" pitchFamily="50" charset="-128"/>
                <a:cs typeface="IBM Plex Sans JP"/>
                <a:sym typeface="IBM Plex Sans JP"/>
              </a:rPr>
              <a:t> </a:t>
            </a:r>
            <a:r>
              <a:rPr lang="en-US" sz="1000" dirty="0" err="1">
                <a:solidFill>
                  <a:schemeClr val="dk1"/>
                </a:solidFill>
                <a:latin typeface="Noto Sans JP" panose="020B0200000000000000" pitchFamily="50" charset="-128"/>
                <a:ea typeface="Noto Sans JP" panose="020B0200000000000000" pitchFamily="50" charset="-128"/>
                <a:cs typeface="IBM Plex Sans JP"/>
                <a:sym typeface="IBM Plex Sans JP"/>
              </a:rPr>
              <a:t>は明度差が大きく</a:t>
            </a:r>
            <a:r>
              <a:rPr lang="ja-JP" altLang="en-US" sz="1000" dirty="0">
                <a:solidFill>
                  <a:schemeClr val="dk1"/>
                </a:solidFill>
                <a:latin typeface="Noto Sans JP" panose="020B0200000000000000" pitchFamily="50" charset="-128"/>
                <a:ea typeface="Noto Sans JP" panose="020B0200000000000000" pitchFamily="50" charset="-128"/>
                <a:cs typeface="IBM Plex Sans JP"/>
                <a:sym typeface="IBM Plex Sans JP"/>
              </a:rPr>
              <a:t>まだら</a:t>
            </a:r>
            <a:r>
              <a:rPr lang="en-US" sz="1000" dirty="0" err="1">
                <a:solidFill>
                  <a:schemeClr val="dk1"/>
                </a:solidFill>
                <a:latin typeface="Noto Sans JP" panose="020B0200000000000000" pitchFamily="50" charset="-128"/>
                <a:ea typeface="Noto Sans JP" panose="020B0200000000000000" pitchFamily="50" charset="-128"/>
                <a:cs typeface="IBM Plex Sans JP"/>
                <a:sym typeface="IBM Plex Sans JP"/>
              </a:rPr>
              <a:t>になってしまう傾向にあります</a:t>
            </a:r>
            <a:r>
              <a:rPr lang="en-US" sz="1000" dirty="0">
                <a:solidFill>
                  <a:schemeClr val="dk1"/>
                </a:solidFill>
                <a:latin typeface="Noto Sans JP" panose="020B0200000000000000" pitchFamily="50" charset="-128"/>
                <a:ea typeface="Noto Sans JP" panose="020B0200000000000000" pitchFamily="50" charset="-128"/>
                <a:cs typeface="IBM Plex Sans JP"/>
                <a:sym typeface="IBM Plex Sans JP"/>
              </a:rPr>
              <a:t>。 </a:t>
            </a:r>
            <a:endParaRPr sz="1000" dirty="0">
              <a:solidFill>
                <a:schemeClr val="dk1"/>
              </a:solidFill>
              <a:latin typeface="Noto Sans JP" panose="020B0200000000000000" pitchFamily="50" charset="-128"/>
              <a:ea typeface="Noto Sans JP" panose="020B0200000000000000" pitchFamily="50" charset="-128"/>
              <a:cs typeface="IBM Plex Sans JP"/>
              <a:sym typeface="IBM Plex Sans JP"/>
            </a:endParaRPr>
          </a:p>
          <a:p>
            <a:pPr marL="0" marR="0" lvl="0" indent="0" algn="l" rtl="0">
              <a:spcBef>
                <a:spcPts val="0"/>
              </a:spcBef>
              <a:spcAft>
                <a:spcPts val="0"/>
              </a:spcAft>
              <a:buNone/>
            </a:pPr>
            <a:endParaRPr sz="1000" dirty="0">
              <a:solidFill>
                <a:schemeClr val="dk1"/>
              </a:solidFill>
              <a:latin typeface="Noto Sans JP" panose="020B0200000000000000" pitchFamily="50" charset="-128"/>
              <a:ea typeface="Noto Sans JP" panose="020B0200000000000000" pitchFamily="50" charset="-128"/>
              <a:cs typeface="IBM Plex Sans JP"/>
              <a:sym typeface="IBM Plex Sans JP"/>
            </a:endParaRPr>
          </a:p>
          <a:p>
            <a:pPr marL="0" marR="0" lvl="0" indent="0" algn="l" rtl="0">
              <a:spcBef>
                <a:spcPts val="0"/>
              </a:spcBef>
              <a:spcAft>
                <a:spcPts val="0"/>
              </a:spcAft>
              <a:buNone/>
            </a:pPr>
            <a:r>
              <a:rPr lang="en-US" sz="1000" dirty="0" err="1">
                <a:solidFill>
                  <a:schemeClr val="dk1"/>
                </a:solidFill>
                <a:latin typeface="Noto Sans JP" panose="020B0200000000000000" pitchFamily="50" charset="-128"/>
                <a:ea typeface="Noto Sans JP" panose="020B0200000000000000" pitchFamily="50" charset="-128"/>
                <a:cs typeface="IBM Plex Sans JP"/>
                <a:sym typeface="IBM Plex Sans JP"/>
              </a:rPr>
              <a:t>そこで、これらの区間に対しては</a:t>
            </a:r>
            <a:r>
              <a:rPr lang="en-US" sz="1000" dirty="0">
                <a:solidFill>
                  <a:schemeClr val="dk1"/>
                </a:solidFill>
                <a:latin typeface="Noto Sans JP" panose="020B0200000000000000" pitchFamily="50" charset="-128"/>
                <a:ea typeface="Noto Sans JP" panose="020B0200000000000000" pitchFamily="50" charset="-128"/>
                <a:cs typeface="IBM Plex Sans JP"/>
                <a:sym typeface="IBM Plex Sans JP"/>
              </a:rPr>
              <a:t> ： </a:t>
            </a:r>
            <a:r>
              <a:rPr lang="en-US" sz="900" dirty="0">
                <a:solidFill>
                  <a:schemeClr val="dk1"/>
                </a:solidFill>
                <a:latin typeface="Noto Sans JP" panose="020B0200000000000000" pitchFamily="50" charset="-128"/>
                <a:ea typeface="Noto Sans JP" panose="020B0200000000000000" pitchFamily="50" charset="-128"/>
                <a:cs typeface="IBM Plex Sans JP"/>
                <a:sym typeface="IBM Plex Sans JP"/>
              </a:rPr>
              <a:t>Cyan–Yellow → Bamboo Green, </a:t>
            </a:r>
            <a:endParaRPr sz="900" dirty="0">
              <a:solidFill>
                <a:schemeClr val="dk1"/>
              </a:solidFill>
              <a:latin typeface="Noto Sans JP" panose="020B0200000000000000" pitchFamily="50" charset="-128"/>
              <a:ea typeface="Noto Sans JP" panose="020B0200000000000000" pitchFamily="50" charset="-128"/>
              <a:cs typeface="IBM Plex Sans JP"/>
              <a:sym typeface="IBM Plex Sans JP"/>
            </a:endParaRPr>
          </a:p>
          <a:p>
            <a:pPr marL="0" marR="0" lvl="0" indent="0" algn="l" rtl="0">
              <a:spcBef>
                <a:spcPts val="0"/>
              </a:spcBef>
              <a:spcAft>
                <a:spcPts val="0"/>
              </a:spcAft>
              <a:buNone/>
            </a:pPr>
            <a:r>
              <a:rPr lang="en-US" sz="1000" dirty="0">
                <a:solidFill>
                  <a:schemeClr val="dk1"/>
                </a:solidFill>
                <a:latin typeface="Noto Sans JP" panose="020B0200000000000000" pitchFamily="50" charset="-128"/>
                <a:ea typeface="Noto Sans JP" panose="020B0200000000000000" pitchFamily="50" charset="-128"/>
                <a:cs typeface="IBM Plex Sans JP"/>
                <a:sym typeface="IBM Plex Sans JP"/>
              </a:rPr>
              <a:t>                                                                         </a:t>
            </a:r>
            <a:r>
              <a:rPr lang="en-US" sz="900" dirty="0">
                <a:solidFill>
                  <a:schemeClr val="dk1"/>
                </a:solidFill>
                <a:latin typeface="Noto Sans JP" panose="020B0200000000000000" pitchFamily="50" charset="-128"/>
                <a:ea typeface="Noto Sans JP" panose="020B0200000000000000" pitchFamily="50" charset="-128"/>
                <a:cs typeface="IBM Plex Sans JP"/>
                <a:sym typeface="IBM Plex Sans JP"/>
              </a:rPr>
              <a:t>Magenta-Cyan → Purple ,</a:t>
            </a:r>
            <a:endParaRPr sz="900" dirty="0">
              <a:solidFill>
                <a:schemeClr val="dk1"/>
              </a:solidFill>
              <a:latin typeface="Noto Sans JP" panose="020B0200000000000000" pitchFamily="50" charset="-128"/>
              <a:ea typeface="Noto Sans JP" panose="020B0200000000000000" pitchFamily="50" charset="-128"/>
              <a:cs typeface="IBM Plex Sans JP"/>
              <a:sym typeface="IBM Plex Sans JP"/>
            </a:endParaRPr>
          </a:p>
          <a:p>
            <a:pPr marL="0" marR="0" lvl="0" indent="0" algn="l" rtl="0">
              <a:spcBef>
                <a:spcPts val="0"/>
              </a:spcBef>
              <a:spcAft>
                <a:spcPts val="0"/>
              </a:spcAft>
              <a:buNone/>
            </a:pPr>
            <a:endParaRPr sz="900" dirty="0">
              <a:solidFill>
                <a:schemeClr val="dk1"/>
              </a:solidFill>
              <a:latin typeface="Noto Sans JP" panose="020B0200000000000000" pitchFamily="50" charset="-128"/>
              <a:ea typeface="Noto Sans JP" panose="020B0200000000000000" pitchFamily="50" charset="-128"/>
              <a:cs typeface="IBM Plex Sans JP"/>
              <a:sym typeface="IBM Plex Sans JP"/>
            </a:endParaRPr>
          </a:p>
          <a:p>
            <a:pPr marL="0" marR="0" lvl="0" indent="0" algn="l" rtl="0">
              <a:spcBef>
                <a:spcPts val="0"/>
              </a:spcBef>
              <a:spcAft>
                <a:spcPts val="0"/>
              </a:spcAft>
              <a:buNone/>
            </a:pPr>
            <a:r>
              <a:rPr lang="en-US" sz="1000" dirty="0" err="1">
                <a:solidFill>
                  <a:schemeClr val="dk1"/>
                </a:solidFill>
                <a:latin typeface="Noto Sans JP" panose="020B0200000000000000" pitchFamily="50" charset="-128"/>
                <a:ea typeface="Noto Sans JP" panose="020B0200000000000000" pitchFamily="50" charset="-128"/>
                <a:cs typeface="IBM Plex Sans JP"/>
                <a:sym typeface="IBM Plex Sans JP"/>
              </a:rPr>
              <a:t>といったブリッジ色</a:t>
            </a:r>
            <a:r>
              <a:rPr lang="en-US" sz="1000" dirty="0">
                <a:solidFill>
                  <a:schemeClr val="dk1"/>
                </a:solidFill>
                <a:latin typeface="Noto Sans JP" panose="020B0200000000000000" pitchFamily="50" charset="-128"/>
                <a:ea typeface="Noto Sans JP" panose="020B0200000000000000" pitchFamily="50" charset="-128"/>
                <a:cs typeface="IBM Plex Sans JP"/>
                <a:sym typeface="IBM Plex Sans JP"/>
              </a:rPr>
              <a:t>(</a:t>
            </a:r>
            <a:r>
              <a:rPr lang="en-US" sz="1000" dirty="0" err="1">
                <a:solidFill>
                  <a:schemeClr val="dk1"/>
                </a:solidFill>
                <a:latin typeface="Noto Sans JP" panose="020B0200000000000000" pitchFamily="50" charset="-128"/>
                <a:ea typeface="Noto Sans JP" panose="020B0200000000000000" pitchFamily="50" charset="-128"/>
                <a:cs typeface="IBM Plex Sans JP"/>
                <a:sym typeface="IBM Plex Sans JP"/>
              </a:rPr>
              <a:t>フィラメント</a:t>
            </a:r>
            <a:r>
              <a:rPr lang="en-US" sz="1000" dirty="0">
                <a:solidFill>
                  <a:schemeClr val="dk1"/>
                </a:solidFill>
                <a:latin typeface="Noto Sans JP" panose="020B0200000000000000" pitchFamily="50" charset="-128"/>
                <a:ea typeface="Noto Sans JP" panose="020B0200000000000000" pitchFamily="50" charset="-128"/>
                <a:cs typeface="IBM Plex Sans JP"/>
                <a:sym typeface="IBM Plex Sans JP"/>
              </a:rPr>
              <a:t>)</a:t>
            </a:r>
            <a:r>
              <a:rPr lang="en-US" sz="1000" dirty="0" err="1">
                <a:solidFill>
                  <a:schemeClr val="dk1"/>
                </a:solidFill>
                <a:latin typeface="Noto Sans JP" panose="020B0200000000000000" pitchFamily="50" charset="-128"/>
                <a:ea typeface="Noto Sans JP" panose="020B0200000000000000" pitchFamily="50" charset="-128"/>
                <a:cs typeface="IBM Plex Sans JP"/>
                <a:sym typeface="IBM Plex Sans JP"/>
              </a:rPr>
              <a:t>を提案いたします</a:t>
            </a:r>
            <a:r>
              <a:rPr lang="en-US" sz="1000" dirty="0">
                <a:solidFill>
                  <a:schemeClr val="dk1"/>
                </a:solidFill>
                <a:latin typeface="Noto Sans JP" panose="020B0200000000000000" pitchFamily="50" charset="-128"/>
                <a:ea typeface="Noto Sans JP" panose="020B0200000000000000" pitchFamily="50" charset="-128"/>
                <a:cs typeface="IBM Plex Sans JP"/>
                <a:sym typeface="IBM Plex Sans JP"/>
              </a:rPr>
              <a:t>。 </a:t>
            </a:r>
            <a:endParaRPr sz="1000" b="1" dirty="0">
              <a:solidFill>
                <a:schemeClr val="dk1"/>
              </a:solidFill>
              <a:latin typeface="Noto Sans JP" panose="020B0200000000000000" pitchFamily="50" charset="-128"/>
              <a:ea typeface="Noto Sans JP" panose="020B0200000000000000" pitchFamily="50" charset="-128"/>
              <a:cs typeface="IBM Plex Sans JP"/>
              <a:sym typeface="IBM Plex Sans JP"/>
            </a:endParaRPr>
          </a:p>
        </p:txBody>
      </p:sp>
      <p:sp>
        <p:nvSpPr>
          <p:cNvPr id="196" name="Google Shape;196;p17"/>
          <p:cNvSpPr txBox="1"/>
          <p:nvPr/>
        </p:nvSpPr>
        <p:spPr>
          <a:xfrm>
            <a:off x="4590934" y="1475548"/>
            <a:ext cx="1664700" cy="3693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900">
                <a:solidFill>
                  <a:schemeClr val="dk1"/>
                </a:solidFill>
                <a:latin typeface="IBM Plex Sans JP"/>
                <a:ea typeface="IBM Plex Sans JP"/>
                <a:cs typeface="IBM Plex Sans JP"/>
                <a:sym typeface="IBM Plex Sans JP"/>
              </a:rPr>
              <a:t>Yellow–Magenta → Orange </a:t>
            </a:r>
            <a:endParaRPr sz="900">
              <a:solidFill>
                <a:schemeClr val="dk1"/>
              </a:solidFill>
              <a:latin typeface="IBM Plex Sans JP"/>
              <a:ea typeface="IBM Plex Sans JP"/>
              <a:cs typeface="IBM Plex Sans JP"/>
              <a:sym typeface="IBM Plex Sans JP"/>
            </a:endParaRPr>
          </a:p>
          <a:p>
            <a:pPr marL="0" marR="0" lvl="0" indent="0" algn="l" rtl="0">
              <a:spcBef>
                <a:spcPts val="0"/>
              </a:spcBef>
              <a:spcAft>
                <a:spcPts val="0"/>
              </a:spcAft>
              <a:buNone/>
            </a:pPr>
            <a:r>
              <a:rPr lang="en-US" sz="900">
                <a:solidFill>
                  <a:schemeClr val="dk1"/>
                </a:solidFill>
                <a:latin typeface="IBM Plex Sans JP"/>
                <a:ea typeface="IBM Plex Sans JP"/>
                <a:cs typeface="IBM Plex Sans JP"/>
                <a:sym typeface="IBM Plex Sans JP"/>
              </a:rPr>
              <a:t>Jade White-Black → Gray </a:t>
            </a:r>
            <a:endParaRPr sz="900">
              <a:solidFill>
                <a:schemeClr val="dk1"/>
              </a:solidFill>
              <a:latin typeface="IBM Plex Sans JP"/>
              <a:ea typeface="IBM Plex Sans JP"/>
              <a:cs typeface="IBM Plex Sans JP"/>
              <a:sym typeface="IBM Plex Sans JP"/>
            </a:endParaRPr>
          </a:p>
        </p:txBody>
      </p:sp>
      <p:pic>
        <p:nvPicPr>
          <p:cNvPr id="197" name="Google Shape;197;p17"/>
          <p:cNvPicPr preferRelativeResize="0"/>
          <p:nvPr/>
        </p:nvPicPr>
        <p:blipFill>
          <a:blip r:embed="rId3">
            <a:alphaModFix/>
          </a:blip>
          <a:stretch>
            <a:fillRect/>
          </a:stretch>
        </p:blipFill>
        <p:spPr>
          <a:xfrm>
            <a:off x="785500" y="2258112"/>
            <a:ext cx="5536976" cy="2111324"/>
          </a:xfrm>
          <a:prstGeom prst="rect">
            <a:avLst/>
          </a:prstGeom>
          <a:noFill/>
          <a:ln>
            <a:noFill/>
          </a:ln>
        </p:spPr>
      </p:pic>
      <p:sp>
        <p:nvSpPr>
          <p:cNvPr id="198" name="Google Shape;198;p17"/>
          <p:cNvSpPr/>
          <p:nvPr/>
        </p:nvSpPr>
        <p:spPr>
          <a:xfrm>
            <a:off x="612050" y="6959309"/>
            <a:ext cx="124500" cy="129900"/>
          </a:xfrm>
          <a:prstGeom prst="ellipse">
            <a:avLst/>
          </a:prstGeom>
          <a:solidFill>
            <a:schemeClr val="accent1"/>
          </a:solidFill>
          <a:ln w="19050" cap="flat" cmpd="sng">
            <a:solidFill>
              <a:srgbClr val="082836"/>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pic>
        <p:nvPicPr>
          <p:cNvPr id="199" name="Google Shape;199;p17"/>
          <p:cNvPicPr preferRelativeResize="0"/>
          <p:nvPr/>
        </p:nvPicPr>
        <p:blipFill>
          <a:blip r:embed="rId4">
            <a:alphaModFix/>
          </a:blip>
          <a:stretch>
            <a:fillRect/>
          </a:stretch>
        </p:blipFill>
        <p:spPr>
          <a:xfrm>
            <a:off x="689488" y="5489451"/>
            <a:ext cx="5479024" cy="1295775"/>
          </a:xfrm>
          <a:prstGeom prst="rect">
            <a:avLst/>
          </a:prstGeom>
          <a:noFill/>
          <a:ln>
            <a:noFill/>
          </a:ln>
        </p:spPr>
      </p:pic>
      <p:sp>
        <p:nvSpPr>
          <p:cNvPr id="200" name="Google Shape;200;p17"/>
          <p:cNvSpPr txBox="1"/>
          <p:nvPr/>
        </p:nvSpPr>
        <p:spPr>
          <a:xfrm>
            <a:off x="672873" y="6916423"/>
            <a:ext cx="5649600" cy="1462200"/>
          </a:xfrm>
          <a:prstGeom prst="rect">
            <a:avLst/>
          </a:prstGeom>
          <a:noFill/>
          <a:ln>
            <a:noFill/>
          </a:ln>
        </p:spPr>
        <p:txBody>
          <a:bodyPr spcFirstLastPara="1" wrap="square" lIns="91425" tIns="45700" rIns="91425" bIns="45700" anchor="t" anchorCtr="0">
            <a:spAutoFit/>
          </a:bodyPr>
          <a:lstStyle/>
          <a:p>
            <a:pPr marL="0" lvl="0" indent="0" algn="l" rtl="0">
              <a:spcBef>
                <a:spcPts val="0"/>
              </a:spcBef>
              <a:spcAft>
                <a:spcPts val="0"/>
              </a:spcAft>
              <a:buNone/>
            </a:pPr>
            <a:r>
              <a:rPr lang="en-US" sz="1200" b="1" dirty="0" err="1">
                <a:latin typeface="Noto Sans JP" panose="020B0200000000000000" pitchFamily="50" charset="-128"/>
                <a:ea typeface="Noto Sans JP" panose="020B0200000000000000" pitchFamily="50" charset="-128"/>
              </a:rPr>
              <a:t>印刷</a:t>
            </a:r>
            <a:r>
              <a:rPr lang="en-US" sz="1200" b="1" dirty="0">
                <a:latin typeface="Noto Sans JP" panose="020B0200000000000000" pitchFamily="50" charset="-128"/>
                <a:ea typeface="Noto Sans JP" panose="020B0200000000000000" pitchFamily="50" charset="-128"/>
              </a:rPr>
              <a:t> #1（Blend Filament </a:t>
            </a:r>
            <a:r>
              <a:rPr lang="en-US" sz="1200" b="1" dirty="0" err="1">
                <a:latin typeface="Noto Sans JP" panose="020B0200000000000000" pitchFamily="50" charset="-128"/>
                <a:ea typeface="Noto Sans JP" panose="020B0200000000000000" pitchFamily="50" charset="-128"/>
              </a:rPr>
              <a:t>の印刷）前</a:t>
            </a:r>
            <a:endParaRPr sz="1200" b="1" dirty="0">
              <a:latin typeface="Noto Sans JP" panose="020B0200000000000000" pitchFamily="50" charset="-128"/>
              <a:ea typeface="Noto Sans JP" panose="020B0200000000000000" pitchFamily="50" charset="-128"/>
            </a:endParaRPr>
          </a:p>
          <a:p>
            <a:pPr marL="0" lvl="0" indent="0" algn="l" rtl="0">
              <a:spcBef>
                <a:spcPts val="0"/>
              </a:spcBef>
              <a:spcAft>
                <a:spcPts val="0"/>
              </a:spcAft>
              <a:buNone/>
            </a:pPr>
            <a:endParaRPr sz="500" b="1" dirty="0">
              <a:latin typeface="Noto Sans JP" panose="020B0200000000000000" pitchFamily="50" charset="-128"/>
              <a:ea typeface="Noto Sans JP" panose="020B0200000000000000" pitchFamily="50" charset="-128"/>
            </a:endParaRPr>
          </a:p>
          <a:p>
            <a:pPr marL="0" lvl="0" indent="0" algn="l" rtl="0">
              <a:spcBef>
                <a:spcPts val="0"/>
              </a:spcBef>
              <a:spcAft>
                <a:spcPts val="0"/>
              </a:spcAft>
              <a:buNone/>
            </a:pPr>
            <a:r>
              <a:rPr lang="en-US" sz="1000" b="1" dirty="0" err="1">
                <a:latin typeface="Noto Sans JP" panose="020B0200000000000000" pitchFamily="50" charset="-128"/>
                <a:ea typeface="Noto Sans JP" panose="020B0200000000000000" pitchFamily="50" charset="-128"/>
              </a:rPr>
              <a:t>必須の項目</a:t>
            </a:r>
            <a:r>
              <a:rPr lang="en-US" sz="1000" b="1" dirty="0">
                <a:latin typeface="Noto Sans JP" panose="020B0200000000000000" pitchFamily="50" charset="-128"/>
                <a:ea typeface="Noto Sans JP" panose="020B0200000000000000" pitchFamily="50" charset="-128"/>
              </a:rPr>
              <a:t> </a:t>
            </a:r>
            <a:endParaRPr sz="1000" b="1" dirty="0">
              <a:latin typeface="Noto Sans JP" panose="020B0200000000000000" pitchFamily="50" charset="-128"/>
              <a:ea typeface="Noto Sans JP" panose="020B0200000000000000" pitchFamily="50" charset="-128"/>
            </a:endParaRPr>
          </a:p>
          <a:p>
            <a:pPr marL="0" lvl="0" indent="0" algn="l" rtl="0">
              <a:spcBef>
                <a:spcPts val="0"/>
              </a:spcBef>
              <a:spcAft>
                <a:spcPts val="0"/>
              </a:spcAft>
              <a:buNone/>
            </a:pPr>
            <a:endParaRPr sz="400" b="1" dirty="0">
              <a:latin typeface="Noto Sans JP" panose="020B0200000000000000" pitchFamily="50" charset="-128"/>
              <a:ea typeface="Noto Sans JP" panose="020B0200000000000000" pitchFamily="50" charset="-128"/>
            </a:endParaRPr>
          </a:p>
          <a:p>
            <a:pPr marL="0" lvl="0" indent="0" algn="l" rtl="0">
              <a:spcBef>
                <a:spcPts val="0"/>
              </a:spcBef>
              <a:spcAft>
                <a:spcPts val="0"/>
              </a:spcAft>
              <a:buNone/>
            </a:pPr>
            <a:r>
              <a:rPr lang="en-US" sz="1000" dirty="0">
                <a:latin typeface="Noto Sans JP" panose="020B0200000000000000" pitchFamily="50" charset="-128"/>
                <a:ea typeface="Noto Sans JP" panose="020B0200000000000000" pitchFamily="50" charset="-128"/>
              </a:rPr>
              <a:t>・AMS </a:t>
            </a:r>
            <a:r>
              <a:rPr lang="en-US" sz="1000" dirty="0" err="1">
                <a:latin typeface="Noto Sans JP" panose="020B0200000000000000" pitchFamily="50" charset="-128"/>
                <a:ea typeface="Noto Sans JP" panose="020B0200000000000000" pitchFamily="50" charset="-128"/>
              </a:rPr>
              <a:t>必須</a:t>
            </a:r>
            <a:r>
              <a:rPr lang="en-US" sz="1000" dirty="0">
                <a:latin typeface="Noto Sans JP" panose="020B0200000000000000" pitchFamily="50" charset="-128"/>
                <a:ea typeface="Noto Sans JP" panose="020B0200000000000000" pitchFamily="50" charset="-128"/>
              </a:rPr>
              <a:t> </a:t>
            </a:r>
            <a:endParaRPr sz="1000" dirty="0">
              <a:latin typeface="Noto Sans JP" panose="020B0200000000000000" pitchFamily="50" charset="-128"/>
              <a:ea typeface="Noto Sans JP" panose="020B0200000000000000" pitchFamily="50" charset="-128"/>
            </a:endParaRPr>
          </a:p>
          <a:p>
            <a:pPr marL="0" lvl="0" indent="0" algn="l" rtl="0">
              <a:spcBef>
                <a:spcPts val="0"/>
              </a:spcBef>
              <a:spcAft>
                <a:spcPts val="0"/>
              </a:spcAft>
              <a:buNone/>
            </a:pPr>
            <a:r>
              <a:rPr lang="en-US" sz="900" dirty="0">
                <a:latin typeface="Noto Sans JP" panose="020B0200000000000000" pitchFamily="50" charset="-128"/>
                <a:ea typeface="Noto Sans JP" panose="020B0200000000000000" pitchFamily="50" charset="-128"/>
              </a:rPr>
              <a:t>2 </a:t>
            </a:r>
            <a:r>
              <a:rPr lang="en-US" sz="900" dirty="0" err="1">
                <a:latin typeface="Noto Sans JP" panose="020B0200000000000000" pitchFamily="50" charset="-128"/>
                <a:ea typeface="Noto Sans JP" panose="020B0200000000000000" pitchFamily="50" charset="-128"/>
              </a:rPr>
              <a:t>色の頻繁な色の切り替えが必要です。AMSまたは同等のマルチマテリアルシステム必須です</a:t>
            </a:r>
            <a:r>
              <a:rPr lang="en-US" sz="900" dirty="0">
                <a:latin typeface="Noto Sans JP" panose="020B0200000000000000" pitchFamily="50" charset="-128"/>
                <a:ea typeface="Noto Sans JP" panose="020B0200000000000000" pitchFamily="50" charset="-128"/>
              </a:rPr>
              <a:t>。</a:t>
            </a:r>
            <a:r>
              <a:rPr lang="en-US" sz="1000" dirty="0">
                <a:latin typeface="Noto Sans JP" panose="020B0200000000000000" pitchFamily="50" charset="-128"/>
                <a:ea typeface="Noto Sans JP" panose="020B0200000000000000" pitchFamily="50" charset="-128"/>
              </a:rPr>
              <a:t> </a:t>
            </a:r>
            <a:endParaRPr sz="1000" dirty="0">
              <a:latin typeface="Noto Sans JP" panose="020B0200000000000000" pitchFamily="50" charset="-128"/>
              <a:ea typeface="Noto Sans JP" panose="020B0200000000000000" pitchFamily="50" charset="-128"/>
            </a:endParaRPr>
          </a:p>
          <a:p>
            <a:pPr marL="0" lvl="0" indent="0" algn="l" rtl="0">
              <a:spcBef>
                <a:spcPts val="0"/>
              </a:spcBef>
              <a:spcAft>
                <a:spcPts val="0"/>
              </a:spcAft>
              <a:buNone/>
            </a:pPr>
            <a:endParaRPr sz="1000" dirty="0">
              <a:latin typeface="Noto Sans JP" panose="020B0200000000000000" pitchFamily="50" charset="-128"/>
              <a:ea typeface="Noto Sans JP" panose="020B0200000000000000" pitchFamily="50" charset="-128"/>
            </a:endParaRPr>
          </a:p>
          <a:p>
            <a:pPr marL="0" lvl="0" indent="0" algn="l" rtl="0">
              <a:spcBef>
                <a:spcPts val="0"/>
              </a:spcBef>
              <a:spcAft>
                <a:spcPts val="0"/>
              </a:spcAft>
              <a:buNone/>
            </a:pPr>
            <a:r>
              <a:rPr lang="en-US" sz="1000" dirty="0">
                <a:latin typeface="Noto Sans JP" panose="020B0200000000000000" pitchFamily="50" charset="-128"/>
                <a:ea typeface="Noto Sans JP" panose="020B0200000000000000" pitchFamily="50" charset="-128"/>
              </a:rPr>
              <a:t>・0.4 mm </a:t>
            </a:r>
            <a:r>
              <a:rPr lang="en-US" sz="1000" dirty="0" err="1">
                <a:latin typeface="Noto Sans JP" panose="020B0200000000000000" pitchFamily="50" charset="-128"/>
                <a:ea typeface="Noto Sans JP" panose="020B0200000000000000" pitchFamily="50" charset="-128"/>
              </a:rPr>
              <a:t>ノズル必須</a:t>
            </a:r>
            <a:r>
              <a:rPr lang="en-US" sz="1000" dirty="0">
                <a:latin typeface="Noto Sans JP" panose="020B0200000000000000" pitchFamily="50" charset="-128"/>
                <a:ea typeface="Noto Sans JP" panose="020B0200000000000000" pitchFamily="50" charset="-128"/>
              </a:rPr>
              <a:t> </a:t>
            </a:r>
            <a:endParaRPr sz="1000" dirty="0">
              <a:latin typeface="Noto Sans JP" panose="020B0200000000000000" pitchFamily="50" charset="-128"/>
              <a:ea typeface="Noto Sans JP" panose="020B0200000000000000" pitchFamily="50" charset="-128"/>
            </a:endParaRPr>
          </a:p>
          <a:p>
            <a:pPr marL="0" lvl="0" indent="0" algn="l" rtl="0">
              <a:spcBef>
                <a:spcPts val="0"/>
              </a:spcBef>
              <a:spcAft>
                <a:spcPts val="0"/>
              </a:spcAft>
              <a:buNone/>
            </a:pPr>
            <a:r>
              <a:rPr lang="en-US" sz="900" dirty="0">
                <a:latin typeface="Noto Sans JP" panose="020B0200000000000000" pitchFamily="50" charset="-128"/>
                <a:ea typeface="Noto Sans JP" panose="020B0200000000000000" pitchFamily="50" charset="-128"/>
              </a:rPr>
              <a:t>定着のため、比較的厚い1層目と混合比の確保のための薄い一般層と言う組み合わせのため、0.4mmノズルが必須となります。0.4mm大流量ノズルは問題ありません。 </a:t>
            </a:r>
            <a:endParaRPr sz="900" dirty="0">
              <a:latin typeface="Noto Sans JP" panose="020B0200000000000000" pitchFamily="50" charset="-128"/>
              <a:ea typeface="Noto Sans JP" panose="020B0200000000000000" pitchFamily="50" charset="-128"/>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04"/>
        <p:cNvGrpSpPr/>
        <p:nvPr/>
      </p:nvGrpSpPr>
      <p:grpSpPr>
        <a:xfrm>
          <a:off x="0" y="0"/>
          <a:ext cx="0" cy="0"/>
          <a:chOff x="0" y="0"/>
          <a:chExt cx="0" cy="0"/>
        </a:xfrm>
      </p:grpSpPr>
      <p:sp>
        <p:nvSpPr>
          <p:cNvPr id="205" name="Google Shape;205;p18"/>
          <p:cNvSpPr/>
          <p:nvPr/>
        </p:nvSpPr>
        <p:spPr>
          <a:xfrm>
            <a:off x="51086" y="45268"/>
            <a:ext cx="6790200" cy="9053400"/>
          </a:xfrm>
          <a:prstGeom prst="rect">
            <a:avLst/>
          </a:prstGeom>
          <a:gradFill>
            <a:gsLst>
              <a:gs pos="0">
                <a:srgbClr val="EE00B0"/>
              </a:gs>
              <a:gs pos="10000">
                <a:srgbClr val="EE00B0"/>
              </a:gs>
              <a:gs pos="50000">
                <a:srgbClr val="6200E8"/>
              </a:gs>
              <a:gs pos="90000">
                <a:srgbClr val="0095E5"/>
              </a:gs>
              <a:gs pos="100000">
                <a:srgbClr val="0095E5"/>
              </a:gs>
            </a:gsLst>
            <a:lin ang="1800004"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206" name="Google Shape;206;p18"/>
          <p:cNvSpPr/>
          <p:nvPr/>
        </p:nvSpPr>
        <p:spPr>
          <a:xfrm>
            <a:off x="17051" y="5531"/>
            <a:ext cx="6858000" cy="9144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grpSp>
        <p:nvGrpSpPr>
          <p:cNvPr id="207" name="Google Shape;207;p18"/>
          <p:cNvGrpSpPr/>
          <p:nvPr/>
        </p:nvGrpSpPr>
        <p:grpSpPr>
          <a:xfrm>
            <a:off x="0" y="0"/>
            <a:ext cx="6865269" cy="9144001"/>
            <a:chOff x="0" y="0"/>
            <a:chExt cx="6865269" cy="9144001"/>
          </a:xfrm>
        </p:grpSpPr>
        <p:sp>
          <p:nvSpPr>
            <p:cNvPr id="208" name="Google Shape;208;p18"/>
            <p:cNvSpPr/>
            <p:nvPr/>
          </p:nvSpPr>
          <p:spPr>
            <a:xfrm>
              <a:off x="0" y="0"/>
              <a:ext cx="6858000" cy="432000"/>
            </a:xfrm>
            <a:prstGeom prst="rect">
              <a:avLst/>
            </a:prstGeom>
            <a:solidFill>
              <a:srgbClr val="F2A982">
                <a:alpha val="10200"/>
              </a:srgbClr>
            </a:solidFill>
            <a:ln w="19050" cap="flat" cmpd="sng">
              <a:solidFill>
                <a:srgbClr val="7F340D"/>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209" name="Google Shape;209;p18"/>
            <p:cNvSpPr/>
            <p:nvPr/>
          </p:nvSpPr>
          <p:spPr>
            <a:xfrm>
              <a:off x="0" y="8712000"/>
              <a:ext cx="6858000" cy="432000"/>
            </a:xfrm>
            <a:prstGeom prst="rect">
              <a:avLst/>
            </a:prstGeom>
            <a:solidFill>
              <a:srgbClr val="F2A982">
                <a:alpha val="10200"/>
              </a:srgbClr>
            </a:solidFill>
            <a:ln w="19050" cap="flat" cmpd="sng">
              <a:solidFill>
                <a:srgbClr val="7F340D"/>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210" name="Google Shape;210;p18"/>
            <p:cNvSpPr/>
            <p:nvPr/>
          </p:nvSpPr>
          <p:spPr>
            <a:xfrm>
              <a:off x="0" y="1"/>
              <a:ext cx="540000" cy="9144000"/>
            </a:xfrm>
            <a:prstGeom prst="rect">
              <a:avLst/>
            </a:prstGeom>
            <a:solidFill>
              <a:srgbClr val="F2A982">
                <a:alpha val="10200"/>
              </a:srgbClr>
            </a:solidFill>
            <a:ln w="19050" cap="flat" cmpd="sng">
              <a:solidFill>
                <a:srgbClr val="7F340D"/>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211" name="Google Shape;211;p18"/>
            <p:cNvSpPr/>
            <p:nvPr/>
          </p:nvSpPr>
          <p:spPr>
            <a:xfrm>
              <a:off x="6325269" y="0"/>
              <a:ext cx="540000" cy="9144000"/>
            </a:xfrm>
            <a:prstGeom prst="rect">
              <a:avLst/>
            </a:prstGeom>
            <a:solidFill>
              <a:srgbClr val="F2A982">
                <a:alpha val="10200"/>
              </a:srgbClr>
            </a:solidFill>
            <a:ln w="19050" cap="flat" cmpd="sng">
              <a:solidFill>
                <a:srgbClr val="7F340D"/>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grpSp>
      <p:sp>
        <p:nvSpPr>
          <p:cNvPr id="212" name="Google Shape;212;p18"/>
          <p:cNvSpPr/>
          <p:nvPr/>
        </p:nvSpPr>
        <p:spPr>
          <a:xfrm>
            <a:off x="554537" y="452468"/>
            <a:ext cx="5756100" cy="54000"/>
          </a:xfrm>
          <a:prstGeom prst="rect">
            <a:avLst/>
          </a:prstGeom>
          <a:solidFill>
            <a:schemeClr val="accent1"/>
          </a:solidFill>
          <a:ln w="19050" cap="flat" cmpd="sng">
            <a:solidFill>
              <a:srgbClr val="082836"/>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213" name="Google Shape;213;p18"/>
          <p:cNvSpPr/>
          <p:nvPr/>
        </p:nvSpPr>
        <p:spPr>
          <a:xfrm>
            <a:off x="554538" y="8661917"/>
            <a:ext cx="2592000" cy="54000"/>
          </a:xfrm>
          <a:prstGeom prst="rect">
            <a:avLst/>
          </a:prstGeom>
          <a:solidFill>
            <a:schemeClr val="accent1"/>
          </a:solidFill>
          <a:ln w="19050" cap="flat" cmpd="sng">
            <a:solidFill>
              <a:srgbClr val="082836"/>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214" name="Google Shape;214;p18"/>
          <p:cNvSpPr/>
          <p:nvPr/>
        </p:nvSpPr>
        <p:spPr>
          <a:xfrm>
            <a:off x="3734844" y="8661917"/>
            <a:ext cx="2592000" cy="54000"/>
          </a:xfrm>
          <a:prstGeom prst="rect">
            <a:avLst/>
          </a:prstGeom>
          <a:solidFill>
            <a:schemeClr val="accent1"/>
          </a:solidFill>
          <a:ln w="19050" cap="flat" cmpd="sng">
            <a:solidFill>
              <a:srgbClr val="082836"/>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215" name="Google Shape;215;p18"/>
          <p:cNvSpPr txBox="1"/>
          <p:nvPr/>
        </p:nvSpPr>
        <p:spPr>
          <a:xfrm>
            <a:off x="3163826" y="8511531"/>
            <a:ext cx="575700" cy="369300"/>
          </a:xfrm>
          <a:prstGeom prst="rect">
            <a:avLst/>
          </a:prstGeom>
          <a:noFill/>
          <a:ln>
            <a:noFill/>
          </a:ln>
        </p:spPr>
        <p:txBody>
          <a:bodyPr spcFirstLastPara="1" wrap="square" lIns="91425" tIns="45700" rIns="91425" bIns="45700" anchor="ctr" anchorCtr="0">
            <a:spAutoFit/>
          </a:bodyPr>
          <a:lstStyle/>
          <a:p>
            <a:pPr marL="0" marR="0" lvl="0" indent="0" algn="ctr" rtl="0">
              <a:spcBef>
                <a:spcPts val="0"/>
              </a:spcBef>
              <a:spcAft>
                <a:spcPts val="0"/>
              </a:spcAft>
              <a:buNone/>
            </a:pPr>
            <a:r>
              <a:rPr lang="en-US" sz="1800" dirty="0">
                <a:solidFill>
                  <a:schemeClr val="dk1"/>
                </a:solidFill>
                <a:latin typeface="Jost" pitchFamily="2" charset="0"/>
                <a:ea typeface="Jost" pitchFamily="2" charset="0"/>
              </a:rPr>
              <a:t>5</a:t>
            </a:r>
            <a:endParaRPr sz="1800" dirty="0">
              <a:solidFill>
                <a:schemeClr val="dk1"/>
              </a:solidFill>
              <a:latin typeface="Jost" pitchFamily="2" charset="0"/>
              <a:ea typeface="Jost" pitchFamily="2" charset="0"/>
              <a:sym typeface="Arial"/>
            </a:endParaRPr>
          </a:p>
        </p:txBody>
      </p:sp>
      <p:sp>
        <p:nvSpPr>
          <p:cNvPr id="216" name="Google Shape;216;p18"/>
          <p:cNvSpPr txBox="1"/>
          <p:nvPr/>
        </p:nvSpPr>
        <p:spPr>
          <a:xfrm>
            <a:off x="672873" y="5382265"/>
            <a:ext cx="5649600" cy="15237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000" b="1" dirty="0" err="1">
                <a:solidFill>
                  <a:schemeClr val="dk1"/>
                </a:solidFill>
                <a:latin typeface="Noto Sans JP" panose="020B0200000000000000" pitchFamily="50" charset="-128"/>
                <a:ea typeface="Noto Sans JP" panose="020B0200000000000000" pitchFamily="50" charset="-128"/>
                <a:cs typeface="IBM Plex Sans JP"/>
                <a:sym typeface="IBM Plex Sans JP"/>
              </a:rPr>
              <a:t>非推奨の項目</a:t>
            </a:r>
            <a:r>
              <a:rPr lang="en-US" sz="1000" b="1" dirty="0">
                <a:solidFill>
                  <a:schemeClr val="dk1"/>
                </a:solidFill>
                <a:latin typeface="Noto Sans JP" panose="020B0200000000000000" pitchFamily="50" charset="-128"/>
                <a:ea typeface="Noto Sans JP" panose="020B0200000000000000" pitchFamily="50" charset="-128"/>
                <a:cs typeface="IBM Plex Sans JP"/>
                <a:sym typeface="IBM Plex Sans JP"/>
              </a:rPr>
              <a:t> </a:t>
            </a:r>
            <a:endParaRPr sz="1000" b="1" dirty="0">
              <a:solidFill>
                <a:schemeClr val="dk1"/>
              </a:solidFill>
              <a:latin typeface="Noto Sans JP" panose="020B0200000000000000" pitchFamily="50" charset="-128"/>
              <a:ea typeface="Noto Sans JP" panose="020B0200000000000000" pitchFamily="50" charset="-128"/>
              <a:cs typeface="IBM Plex Sans JP"/>
              <a:sym typeface="IBM Plex Sans JP"/>
            </a:endParaRPr>
          </a:p>
          <a:p>
            <a:pPr marL="0" marR="0" lvl="0" indent="0" algn="l" rtl="0">
              <a:spcBef>
                <a:spcPts val="0"/>
              </a:spcBef>
              <a:spcAft>
                <a:spcPts val="0"/>
              </a:spcAft>
              <a:buNone/>
            </a:pPr>
            <a:endParaRPr sz="400" b="1" dirty="0">
              <a:solidFill>
                <a:schemeClr val="dk1"/>
              </a:solidFill>
              <a:latin typeface="Noto Sans JP" panose="020B0200000000000000" pitchFamily="50" charset="-128"/>
              <a:ea typeface="Noto Sans JP" panose="020B0200000000000000" pitchFamily="50" charset="-128"/>
              <a:cs typeface="IBM Plex Sans JP"/>
              <a:sym typeface="IBM Plex Sans JP"/>
            </a:endParaRPr>
          </a:p>
          <a:p>
            <a:pPr marL="0" marR="0" lvl="0" indent="0" algn="l" rtl="0">
              <a:spcBef>
                <a:spcPts val="0"/>
              </a:spcBef>
              <a:spcAft>
                <a:spcPts val="0"/>
              </a:spcAft>
              <a:buNone/>
            </a:pPr>
            <a:r>
              <a:rPr lang="en-US" sz="1000" dirty="0">
                <a:solidFill>
                  <a:schemeClr val="dk1"/>
                </a:solidFill>
                <a:latin typeface="Noto Sans JP" panose="020B0200000000000000" pitchFamily="50" charset="-128"/>
                <a:ea typeface="Noto Sans JP" panose="020B0200000000000000" pitchFamily="50" charset="-128"/>
                <a:cs typeface="IBM Plex Sans JP"/>
                <a:sym typeface="IBM Plex Sans JP"/>
              </a:rPr>
              <a:t>・</a:t>
            </a:r>
            <a:r>
              <a:rPr lang="en-US" sz="1000" dirty="0" err="1">
                <a:solidFill>
                  <a:schemeClr val="dk1"/>
                </a:solidFill>
                <a:latin typeface="Noto Sans JP" panose="020B0200000000000000" pitchFamily="50" charset="-128"/>
                <a:ea typeface="Noto Sans JP" panose="020B0200000000000000" pitchFamily="50" charset="-128"/>
                <a:cs typeface="IBM Plex Sans JP"/>
                <a:sym typeface="IBM Plex Sans JP"/>
              </a:rPr>
              <a:t>糊の使用</a:t>
            </a:r>
            <a:r>
              <a:rPr lang="en-US" sz="1000" dirty="0">
                <a:solidFill>
                  <a:schemeClr val="dk1"/>
                </a:solidFill>
                <a:latin typeface="Noto Sans JP" panose="020B0200000000000000" pitchFamily="50" charset="-128"/>
                <a:ea typeface="Noto Sans JP" panose="020B0200000000000000" pitchFamily="50" charset="-128"/>
                <a:cs typeface="IBM Plex Sans JP"/>
                <a:sym typeface="IBM Plex Sans JP"/>
              </a:rPr>
              <a:t> </a:t>
            </a:r>
            <a:endParaRPr sz="1000" dirty="0">
              <a:solidFill>
                <a:schemeClr val="dk1"/>
              </a:solidFill>
              <a:latin typeface="Noto Sans JP" panose="020B0200000000000000" pitchFamily="50" charset="-128"/>
              <a:ea typeface="Noto Sans JP" panose="020B0200000000000000" pitchFamily="50" charset="-128"/>
              <a:cs typeface="IBM Plex Sans JP"/>
              <a:sym typeface="IBM Plex Sans JP"/>
            </a:endParaRPr>
          </a:p>
          <a:p>
            <a:pPr marL="0" marR="0" lvl="0" indent="0" algn="l" rtl="0">
              <a:spcBef>
                <a:spcPts val="0"/>
              </a:spcBef>
              <a:spcAft>
                <a:spcPts val="0"/>
              </a:spcAft>
              <a:buNone/>
            </a:pPr>
            <a:r>
              <a:rPr lang="en-US" sz="900" dirty="0" err="1">
                <a:solidFill>
                  <a:schemeClr val="dk1"/>
                </a:solidFill>
                <a:latin typeface="Noto Sans JP" panose="020B0200000000000000" pitchFamily="50" charset="-128"/>
                <a:ea typeface="Noto Sans JP" panose="020B0200000000000000" pitchFamily="50" charset="-128"/>
                <a:cs typeface="IBM Plex Sans JP"/>
                <a:sym typeface="IBM Plex Sans JP"/>
              </a:rPr>
              <a:t>印刷</a:t>
            </a:r>
            <a:r>
              <a:rPr lang="en-US" sz="900" dirty="0">
                <a:solidFill>
                  <a:schemeClr val="dk1"/>
                </a:solidFill>
                <a:latin typeface="Noto Sans JP" panose="020B0200000000000000" pitchFamily="50" charset="-128"/>
                <a:ea typeface="Noto Sans JP" panose="020B0200000000000000" pitchFamily="50" charset="-128"/>
                <a:cs typeface="IBM Plex Sans JP"/>
                <a:sym typeface="IBM Plex Sans JP"/>
              </a:rPr>
              <a:t> #2 </a:t>
            </a:r>
            <a:r>
              <a:rPr lang="en-US" sz="900" dirty="0" err="1">
                <a:solidFill>
                  <a:schemeClr val="dk1"/>
                </a:solidFill>
                <a:latin typeface="Noto Sans JP" panose="020B0200000000000000" pitchFamily="50" charset="-128"/>
                <a:ea typeface="Noto Sans JP" panose="020B0200000000000000" pitchFamily="50" charset="-128"/>
                <a:cs typeface="IBM Plex Sans JP"/>
                <a:sym typeface="IBM Plex Sans JP"/>
              </a:rPr>
              <a:t>にて糊がノズルに詰まる可能性があります</a:t>
            </a:r>
            <a:r>
              <a:rPr lang="en-US" sz="900" dirty="0">
                <a:solidFill>
                  <a:schemeClr val="dk1"/>
                </a:solidFill>
                <a:latin typeface="Noto Sans JP" panose="020B0200000000000000" pitchFamily="50" charset="-128"/>
                <a:ea typeface="Noto Sans JP" panose="020B0200000000000000" pitchFamily="50" charset="-128"/>
                <a:cs typeface="IBM Plex Sans JP"/>
                <a:sym typeface="IBM Plex Sans JP"/>
              </a:rPr>
              <a:t>。 </a:t>
            </a:r>
            <a:endParaRPr sz="900" dirty="0">
              <a:solidFill>
                <a:schemeClr val="dk1"/>
              </a:solidFill>
              <a:latin typeface="Noto Sans JP" panose="020B0200000000000000" pitchFamily="50" charset="-128"/>
              <a:ea typeface="Noto Sans JP" panose="020B0200000000000000" pitchFamily="50" charset="-128"/>
              <a:cs typeface="IBM Plex Sans JP"/>
              <a:sym typeface="IBM Plex Sans JP"/>
            </a:endParaRPr>
          </a:p>
          <a:p>
            <a:pPr marL="0" marR="0" lvl="0" indent="0" algn="l" rtl="0">
              <a:spcBef>
                <a:spcPts val="0"/>
              </a:spcBef>
              <a:spcAft>
                <a:spcPts val="0"/>
              </a:spcAft>
              <a:buNone/>
            </a:pPr>
            <a:endParaRPr sz="1000" dirty="0">
              <a:solidFill>
                <a:schemeClr val="dk1"/>
              </a:solidFill>
              <a:latin typeface="Noto Sans JP" panose="020B0200000000000000" pitchFamily="50" charset="-128"/>
              <a:ea typeface="Noto Sans JP" panose="020B0200000000000000" pitchFamily="50" charset="-128"/>
              <a:cs typeface="IBM Plex Sans JP"/>
              <a:sym typeface="IBM Plex Sans JP"/>
            </a:endParaRPr>
          </a:p>
          <a:p>
            <a:pPr marL="0" marR="0" lvl="0" indent="0" algn="l" rtl="0">
              <a:spcBef>
                <a:spcPts val="0"/>
              </a:spcBef>
              <a:spcAft>
                <a:spcPts val="0"/>
              </a:spcAft>
              <a:buNone/>
            </a:pPr>
            <a:r>
              <a:rPr lang="en-US" sz="1000" dirty="0">
                <a:solidFill>
                  <a:schemeClr val="dk1"/>
                </a:solidFill>
                <a:latin typeface="Noto Sans JP" panose="020B0200000000000000" pitchFamily="50" charset="-128"/>
                <a:ea typeface="Noto Sans JP" panose="020B0200000000000000" pitchFamily="50" charset="-128"/>
                <a:cs typeface="IBM Plex Sans JP"/>
                <a:sym typeface="IBM Plex Sans JP"/>
              </a:rPr>
              <a:t>・</a:t>
            </a:r>
            <a:r>
              <a:rPr lang="en-US" sz="1000" dirty="0" err="1">
                <a:solidFill>
                  <a:schemeClr val="dk1"/>
                </a:solidFill>
                <a:latin typeface="Noto Sans JP" panose="020B0200000000000000" pitchFamily="50" charset="-128"/>
                <a:ea typeface="Noto Sans JP" panose="020B0200000000000000" pitchFamily="50" charset="-128"/>
                <a:cs typeface="IBM Plex Sans JP"/>
                <a:sym typeface="IBM Plex Sans JP"/>
              </a:rPr>
              <a:t>異素材混合</a:t>
            </a:r>
            <a:r>
              <a:rPr lang="en-US" sz="1000" dirty="0">
                <a:solidFill>
                  <a:schemeClr val="dk1"/>
                </a:solidFill>
                <a:latin typeface="Noto Sans JP" panose="020B0200000000000000" pitchFamily="50" charset="-128"/>
                <a:ea typeface="Noto Sans JP" panose="020B0200000000000000" pitchFamily="50" charset="-128"/>
                <a:cs typeface="IBM Plex Sans JP"/>
                <a:sym typeface="IBM Plex Sans JP"/>
              </a:rPr>
              <a:t> </a:t>
            </a:r>
            <a:endParaRPr sz="1000" dirty="0">
              <a:solidFill>
                <a:schemeClr val="dk1"/>
              </a:solidFill>
              <a:latin typeface="Noto Sans JP" panose="020B0200000000000000" pitchFamily="50" charset="-128"/>
              <a:ea typeface="Noto Sans JP" panose="020B0200000000000000" pitchFamily="50" charset="-128"/>
              <a:cs typeface="IBM Plex Sans JP"/>
              <a:sym typeface="IBM Plex Sans JP"/>
            </a:endParaRPr>
          </a:p>
          <a:p>
            <a:pPr marL="0" marR="0" lvl="0" indent="0" algn="l" rtl="0">
              <a:spcBef>
                <a:spcPts val="0"/>
              </a:spcBef>
              <a:spcAft>
                <a:spcPts val="0"/>
              </a:spcAft>
              <a:buNone/>
            </a:pPr>
            <a:r>
              <a:rPr lang="en-US" sz="900" dirty="0">
                <a:solidFill>
                  <a:schemeClr val="dk1"/>
                </a:solidFill>
                <a:latin typeface="Noto Sans JP" panose="020B0200000000000000" pitchFamily="50" charset="-128"/>
                <a:ea typeface="Noto Sans JP" panose="020B0200000000000000" pitchFamily="50" charset="-128"/>
                <a:cs typeface="IBM Plex Sans JP"/>
                <a:sym typeface="IBM Plex Sans JP"/>
              </a:rPr>
              <a:t>印刷温度が異なる素材の混合フィラメントは、印刷＃２にてノズルが詰まる可能性があります。 PLA Basic と PLA Matte </a:t>
            </a:r>
            <a:r>
              <a:rPr lang="en-US" sz="900" dirty="0" err="1">
                <a:solidFill>
                  <a:schemeClr val="dk1"/>
                </a:solidFill>
                <a:latin typeface="Noto Sans JP" panose="020B0200000000000000" pitchFamily="50" charset="-128"/>
                <a:ea typeface="Noto Sans JP" panose="020B0200000000000000" pitchFamily="50" charset="-128"/>
                <a:cs typeface="IBM Plex Sans JP"/>
                <a:sym typeface="IBM Plex Sans JP"/>
              </a:rPr>
              <a:t>の様に印刷温度が一致しており、同素材であれば使用できる可能性はあります</a:t>
            </a:r>
            <a:r>
              <a:rPr lang="en-US" sz="900" dirty="0">
                <a:solidFill>
                  <a:schemeClr val="dk1"/>
                </a:solidFill>
                <a:latin typeface="Noto Sans JP" panose="020B0200000000000000" pitchFamily="50" charset="-128"/>
                <a:ea typeface="Noto Sans JP" panose="020B0200000000000000" pitchFamily="50" charset="-128"/>
                <a:cs typeface="IBM Plex Sans JP"/>
                <a:sym typeface="IBM Plex Sans JP"/>
              </a:rPr>
              <a:t>。 </a:t>
            </a:r>
            <a:endParaRPr sz="900" dirty="0">
              <a:solidFill>
                <a:schemeClr val="dk1"/>
              </a:solidFill>
              <a:latin typeface="Noto Sans JP" panose="020B0200000000000000" pitchFamily="50" charset="-128"/>
              <a:ea typeface="Noto Sans JP" panose="020B0200000000000000" pitchFamily="50" charset="-128"/>
              <a:cs typeface="IBM Plex Sans JP"/>
              <a:sym typeface="IBM Plex Sans JP"/>
            </a:endParaRPr>
          </a:p>
          <a:p>
            <a:pPr marL="0" marR="0" lvl="0" indent="0" algn="l" rtl="0">
              <a:spcBef>
                <a:spcPts val="0"/>
              </a:spcBef>
              <a:spcAft>
                <a:spcPts val="0"/>
              </a:spcAft>
              <a:buNone/>
            </a:pPr>
            <a:endParaRPr sz="400" dirty="0">
              <a:solidFill>
                <a:schemeClr val="dk1"/>
              </a:solidFill>
              <a:latin typeface="Noto Sans JP" panose="020B0200000000000000" pitchFamily="50" charset="-128"/>
              <a:ea typeface="Noto Sans JP" panose="020B0200000000000000" pitchFamily="50" charset="-128"/>
              <a:cs typeface="IBM Plex Sans JP"/>
              <a:sym typeface="IBM Plex Sans JP"/>
            </a:endParaRPr>
          </a:p>
          <a:p>
            <a:pPr marL="0" marR="0" lvl="0" indent="0" algn="l" rtl="0">
              <a:spcBef>
                <a:spcPts val="0"/>
              </a:spcBef>
              <a:spcAft>
                <a:spcPts val="0"/>
              </a:spcAft>
              <a:buNone/>
            </a:pPr>
            <a:r>
              <a:rPr lang="en-US" sz="900" dirty="0" err="1">
                <a:solidFill>
                  <a:schemeClr val="dk1"/>
                </a:solidFill>
                <a:latin typeface="Noto Sans JP" panose="020B0200000000000000" pitchFamily="50" charset="-128"/>
                <a:ea typeface="Noto Sans JP" panose="020B0200000000000000" pitchFamily="50" charset="-128"/>
                <a:cs typeface="IBM Plex Sans JP"/>
                <a:sym typeface="IBM Plex Sans JP"/>
              </a:rPr>
              <a:t>基本的に</a:t>
            </a:r>
            <a:r>
              <a:rPr lang="en-US" sz="900" b="1" dirty="0" err="1">
                <a:solidFill>
                  <a:schemeClr val="dk1"/>
                </a:solidFill>
                <a:latin typeface="Noto Sans JP" panose="020B0200000000000000" pitchFamily="50" charset="-128"/>
                <a:ea typeface="Noto Sans JP" panose="020B0200000000000000" pitchFamily="50" charset="-128"/>
                <a:cs typeface="IBM Plex Sans JP"/>
                <a:sym typeface="IBM Plex Sans JP"/>
              </a:rPr>
              <a:t>同一メーカー同一商品の色違いを使うことを推奨</a:t>
            </a:r>
            <a:r>
              <a:rPr lang="en-US" sz="900" dirty="0" err="1">
                <a:solidFill>
                  <a:schemeClr val="dk1"/>
                </a:solidFill>
                <a:latin typeface="Noto Sans JP" panose="020B0200000000000000" pitchFamily="50" charset="-128"/>
                <a:ea typeface="Noto Sans JP" panose="020B0200000000000000" pitchFamily="50" charset="-128"/>
                <a:cs typeface="IBM Plex Sans JP"/>
                <a:sym typeface="IBM Plex Sans JP"/>
              </a:rPr>
              <a:t>します。挑戦する場合は自己責任でお願いします</a:t>
            </a:r>
            <a:r>
              <a:rPr lang="en-US" sz="900" dirty="0">
                <a:solidFill>
                  <a:schemeClr val="dk1"/>
                </a:solidFill>
                <a:latin typeface="Noto Sans JP" panose="020B0200000000000000" pitchFamily="50" charset="-128"/>
                <a:ea typeface="Noto Sans JP" panose="020B0200000000000000" pitchFamily="50" charset="-128"/>
                <a:cs typeface="IBM Plex Sans JP"/>
                <a:sym typeface="IBM Plex Sans JP"/>
              </a:rPr>
              <a:t>。 </a:t>
            </a:r>
            <a:endParaRPr sz="900" dirty="0">
              <a:latin typeface="Noto Sans JP" panose="020B0200000000000000" pitchFamily="50" charset="-128"/>
              <a:ea typeface="Noto Sans JP" panose="020B0200000000000000" pitchFamily="50" charset="-128"/>
            </a:endParaRPr>
          </a:p>
        </p:txBody>
      </p:sp>
      <p:sp>
        <p:nvSpPr>
          <p:cNvPr id="217" name="Google Shape;217;p18"/>
          <p:cNvSpPr txBox="1"/>
          <p:nvPr/>
        </p:nvSpPr>
        <p:spPr>
          <a:xfrm>
            <a:off x="672873" y="646903"/>
            <a:ext cx="5649600" cy="985200"/>
          </a:xfrm>
          <a:prstGeom prst="rect">
            <a:avLst/>
          </a:prstGeom>
          <a:noFill/>
          <a:ln>
            <a:noFill/>
          </a:ln>
        </p:spPr>
        <p:txBody>
          <a:bodyPr spcFirstLastPara="1" wrap="square" lIns="91425" tIns="45700" rIns="91425" bIns="45700" anchor="t" anchorCtr="0">
            <a:spAutoFit/>
          </a:bodyPr>
          <a:lstStyle/>
          <a:p>
            <a:pPr marL="0" lvl="0" indent="0" algn="l" rtl="0">
              <a:spcBef>
                <a:spcPts val="0"/>
              </a:spcBef>
              <a:spcAft>
                <a:spcPts val="0"/>
              </a:spcAft>
              <a:buNone/>
            </a:pPr>
            <a:r>
              <a:rPr lang="en-US" sz="1000" dirty="0">
                <a:latin typeface="Noto Sans JP" panose="020B0200000000000000" pitchFamily="50" charset="-128"/>
                <a:ea typeface="Noto Sans JP" panose="020B0200000000000000" pitchFamily="50" charset="-128"/>
              </a:rPr>
              <a:t>・</a:t>
            </a:r>
            <a:r>
              <a:rPr lang="en-US" sz="1000" dirty="0" err="1">
                <a:latin typeface="Noto Sans JP" panose="020B0200000000000000" pitchFamily="50" charset="-128"/>
                <a:ea typeface="Noto Sans JP" panose="020B0200000000000000" pitchFamily="50" charset="-128"/>
              </a:rPr>
              <a:t>プレートと手の脱脂</a:t>
            </a:r>
            <a:r>
              <a:rPr lang="en-US" sz="1000" dirty="0">
                <a:latin typeface="Noto Sans JP" panose="020B0200000000000000" pitchFamily="50" charset="-128"/>
                <a:ea typeface="Noto Sans JP" panose="020B0200000000000000" pitchFamily="50" charset="-128"/>
              </a:rPr>
              <a:t> </a:t>
            </a:r>
            <a:endParaRPr sz="1000" dirty="0">
              <a:latin typeface="Noto Sans JP" panose="020B0200000000000000" pitchFamily="50" charset="-128"/>
              <a:ea typeface="Noto Sans JP" panose="020B0200000000000000" pitchFamily="50" charset="-128"/>
            </a:endParaRPr>
          </a:p>
          <a:p>
            <a:pPr marL="0" lvl="0" indent="0" algn="l" rtl="0">
              <a:spcBef>
                <a:spcPts val="0"/>
              </a:spcBef>
              <a:spcAft>
                <a:spcPts val="0"/>
              </a:spcAft>
              <a:buNone/>
            </a:pPr>
            <a:r>
              <a:rPr lang="en-US" sz="900" dirty="0" err="1">
                <a:latin typeface="Noto Sans JP" panose="020B0200000000000000" pitchFamily="50" charset="-128"/>
                <a:ea typeface="Noto Sans JP" panose="020B0200000000000000" pitchFamily="50" charset="-128"/>
              </a:rPr>
              <a:t>本モデルは定着性がシビアです。十分な脱脂を行って、定着性を高めてください</a:t>
            </a:r>
            <a:r>
              <a:rPr lang="en-US" sz="900" dirty="0">
                <a:latin typeface="Noto Sans JP" panose="020B0200000000000000" pitchFamily="50" charset="-128"/>
                <a:ea typeface="Noto Sans JP" panose="020B0200000000000000" pitchFamily="50" charset="-128"/>
              </a:rPr>
              <a:t>。 定着が困難な場合は1サイズ小さいモデルを検討してください。 </a:t>
            </a:r>
            <a:endParaRPr sz="900" dirty="0">
              <a:latin typeface="Noto Sans JP" panose="020B0200000000000000" pitchFamily="50" charset="-128"/>
              <a:ea typeface="Noto Sans JP" panose="020B0200000000000000" pitchFamily="50" charset="-128"/>
            </a:endParaRPr>
          </a:p>
          <a:p>
            <a:pPr marL="0" lvl="0" indent="0" algn="l" rtl="0">
              <a:spcBef>
                <a:spcPts val="0"/>
              </a:spcBef>
              <a:spcAft>
                <a:spcPts val="0"/>
              </a:spcAft>
              <a:buNone/>
            </a:pPr>
            <a:endParaRPr sz="1000" dirty="0">
              <a:latin typeface="Noto Sans JP" panose="020B0200000000000000" pitchFamily="50" charset="-128"/>
              <a:ea typeface="Noto Sans JP" panose="020B0200000000000000" pitchFamily="50" charset="-128"/>
            </a:endParaRPr>
          </a:p>
          <a:p>
            <a:pPr marL="0" lvl="0" indent="0" algn="l" rtl="0">
              <a:spcBef>
                <a:spcPts val="0"/>
              </a:spcBef>
              <a:spcAft>
                <a:spcPts val="0"/>
              </a:spcAft>
              <a:buNone/>
            </a:pPr>
            <a:r>
              <a:rPr lang="en-US" sz="1000" dirty="0" err="1">
                <a:latin typeface="Noto Sans JP" panose="020B0200000000000000" pitchFamily="50" charset="-128"/>
                <a:ea typeface="Noto Sans JP" panose="020B0200000000000000" pitchFamily="50" charset="-128"/>
              </a:rPr>
              <a:t>定着のしやすさ</a:t>
            </a:r>
            <a:r>
              <a:rPr lang="en-US" sz="1000" dirty="0">
                <a:latin typeface="Noto Sans JP" panose="020B0200000000000000" pitchFamily="50" charset="-128"/>
                <a:ea typeface="Noto Sans JP" panose="020B0200000000000000" pitchFamily="50" charset="-128"/>
              </a:rPr>
              <a:t> </a:t>
            </a:r>
            <a:endParaRPr sz="1000" dirty="0">
              <a:latin typeface="Noto Sans JP" panose="020B0200000000000000" pitchFamily="50" charset="-128"/>
              <a:ea typeface="Noto Sans JP" panose="020B0200000000000000" pitchFamily="50" charset="-128"/>
            </a:endParaRPr>
          </a:p>
          <a:p>
            <a:pPr marL="0" lvl="0" indent="0" algn="l" rtl="0">
              <a:spcBef>
                <a:spcPts val="0"/>
              </a:spcBef>
              <a:spcAft>
                <a:spcPts val="0"/>
              </a:spcAft>
              <a:buNone/>
            </a:pPr>
            <a:r>
              <a:rPr lang="en-US" sz="1000" dirty="0" err="1">
                <a:latin typeface="Noto Sans JP" panose="020B0200000000000000" pitchFamily="50" charset="-128"/>
                <a:ea typeface="Noto Sans JP" panose="020B0200000000000000" pitchFamily="50" charset="-128"/>
              </a:rPr>
              <a:t>ビ</a:t>
            </a:r>
            <a:r>
              <a:rPr lang="en-US" sz="900" dirty="0" err="1">
                <a:latin typeface="Noto Sans JP" panose="020B0200000000000000" pitchFamily="50" charset="-128"/>
                <a:ea typeface="Noto Sans JP" panose="020B0200000000000000" pitchFamily="50" charset="-128"/>
              </a:rPr>
              <a:t>ルドプレートとフィラメントによって定着性が変わります。下表を参考にしてください</a:t>
            </a:r>
            <a:r>
              <a:rPr lang="en-US" sz="900" dirty="0">
                <a:latin typeface="Noto Sans JP" panose="020B0200000000000000" pitchFamily="50" charset="-128"/>
                <a:ea typeface="Noto Sans JP" panose="020B0200000000000000" pitchFamily="50" charset="-128"/>
              </a:rPr>
              <a:t>。 </a:t>
            </a:r>
            <a:endParaRPr sz="900" dirty="0">
              <a:latin typeface="Noto Sans JP" panose="020B0200000000000000" pitchFamily="50" charset="-128"/>
              <a:ea typeface="Noto Sans JP" panose="020B0200000000000000" pitchFamily="50" charset="-128"/>
            </a:endParaRPr>
          </a:p>
        </p:txBody>
      </p:sp>
      <p:sp>
        <p:nvSpPr>
          <p:cNvPr id="218" name="Google Shape;218;p18"/>
          <p:cNvSpPr txBox="1"/>
          <p:nvPr/>
        </p:nvSpPr>
        <p:spPr>
          <a:xfrm>
            <a:off x="672873" y="3717678"/>
            <a:ext cx="5649600" cy="400200"/>
          </a:xfrm>
          <a:prstGeom prst="rect">
            <a:avLst/>
          </a:prstGeom>
          <a:noFill/>
          <a:ln>
            <a:noFill/>
          </a:ln>
        </p:spPr>
        <p:txBody>
          <a:bodyPr spcFirstLastPara="1" wrap="square" lIns="91425" tIns="45700" rIns="91425" bIns="45700" anchor="t" anchorCtr="0">
            <a:spAutoFit/>
          </a:bodyPr>
          <a:lstStyle/>
          <a:p>
            <a:pPr marL="0" lvl="0" indent="0" algn="l" rtl="0">
              <a:spcBef>
                <a:spcPts val="0"/>
              </a:spcBef>
              <a:spcAft>
                <a:spcPts val="0"/>
              </a:spcAft>
              <a:buNone/>
            </a:pPr>
            <a:r>
              <a:rPr lang="en-US" sz="1000"/>
              <a:t>・プレートと手の脱脂 本モデルは定着性がシビアです。十分な脱脂を行って、定着性を高めてください。 定着が困難な場合は1サイズ小さいモデルを検討してください。 </a:t>
            </a:r>
            <a:endParaRPr sz="1000"/>
          </a:p>
        </p:txBody>
      </p:sp>
      <p:pic>
        <p:nvPicPr>
          <p:cNvPr id="219" name="Google Shape;219;p18"/>
          <p:cNvPicPr preferRelativeResize="0"/>
          <p:nvPr/>
        </p:nvPicPr>
        <p:blipFill>
          <a:blip r:embed="rId3">
            <a:alphaModFix/>
          </a:blip>
          <a:stretch>
            <a:fillRect/>
          </a:stretch>
        </p:blipFill>
        <p:spPr>
          <a:xfrm>
            <a:off x="540573" y="1660755"/>
            <a:ext cx="5776852" cy="3506716"/>
          </a:xfrm>
          <a:prstGeom prst="rect">
            <a:avLst/>
          </a:prstGeom>
          <a:noFill/>
          <a:ln>
            <a:noFill/>
          </a:ln>
        </p:spPr>
      </p:pic>
      <p:sp>
        <p:nvSpPr>
          <p:cNvPr id="220" name="Google Shape;220;p18"/>
          <p:cNvSpPr txBox="1"/>
          <p:nvPr/>
        </p:nvSpPr>
        <p:spPr>
          <a:xfrm>
            <a:off x="672873" y="7120761"/>
            <a:ext cx="5649600" cy="13698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b="1">
                <a:solidFill>
                  <a:schemeClr val="dk1"/>
                </a:solidFill>
                <a:latin typeface="Noto Sans JP" panose="020B0200000000000000" pitchFamily="50" charset="-128"/>
                <a:ea typeface="Noto Sans JP" panose="020B0200000000000000" pitchFamily="50" charset="-128"/>
                <a:cs typeface="IBM Plex Sans JP"/>
                <a:sym typeface="IBM Plex Sans JP"/>
              </a:rPr>
              <a:t>印刷 #2（本番造形）前</a:t>
            </a:r>
            <a:endParaRPr sz="1200" b="1">
              <a:solidFill>
                <a:schemeClr val="dk1"/>
              </a:solidFill>
              <a:latin typeface="Noto Sans JP" panose="020B0200000000000000" pitchFamily="50" charset="-128"/>
              <a:ea typeface="Noto Sans JP" panose="020B0200000000000000" pitchFamily="50" charset="-128"/>
              <a:cs typeface="IBM Plex Sans JP"/>
              <a:sym typeface="IBM Plex Sans JP"/>
            </a:endParaRPr>
          </a:p>
          <a:p>
            <a:pPr marL="0" marR="0" lvl="0" indent="0" algn="l" rtl="0">
              <a:spcBef>
                <a:spcPts val="0"/>
              </a:spcBef>
              <a:spcAft>
                <a:spcPts val="0"/>
              </a:spcAft>
              <a:buNone/>
            </a:pPr>
            <a:endParaRPr sz="500" b="1">
              <a:solidFill>
                <a:schemeClr val="dk1"/>
              </a:solidFill>
              <a:latin typeface="Noto Sans JP" panose="020B0200000000000000" pitchFamily="50" charset="-128"/>
              <a:ea typeface="Noto Sans JP" panose="020B0200000000000000" pitchFamily="50" charset="-128"/>
              <a:cs typeface="IBM Plex Sans JP"/>
              <a:sym typeface="IBM Plex Sans JP"/>
            </a:endParaRPr>
          </a:p>
          <a:p>
            <a:pPr marL="0" marR="0" lvl="0" indent="0" algn="l" rtl="0">
              <a:spcBef>
                <a:spcPts val="0"/>
              </a:spcBef>
              <a:spcAft>
                <a:spcPts val="0"/>
              </a:spcAft>
              <a:buNone/>
            </a:pPr>
            <a:r>
              <a:rPr lang="en-US" sz="1000">
                <a:solidFill>
                  <a:schemeClr val="dk1"/>
                </a:solidFill>
                <a:latin typeface="Noto Sans JP" panose="020B0200000000000000" pitchFamily="50" charset="-128"/>
                <a:ea typeface="Noto Sans JP" panose="020B0200000000000000" pitchFamily="50" charset="-128"/>
                <a:cs typeface="IBM Plex Sans JP"/>
                <a:sym typeface="IBM Plex Sans JP"/>
              </a:rPr>
              <a:t>・ブリムの除去 </a:t>
            </a:r>
            <a:endParaRPr sz="1000">
              <a:solidFill>
                <a:schemeClr val="dk1"/>
              </a:solidFill>
              <a:latin typeface="Noto Sans JP" panose="020B0200000000000000" pitchFamily="50" charset="-128"/>
              <a:ea typeface="Noto Sans JP" panose="020B0200000000000000" pitchFamily="50" charset="-128"/>
              <a:cs typeface="IBM Plex Sans JP"/>
              <a:sym typeface="IBM Plex Sans JP"/>
            </a:endParaRPr>
          </a:p>
          <a:p>
            <a:pPr marL="0" marR="0" lvl="0" indent="0" algn="l" rtl="0">
              <a:spcBef>
                <a:spcPts val="0"/>
              </a:spcBef>
              <a:spcAft>
                <a:spcPts val="0"/>
              </a:spcAft>
              <a:buNone/>
            </a:pPr>
            <a:r>
              <a:rPr lang="en-US" sz="900">
                <a:solidFill>
                  <a:schemeClr val="dk1"/>
                </a:solidFill>
                <a:latin typeface="Noto Sans JP" panose="020B0200000000000000" pitchFamily="50" charset="-128"/>
                <a:ea typeface="Noto Sans JP" panose="020B0200000000000000" pitchFamily="50" charset="-128"/>
                <a:cs typeface="IBM Plex Sans JP"/>
                <a:sym typeface="IBM Plex Sans JP"/>
              </a:rPr>
              <a:t>印刷時にはブリムを除去してください。 すぐに印刷しない場合はブリムはつけたままにしてください。ブリムの刻印でサイズと混合比が確認できます。 </a:t>
            </a:r>
            <a:endParaRPr sz="900">
              <a:solidFill>
                <a:schemeClr val="dk1"/>
              </a:solidFill>
              <a:latin typeface="Noto Sans JP" panose="020B0200000000000000" pitchFamily="50" charset="-128"/>
              <a:ea typeface="Noto Sans JP" panose="020B0200000000000000" pitchFamily="50" charset="-128"/>
              <a:cs typeface="IBM Plex Sans JP"/>
              <a:sym typeface="IBM Plex Sans JP"/>
            </a:endParaRPr>
          </a:p>
          <a:p>
            <a:pPr marL="0" marR="0" lvl="0" indent="0" algn="l" rtl="0">
              <a:spcBef>
                <a:spcPts val="0"/>
              </a:spcBef>
              <a:spcAft>
                <a:spcPts val="0"/>
              </a:spcAft>
              <a:buNone/>
            </a:pPr>
            <a:endParaRPr sz="1000">
              <a:solidFill>
                <a:schemeClr val="dk1"/>
              </a:solidFill>
              <a:latin typeface="Noto Sans JP" panose="020B0200000000000000" pitchFamily="50" charset="-128"/>
              <a:ea typeface="Noto Sans JP" panose="020B0200000000000000" pitchFamily="50" charset="-128"/>
              <a:cs typeface="IBM Plex Sans JP"/>
              <a:sym typeface="IBM Plex Sans JP"/>
            </a:endParaRPr>
          </a:p>
          <a:p>
            <a:pPr marL="0" marR="0" lvl="0" indent="0" algn="l" rtl="0">
              <a:spcBef>
                <a:spcPts val="0"/>
              </a:spcBef>
              <a:spcAft>
                <a:spcPts val="0"/>
              </a:spcAft>
              <a:buNone/>
            </a:pPr>
            <a:r>
              <a:rPr lang="en-US" sz="1000">
                <a:solidFill>
                  <a:schemeClr val="dk1"/>
                </a:solidFill>
                <a:latin typeface="Noto Sans JP" panose="020B0200000000000000" pitchFamily="50" charset="-128"/>
                <a:ea typeface="Noto Sans JP" panose="020B0200000000000000" pitchFamily="50" charset="-128"/>
                <a:cs typeface="IBM Plex Sans JP"/>
                <a:sym typeface="IBM Plex Sans JP"/>
              </a:rPr>
              <a:t>・バリの除去 </a:t>
            </a:r>
            <a:endParaRPr sz="1000">
              <a:solidFill>
                <a:schemeClr val="dk1"/>
              </a:solidFill>
              <a:latin typeface="Noto Sans JP" panose="020B0200000000000000" pitchFamily="50" charset="-128"/>
              <a:ea typeface="Noto Sans JP" panose="020B0200000000000000" pitchFamily="50" charset="-128"/>
              <a:cs typeface="IBM Plex Sans JP"/>
              <a:sym typeface="IBM Plex Sans JP"/>
            </a:endParaRPr>
          </a:p>
          <a:p>
            <a:pPr marL="0" marR="0" lvl="0" indent="0" algn="l" rtl="0">
              <a:spcBef>
                <a:spcPts val="0"/>
              </a:spcBef>
              <a:spcAft>
                <a:spcPts val="0"/>
              </a:spcAft>
              <a:buNone/>
            </a:pPr>
            <a:r>
              <a:rPr lang="en-US" sz="900">
                <a:solidFill>
                  <a:schemeClr val="dk1"/>
                </a:solidFill>
                <a:latin typeface="Noto Sans JP" panose="020B0200000000000000" pitchFamily="50" charset="-128"/>
                <a:ea typeface="Noto Sans JP" panose="020B0200000000000000" pitchFamily="50" charset="-128"/>
                <a:cs typeface="IBM Plex Sans JP"/>
                <a:sym typeface="IBM Plex Sans JP"/>
              </a:rPr>
              <a:t>まれにバリが発生することがあります。発生したバリはニッパーやカッターなどで除去してください。 大きなバリはエクストルーダー送り不良を起こすことがあります。</a:t>
            </a:r>
            <a:endParaRPr sz="900">
              <a:latin typeface="Noto Sans JP" panose="020B0200000000000000" pitchFamily="50" charset="-128"/>
              <a:ea typeface="Noto Sans JP" panose="020B0200000000000000" pitchFamily="50" charset="-128"/>
            </a:endParaRPr>
          </a:p>
        </p:txBody>
      </p:sp>
      <p:sp>
        <p:nvSpPr>
          <p:cNvPr id="221" name="Google Shape;221;p18"/>
          <p:cNvSpPr/>
          <p:nvPr/>
        </p:nvSpPr>
        <p:spPr>
          <a:xfrm>
            <a:off x="612050" y="7175724"/>
            <a:ext cx="124500" cy="129900"/>
          </a:xfrm>
          <a:prstGeom prst="ellipse">
            <a:avLst/>
          </a:prstGeom>
          <a:solidFill>
            <a:schemeClr val="accent1"/>
          </a:solidFill>
          <a:ln w="19050" cap="flat" cmpd="sng">
            <a:solidFill>
              <a:srgbClr val="082836"/>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lt1"/>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25"/>
        <p:cNvGrpSpPr/>
        <p:nvPr/>
      </p:nvGrpSpPr>
      <p:grpSpPr>
        <a:xfrm>
          <a:off x="0" y="0"/>
          <a:ext cx="0" cy="0"/>
          <a:chOff x="0" y="0"/>
          <a:chExt cx="0" cy="0"/>
        </a:xfrm>
      </p:grpSpPr>
      <p:sp>
        <p:nvSpPr>
          <p:cNvPr id="226" name="Google Shape;226;p19"/>
          <p:cNvSpPr/>
          <p:nvPr/>
        </p:nvSpPr>
        <p:spPr>
          <a:xfrm>
            <a:off x="51086" y="45268"/>
            <a:ext cx="6790200" cy="9053400"/>
          </a:xfrm>
          <a:prstGeom prst="rect">
            <a:avLst/>
          </a:prstGeom>
          <a:gradFill>
            <a:gsLst>
              <a:gs pos="0">
                <a:srgbClr val="EE00B0"/>
              </a:gs>
              <a:gs pos="10000">
                <a:srgbClr val="EE00B0"/>
              </a:gs>
              <a:gs pos="50000">
                <a:srgbClr val="6200E8"/>
              </a:gs>
              <a:gs pos="90000">
                <a:srgbClr val="0095E5"/>
              </a:gs>
              <a:gs pos="100000">
                <a:srgbClr val="0095E5"/>
              </a:gs>
            </a:gsLst>
            <a:lin ang="1800004"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227" name="Google Shape;227;p19"/>
          <p:cNvSpPr/>
          <p:nvPr/>
        </p:nvSpPr>
        <p:spPr>
          <a:xfrm>
            <a:off x="17051" y="5531"/>
            <a:ext cx="6858000" cy="9144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grpSp>
        <p:nvGrpSpPr>
          <p:cNvPr id="228" name="Google Shape;228;p19"/>
          <p:cNvGrpSpPr/>
          <p:nvPr/>
        </p:nvGrpSpPr>
        <p:grpSpPr>
          <a:xfrm>
            <a:off x="0" y="0"/>
            <a:ext cx="6865269" cy="9144001"/>
            <a:chOff x="0" y="0"/>
            <a:chExt cx="6865269" cy="9144001"/>
          </a:xfrm>
        </p:grpSpPr>
        <p:sp>
          <p:nvSpPr>
            <p:cNvPr id="229" name="Google Shape;229;p19"/>
            <p:cNvSpPr/>
            <p:nvPr/>
          </p:nvSpPr>
          <p:spPr>
            <a:xfrm>
              <a:off x="0" y="0"/>
              <a:ext cx="6858000" cy="432000"/>
            </a:xfrm>
            <a:prstGeom prst="rect">
              <a:avLst/>
            </a:prstGeom>
            <a:solidFill>
              <a:srgbClr val="F2A982">
                <a:alpha val="10200"/>
              </a:srgbClr>
            </a:solidFill>
            <a:ln w="19050" cap="flat" cmpd="sng">
              <a:solidFill>
                <a:srgbClr val="7F340D"/>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230" name="Google Shape;230;p19"/>
            <p:cNvSpPr/>
            <p:nvPr/>
          </p:nvSpPr>
          <p:spPr>
            <a:xfrm>
              <a:off x="0" y="8712000"/>
              <a:ext cx="6858000" cy="432000"/>
            </a:xfrm>
            <a:prstGeom prst="rect">
              <a:avLst/>
            </a:prstGeom>
            <a:solidFill>
              <a:srgbClr val="F2A982">
                <a:alpha val="10200"/>
              </a:srgbClr>
            </a:solidFill>
            <a:ln w="19050" cap="flat" cmpd="sng">
              <a:solidFill>
                <a:srgbClr val="7F340D"/>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231" name="Google Shape;231;p19"/>
            <p:cNvSpPr/>
            <p:nvPr/>
          </p:nvSpPr>
          <p:spPr>
            <a:xfrm>
              <a:off x="0" y="1"/>
              <a:ext cx="540000" cy="9144000"/>
            </a:xfrm>
            <a:prstGeom prst="rect">
              <a:avLst/>
            </a:prstGeom>
            <a:solidFill>
              <a:srgbClr val="F2A982">
                <a:alpha val="10200"/>
              </a:srgbClr>
            </a:solidFill>
            <a:ln w="19050" cap="flat" cmpd="sng">
              <a:solidFill>
                <a:srgbClr val="7F340D"/>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232" name="Google Shape;232;p19"/>
            <p:cNvSpPr/>
            <p:nvPr/>
          </p:nvSpPr>
          <p:spPr>
            <a:xfrm>
              <a:off x="6325269" y="0"/>
              <a:ext cx="540000" cy="9144000"/>
            </a:xfrm>
            <a:prstGeom prst="rect">
              <a:avLst/>
            </a:prstGeom>
            <a:solidFill>
              <a:srgbClr val="F2A982">
                <a:alpha val="10200"/>
              </a:srgbClr>
            </a:solidFill>
            <a:ln w="19050" cap="flat" cmpd="sng">
              <a:solidFill>
                <a:srgbClr val="7F340D"/>
              </a:solidFill>
              <a:prstDash val="dash"/>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grpSp>
      <p:sp>
        <p:nvSpPr>
          <p:cNvPr id="233" name="Google Shape;233;p19"/>
          <p:cNvSpPr/>
          <p:nvPr/>
        </p:nvSpPr>
        <p:spPr>
          <a:xfrm>
            <a:off x="554537" y="452468"/>
            <a:ext cx="5756100" cy="54000"/>
          </a:xfrm>
          <a:prstGeom prst="rect">
            <a:avLst/>
          </a:prstGeom>
          <a:solidFill>
            <a:schemeClr val="accent1"/>
          </a:solidFill>
          <a:ln w="19050" cap="flat" cmpd="sng">
            <a:solidFill>
              <a:srgbClr val="082836"/>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234" name="Google Shape;234;p19"/>
          <p:cNvSpPr/>
          <p:nvPr/>
        </p:nvSpPr>
        <p:spPr>
          <a:xfrm>
            <a:off x="554538" y="8661917"/>
            <a:ext cx="2592000" cy="54000"/>
          </a:xfrm>
          <a:prstGeom prst="rect">
            <a:avLst/>
          </a:prstGeom>
          <a:solidFill>
            <a:schemeClr val="accent1"/>
          </a:solidFill>
          <a:ln w="19050" cap="flat" cmpd="sng">
            <a:solidFill>
              <a:srgbClr val="082836"/>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235" name="Google Shape;235;p19"/>
          <p:cNvSpPr/>
          <p:nvPr/>
        </p:nvSpPr>
        <p:spPr>
          <a:xfrm>
            <a:off x="3734844" y="8661917"/>
            <a:ext cx="2592000" cy="54000"/>
          </a:xfrm>
          <a:prstGeom prst="rect">
            <a:avLst/>
          </a:prstGeom>
          <a:solidFill>
            <a:schemeClr val="accent1"/>
          </a:solidFill>
          <a:ln w="19050" cap="flat" cmpd="sng">
            <a:solidFill>
              <a:srgbClr val="082836"/>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236" name="Google Shape;236;p19"/>
          <p:cNvSpPr txBox="1"/>
          <p:nvPr/>
        </p:nvSpPr>
        <p:spPr>
          <a:xfrm>
            <a:off x="3163826" y="8511531"/>
            <a:ext cx="575700" cy="369300"/>
          </a:xfrm>
          <a:prstGeom prst="rect">
            <a:avLst/>
          </a:prstGeom>
          <a:noFill/>
          <a:ln>
            <a:noFill/>
          </a:ln>
        </p:spPr>
        <p:txBody>
          <a:bodyPr spcFirstLastPara="1" wrap="square" lIns="91425" tIns="45700" rIns="91425" bIns="45700" anchor="ctr" anchorCtr="0">
            <a:spAutoFit/>
          </a:bodyPr>
          <a:lstStyle/>
          <a:p>
            <a:pPr marL="0" marR="0" lvl="0" indent="0" algn="ctr" rtl="0">
              <a:spcBef>
                <a:spcPts val="0"/>
              </a:spcBef>
              <a:spcAft>
                <a:spcPts val="0"/>
              </a:spcAft>
              <a:buNone/>
            </a:pPr>
            <a:r>
              <a:rPr lang="en-US" sz="1800" dirty="0">
                <a:solidFill>
                  <a:schemeClr val="dk1"/>
                </a:solidFill>
                <a:latin typeface="Jost" pitchFamily="2" charset="0"/>
                <a:ea typeface="Jost" pitchFamily="2" charset="0"/>
              </a:rPr>
              <a:t>6</a:t>
            </a:r>
            <a:endParaRPr sz="1800" dirty="0">
              <a:solidFill>
                <a:schemeClr val="dk1"/>
              </a:solidFill>
              <a:latin typeface="Jost" pitchFamily="2" charset="0"/>
              <a:ea typeface="Jost" pitchFamily="2" charset="0"/>
              <a:sym typeface="Arial"/>
            </a:endParaRPr>
          </a:p>
        </p:txBody>
      </p:sp>
      <p:sp>
        <p:nvSpPr>
          <p:cNvPr id="237" name="Google Shape;237;p19"/>
          <p:cNvSpPr/>
          <p:nvPr/>
        </p:nvSpPr>
        <p:spPr>
          <a:xfrm>
            <a:off x="580886" y="2882330"/>
            <a:ext cx="204600" cy="204600"/>
          </a:xfrm>
          <a:prstGeom prst="ellipse">
            <a:avLst/>
          </a:prstGeom>
          <a:solidFill>
            <a:schemeClr val="accent1"/>
          </a:solidFill>
          <a:ln w="19050" cap="flat" cmpd="sng">
            <a:solidFill>
              <a:srgbClr val="082836"/>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238" name="Google Shape;238;p19"/>
          <p:cNvSpPr txBox="1"/>
          <p:nvPr/>
        </p:nvSpPr>
        <p:spPr>
          <a:xfrm>
            <a:off x="812651" y="2847881"/>
            <a:ext cx="2313092" cy="33851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b="1" dirty="0">
                <a:solidFill>
                  <a:schemeClr val="dk1"/>
                </a:solidFill>
                <a:latin typeface="Noto Sans JP" panose="020B0200000000000000" pitchFamily="50" charset="-128"/>
                <a:ea typeface="Noto Sans JP" panose="020B0200000000000000" pitchFamily="50" charset="-128"/>
                <a:cs typeface="IBM Plex Sans JP SemiBold"/>
                <a:sym typeface="IBM Plex Sans JP SemiBold"/>
              </a:rPr>
              <a:t>7. </a:t>
            </a:r>
            <a:r>
              <a:rPr lang="ja-JP" altLang="en-US" sz="1600" b="1" dirty="0">
                <a:solidFill>
                  <a:schemeClr val="dk1"/>
                </a:solidFill>
                <a:latin typeface="Noto Sans JP" panose="020B0200000000000000" pitchFamily="50" charset="-128"/>
                <a:ea typeface="Noto Sans JP" panose="020B0200000000000000" pitchFamily="50" charset="-128"/>
                <a:cs typeface="IBM Plex Sans JP SemiBold"/>
                <a:sym typeface="IBM Plex Sans JP SemiBold"/>
              </a:rPr>
              <a:t>更新履歴</a:t>
            </a:r>
            <a:endParaRPr sz="1800" b="1" dirty="0">
              <a:solidFill>
                <a:schemeClr val="dk1"/>
              </a:solidFill>
              <a:latin typeface="Noto Sans JP" panose="020B0200000000000000" pitchFamily="50" charset="-128"/>
              <a:ea typeface="Noto Sans JP" panose="020B0200000000000000" pitchFamily="50" charset="-128"/>
              <a:cs typeface="IBM Plex Sans JP SemiBold"/>
              <a:sym typeface="IBM Plex Sans JP SemiBold"/>
            </a:endParaRPr>
          </a:p>
        </p:txBody>
      </p:sp>
      <p:sp>
        <p:nvSpPr>
          <p:cNvPr id="239" name="Google Shape;239;p19"/>
          <p:cNvSpPr txBox="1"/>
          <p:nvPr/>
        </p:nvSpPr>
        <p:spPr>
          <a:xfrm>
            <a:off x="672860" y="3162690"/>
            <a:ext cx="5649600" cy="646290"/>
          </a:xfrm>
          <a:prstGeom prst="rect">
            <a:avLst/>
          </a:prstGeom>
          <a:noFill/>
          <a:ln>
            <a:noFill/>
          </a:ln>
        </p:spPr>
        <p:txBody>
          <a:bodyPr spcFirstLastPara="1" wrap="square" lIns="91425" tIns="45700" rIns="91425" bIns="45700" anchor="t" anchorCtr="0">
            <a:spAutoFit/>
          </a:bodyPr>
          <a:lstStyle/>
          <a:p>
            <a:pPr lvl="0"/>
            <a:r>
              <a:rPr lang="ja-JP" altLang="ja-JP" sz="900" dirty="0">
                <a:latin typeface="Noto Sans JP" panose="020B0200000000000000" pitchFamily="50" charset="-128"/>
                <a:ea typeface="Noto Sans JP" panose="020B0200000000000000" pitchFamily="50" charset="-128"/>
              </a:rPr>
              <a:t>Ver.1.0</a:t>
            </a:r>
            <a:r>
              <a:rPr lang="en-US" altLang="ja-JP" sz="900" dirty="0">
                <a:latin typeface="Noto Sans JP" panose="020B0200000000000000" pitchFamily="50" charset="-128"/>
                <a:ea typeface="Noto Sans JP" panose="020B0200000000000000" pitchFamily="50" charset="-128"/>
              </a:rPr>
              <a:t>0</a:t>
            </a:r>
            <a:r>
              <a:rPr lang="ja-JP" altLang="ja-JP" sz="900" dirty="0">
                <a:latin typeface="Noto Sans JP" panose="020B0200000000000000" pitchFamily="50" charset="-128"/>
                <a:ea typeface="Noto Sans JP" panose="020B0200000000000000" pitchFamily="50" charset="-128"/>
              </a:rPr>
              <a:t> 2026-03-24 初版公開 </a:t>
            </a:r>
            <a:endParaRPr lang="en-US" altLang="ja-JP" sz="900" dirty="0">
              <a:latin typeface="Noto Sans JP" panose="020B0200000000000000" pitchFamily="50" charset="-128"/>
              <a:ea typeface="Noto Sans JP" panose="020B0200000000000000" pitchFamily="50" charset="-128"/>
            </a:endParaRPr>
          </a:p>
          <a:p>
            <a:pPr lvl="0"/>
            <a:r>
              <a:rPr lang="ja-JP" altLang="ja-JP" sz="900" dirty="0">
                <a:latin typeface="Noto Sans JP" panose="020B0200000000000000" pitchFamily="50" charset="-128"/>
                <a:ea typeface="Noto Sans JP" panose="020B0200000000000000" pitchFamily="50" charset="-128"/>
              </a:rPr>
              <a:t>Ver</a:t>
            </a:r>
            <a:r>
              <a:rPr lang="en-US" altLang="ja-JP" sz="900" dirty="0">
                <a:latin typeface="Noto Sans JP" panose="020B0200000000000000" pitchFamily="50" charset="-128"/>
                <a:ea typeface="Noto Sans JP" panose="020B0200000000000000" pitchFamily="50" charset="-128"/>
              </a:rPr>
              <a:t>.</a:t>
            </a:r>
            <a:r>
              <a:rPr lang="ja-JP" altLang="ja-JP" sz="900" dirty="0">
                <a:latin typeface="Noto Sans JP" panose="020B0200000000000000" pitchFamily="50" charset="-128"/>
                <a:ea typeface="Noto Sans JP" panose="020B0200000000000000" pitchFamily="50" charset="-128"/>
              </a:rPr>
              <a:t>2.0</a:t>
            </a:r>
            <a:r>
              <a:rPr lang="en-US" altLang="ja-JP" sz="900" dirty="0">
                <a:latin typeface="Noto Sans JP" panose="020B0200000000000000" pitchFamily="50" charset="-128"/>
                <a:ea typeface="Noto Sans JP" panose="020B0200000000000000" pitchFamily="50" charset="-128"/>
              </a:rPr>
              <a:t>0</a:t>
            </a:r>
            <a:r>
              <a:rPr lang="ja-JP" altLang="ja-JP" sz="900" dirty="0">
                <a:latin typeface="Noto Sans JP" panose="020B0200000000000000" pitchFamily="50" charset="-128"/>
                <a:ea typeface="Noto Sans JP" panose="020B0200000000000000" pitchFamily="50" charset="-128"/>
              </a:rPr>
              <a:t> 2026-06-19 混色比の数値修正、グラフのアップデート、ブリッジフィラメント</a:t>
            </a:r>
            <a:endParaRPr lang="en-US" altLang="ja-JP" sz="900" dirty="0">
              <a:latin typeface="Noto Sans JP" panose="020B0200000000000000" pitchFamily="50" charset="-128"/>
              <a:ea typeface="Noto Sans JP" panose="020B0200000000000000" pitchFamily="50" charset="-128"/>
            </a:endParaRPr>
          </a:p>
          <a:p>
            <a:r>
              <a:rPr lang="ja-JP" altLang="ja-JP" sz="900" dirty="0">
                <a:latin typeface="Noto Sans JP" panose="020B0200000000000000" pitchFamily="50" charset="-128"/>
                <a:ea typeface="Noto Sans JP" panose="020B0200000000000000" pitchFamily="50" charset="-128"/>
              </a:rPr>
              <a:t>Ver</a:t>
            </a:r>
            <a:r>
              <a:rPr lang="en-US" altLang="ja-JP" sz="900" dirty="0">
                <a:latin typeface="Noto Sans JP" panose="020B0200000000000000" pitchFamily="50" charset="-128"/>
                <a:ea typeface="Noto Sans JP" panose="020B0200000000000000" pitchFamily="50" charset="-128"/>
              </a:rPr>
              <a:t>.</a:t>
            </a:r>
            <a:r>
              <a:rPr lang="ja-JP" altLang="ja-JP" sz="900" dirty="0">
                <a:latin typeface="Noto Sans JP" panose="020B0200000000000000" pitchFamily="50" charset="-128"/>
                <a:ea typeface="Noto Sans JP" panose="020B0200000000000000" pitchFamily="50" charset="-128"/>
              </a:rPr>
              <a:t>2.</a:t>
            </a:r>
            <a:r>
              <a:rPr lang="en-US" altLang="ja-JP" sz="900" dirty="0">
                <a:latin typeface="Noto Sans JP" panose="020B0200000000000000" pitchFamily="50" charset="-128"/>
                <a:ea typeface="Noto Sans JP" panose="020B0200000000000000" pitchFamily="50" charset="-128"/>
              </a:rPr>
              <a:t>10</a:t>
            </a:r>
            <a:r>
              <a:rPr lang="ja-JP" altLang="ja-JP" sz="900" dirty="0">
                <a:latin typeface="Noto Sans JP" panose="020B0200000000000000" pitchFamily="50" charset="-128"/>
                <a:ea typeface="Noto Sans JP" panose="020B0200000000000000" pitchFamily="50" charset="-128"/>
              </a:rPr>
              <a:t> 2026-0</a:t>
            </a:r>
            <a:r>
              <a:rPr lang="en-US" altLang="ja-JP" sz="900" dirty="0">
                <a:latin typeface="Noto Sans JP" panose="020B0200000000000000" pitchFamily="50" charset="-128"/>
                <a:ea typeface="Noto Sans JP" panose="020B0200000000000000" pitchFamily="50" charset="-128"/>
              </a:rPr>
              <a:t>8</a:t>
            </a:r>
            <a:r>
              <a:rPr lang="ja-JP" altLang="ja-JP" sz="900" dirty="0">
                <a:latin typeface="Noto Sans JP" panose="020B0200000000000000" pitchFamily="50" charset="-128"/>
                <a:ea typeface="Noto Sans JP" panose="020B0200000000000000" pitchFamily="50" charset="-128"/>
              </a:rPr>
              <a:t>-</a:t>
            </a:r>
            <a:r>
              <a:rPr lang="en-US" altLang="ja-JP" sz="900" dirty="0">
                <a:latin typeface="Noto Sans JP" panose="020B0200000000000000" pitchFamily="50" charset="-128"/>
                <a:ea typeface="Noto Sans JP" panose="020B0200000000000000" pitchFamily="50" charset="-128"/>
              </a:rPr>
              <a:t>16</a:t>
            </a:r>
            <a:r>
              <a:rPr lang="ja-JP" altLang="en-US" sz="900" dirty="0">
                <a:latin typeface="Noto Sans JP" panose="020B0200000000000000" pitchFamily="50" charset="-128"/>
                <a:ea typeface="Noto Sans JP" panose="020B0200000000000000" pitchFamily="50" charset="-128"/>
              </a:rPr>
              <a:t> 統一デザイン反映</a:t>
            </a:r>
            <a:endParaRPr lang="en-US" altLang="ja-JP" sz="900" dirty="0">
              <a:latin typeface="Noto Sans JP" panose="020B0200000000000000" pitchFamily="50" charset="-128"/>
              <a:ea typeface="Noto Sans JP" panose="020B0200000000000000" pitchFamily="50" charset="-128"/>
            </a:endParaRPr>
          </a:p>
          <a:p>
            <a:r>
              <a:rPr lang="ja-JP" altLang="ja-JP" sz="900" dirty="0">
                <a:latin typeface="Noto Sans JP" panose="020B0200000000000000" pitchFamily="50" charset="-128"/>
                <a:ea typeface="Noto Sans JP" panose="020B0200000000000000" pitchFamily="50" charset="-128"/>
              </a:rPr>
              <a:t>Ver</a:t>
            </a:r>
            <a:r>
              <a:rPr lang="en-US" altLang="ja-JP" sz="900" dirty="0">
                <a:latin typeface="Noto Sans JP" panose="020B0200000000000000" pitchFamily="50" charset="-128"/>
                <a:ea typeface="Noto Sans JP" panose="020B0200000000000000" pitchFamily="50" charset="-128"/>
              </a:rPr>
              <a:t>.</a:t>
            </a:r>
            <a:r>
              <a:rPr lang="ja-JP" altLang="ja-JP" sz="900" dirty="0">
                <a:latin typeface="Noto Sans JP" panose="020B0200000000000000" pitchFamily="50" charset="-128"/>
                <a:ea typeface="Noto Sans JP" panose="020B0200000000000000" pitchFamily="50" charset="-128"/>
              </a:rPr>
              <a:t>2.</a:t>
            </a:r>
            <a:r>
              <a:rPr lang="en-US" altLang="ja-JP" sz="900" dirty="0">
                <a:latin typeface="Noto Sans JP" panose="020B0200000000000000" pitchFamily="50" charset="-128"/>
                <a:ea typeface="Noto Sans JP" panose="020B0200000000000000" pitchFamily="50" charset="-128"/>
              </a:rPr>
              <a:t>11</a:t>
            </a:r>
            <a:r>
              <a:rPr lang="ja-JP" altLang="ja-JP" sz="900" dirty="0">
                <a:latin typeface="Noto Sans JP" panose="020B0200000000000000" pitchFamily="50" charset="-128"/>
                <a:ea typeface="Noto Sans JP" panose="020B0200000000000000" pitchFamily="50" charset="-128"/>
              </a:rPr>
              <a:t> 2026-0</a:t>
            </a:r>
            <a:r>
              <a:rPr lang="en-US" altLang="ja-JP" sz="900" dirty="0">
                <a:latin typeface="Noto Sans JP" panose="020B0200000000000000" pitchFamily="50" charset="-128"/>
                <a:ea typeface="Noto Sans JP" panose="020B0200000000000000" pitchFamily="50" charset="-128"/>
              </a:rPr>
              <a:t>9</a:t>
            </a:r>
            <a:r>
              <a:rPr lang="ja-JP" altLang="ja-JP" sz="900" dirty="0">
                <a:latin typeface="Noto Sans JP" panose="020B0200000000000000" pitchFamily="50" charset="-128"/>
                <a:ea typeface="Noto Sans JP" panose="020B0200000000000000" pitchFamily="50" charset="-128"/>
              </a:rPr>
              <a:t>-</a:t>
            </a:r>
            <a:r>
              <a:rPr lang="en-US" altLang="ja-JP" sz="900" dirty="0">
                <a:latin typeface="Noto Sans JP" panose="020B0200000000000000" pitchFamily="50" charset="-128"/>
                <a:ea typeface="Noto Sans JP" panose="020B0200000000000000" pitchFamily="50" charset="-128"/>
              </a:rPr>
              <a:t>16</a:t>
            </a:r>
            <a:r>
              <a:rPr lang="ja-JP" altLang="en-US" sz="900" dirty="0">
                <a:latin typeface="Noto Sans JP" panose="020B0200000000000000" pitchFamily="50" charset="-128"/>
                <a:ea typeface="Noto Sans JP" panose="020B0200000000000000" pitchFamily="50" charset="-128"/>
              </a:rPr>
              <a:t>ブランド用書体の適用</a:t>
            </a:r>
            <a:endParaRPr lang="en-US" altLang="ja-JP" sz="900" dirty="0">
              <a:latin typeface="Noto Sans JP" panose="020B0200000000000000" pitchFamily="50" charset="-128"/>
              <a:ea typeface="Noto Sans JP" panose="020B0200000000000000" pitchFamily="50" charset="-128"/>
            </a:endParaRPr>
          </a:p>
        </p:txBody>
      </p:sp>
      <p:sp>
        <p:nvSpPr>
          <p:cNvPr id="240" name="Google Shape;240;p19"/>
          <p:cNvSpPr txBox="1"/>
          <p:nvPr/>
        </p:nvSpPr>
        <p:spPr>
          <a:xfrm>
            <a:off x="672873" y="681673"/>
            <a:ext cx="5649600" cy="523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000" dirty="0">
                <a:solidFill>
                  <a:schemeClr val="dk1"/>
                </a:solidFill>
                <a:latin typeface="Noto Sans JP" panose="020B0200000000000000" pitchFamily="50" charset="-128"/>
                <a:ea typeface="Noto Sans JP" panose="020B0200000000000000" pitchFamily="50" charset="-128"/>
                <a:cs typeface="IBM Plex Sans JP"/>
                <a:sym typeface="IBM Plex Sans JP"/>
              </a:rPr>
              <a:t> ・印刷＃２におけるノズルの影響</a:t>
            </a:r>
            <a:endParaRPr sz="1000" dirty="0">
              <a:solidFill>
                <a:schemeClr val="dk1"/>
              </a:solidFill>
              <a:latin typeface="Noto Sans JP" panose="020B0200000000000000" pitchFamily="50" charset="-128"/>
              <a:ea typeface="Noto Sans JP" panose="020B0200000000000000" pitchFamily="50" charset="-128"/>
              <a:cs typeface="IBM Plex Sans JP"/>
              <a:sym typeface="IBM Plex Sans JP"/>
            </a:endParaRPr>
          </a:p>
          <a:p>
            <a:pPr marL="0" marR="0" lvl="0" indent="0" algn="l" rtl="0">
              <a:spcBef>
                <a:spcPts val="0"/>
              </a:spcBef>
              <a:spcAft>
                <a:spcPts val="0"/>
              </a:spcAft>
              <a:buNone/>
            </a:pPr>
            <a:r>
              <a:rPr lang="en-US" sz="900" dirty="0">
                <a:solidFill>
                  <a:schemeClr val="dk1"/>
                </a:solidFill>
                <a:latin typeface="Noto Sans JP" panose="020B0200000000000000" pitchFamily="50" charset="-128"/>
                <a:ea typeface="Noto Sans JP" panose="020B0200000000000000" pitchFamily="50" charset="-128"/>
                <a:cs typeface="IBM Plex Sans JP"/>
                <a:sym typeface="IBM Plex Sans JP"/>
              </a:rPr>
              <a:t> </a:t>
            </a:r>
            <a:r>
              <a:rPr lang="en-US" sz="900" dirty="0" err="1">
                <a:solidFill>
                  <a:schemeClr val="dk1"/>
                </a:solidFill>
                <a:latin typeface="Noto Sans JP" panose="020B0200000000000000" pitchFamily="50" charset="-128"/>
                <a:ea typeface="Noto Sans JP" panose="020B0200000000000000" pitchFamily="50" charset="-128"/>
                <a:cs typeface="IBM Plex Sans JP"/>
                <a:sym typeface="IBM Plex Sans JP"/>
              </a:rPr>
              <a:t>ノズルの種類によって混ざりやすさが異なります。標準ノズルよりも高流動ノズルの方が混ざりやすい傾向にあります</a:t>
            </a:r>
            <a:r>
              <a:rPr lang="en-US" sz="900" dirty="0">
                <a:solidFill>
                  <a:schemeClr val="dk1"/>
                </a:solidFill>
                <a:latin typeface="Noto Sans JP" panose="020B0200000000000000" pitchFamily="50" charset="-128"/>
                <a:ea typeface="Noto Sans JP" panose="020B0200000000000000" pitchFamily="50" charset="-128"/>
                <a:cs typeface="IBM Plex Sans JP"/>
                <a:sym typeface="IBM Plex Sans JP"/>
              </a:rPr>
              <a:t>。  </a:t>
            </a:r>
            <a:endParaRPr sz="900" dirty="0">
              <a:latin typeface="Noto Sans JP" panose="020B0200000000000000" pitchFamily="50" charset="-128"/>
              <a:ea typeface="Noto Sans JP" panose="020B0200000000000000" pitchFamily="50" charset="-128"/>
            </a:endParaRPr>
          </a:p>
        </p:txBody>
      </p:sp>
      <p:sp>
        <p:nvSpPr>
          <p:cNvPr id="241" name="Google Shape;241;p19"/>
          <p:cNvSpPr/>
          <p:nvPr/>
        </p:nvSpPr>
        <p:spPr>
          <a:xfrm>
            <a:off x="580898" y="1470830"/>
            <a:ext cx="204600" cy="204600"/>
          </a:xfrm>
          <a:prstGeom prst="ellipse">
            <a:avLst/>
          </a:prstGeom>
          <a:solidFill>
            <a:schemeClr val="accent1"/>
          </a:solidFill>
          <a:ln w="19050" cap="flat" cmpd="sng">
            <a:solidFill>
              <a:srgbClr val="082836"/>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242" name="Google Shape;242;p19"/>
          <p:cNvSpPr txBox="1"/>
          <p:nvPr/>
        </p:nvSpPr>
        <p:spPr>
          <a:xfrm>
            <a:off x="764253" y="1427106"/>
            <a:ext cx="1923900" cy="3387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b="1" dirty="0">
                <a:solidFill>
                  <a:schemeClr val="dk1"/>
                </a:solidFill>
                <a:latin typeface="Noto Sans JP" panose="020B0200000000000000" pitchFamily="50" charset="-128"/>
                <a:ea typeface="Noto Sans JP" panose="020B0200000000000000" pitchFamily="50" charset="-128"/>
                <a:cs typeface="IBM Plex Sans JP SemiBold"/>
                <a:sym typeface="IBM Plex Sans JP SemiBold"/>
              </a:rPr>
              <a:t>６．最後に </a:t>
            </a:r>
            <a:endParaRPr sz="1800" b="1" dirty="0">
              <a:solidFill>
                <a:schemeClr val="dk1"/>
              </a:solidFill>
              <a:latin typeface="Noto Sans JP" panose="020B0200000000000000" pitchFamily="50" charset="-128"/>
              <a:ea typeface="Noto Sans JP" panose="020B0200000000000000" pitchFamily="50" charset="-128"/>
              <a:cs typeface="IBM Plex Sans JP SemiBold"/>
              <a:sym typeface="IBM Plex Sans JP SemiBold"/>
            </a:endParaRPr>
          </a:p>
        </p:txBody>
      </p:sp>
      <p:sp>
        <p:nvSpPr>
          <p:cNvPr id="243" name="Google Shape;243;p19"/>
          <p:cNvSpPr txBox="1"/>
          <p:nvPr/>
        </p:nvSpPr>
        <p:spPr>
          <a:xfrm>
            <a:off x="672873" y="1828465"/>
            <a:ext cx="5649600" cy="76940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000" dirty="0" err="1">
                <a:solidFill>
                  <a:schemeClr val="dk1"/>
                </a:solidFill>
                <a:latin typeface="Noto Sans JP" panose="020B0200000000000000" pitchFamily="50" charset="-128"/>
                <a:ea typeface="Noto Sans JP" panose="020B0200000000000000" pitchFamily="50" charset="-128"/>
                <a:cs typeface="IBM Plex Sans JP"/>
                <a:sym typeface="IBM Plex Sans JP"/>
              </a:rPr>
              <a:t>お読みいただきありがとうございます</a:t>
            </a:r>
            <a:r>
              <a:rPr lang="en-US" sz="1000" dirty="0">
                <a:solidFill>
                  <a:schemeClr val="dk1"/>
                </a:solidFill>
                <a:latin typeface="Noto Sans JP" panose="020B0200000000000000" pitchFamily="50" charset="-128"/>
                <a:ea typeface="Noto Sans JP" panose="020B0200000000000000" pitchFamily="50" charset="-128"/>
                <a:cs typeface="IBM Plex Sans JP"/>
                <a:sym typeface="IBM Plex Sans JP"/>
              </a:rPr>
              <a:t>。 </a:t>
            </a:r>
            <a:endParaRPr sz="1000" dirty="0">
              <a:solidFill>
                <a:schemeClr val="dk1"/>
              </a:solidFill>
              <a:latin typeface="Noto Sans JP" panose="020B0200000000000000" pitchFamily="50" charset="-128"/>
              <a:ea typeface="Noto Sans JP" panose="020B0200000000000000" pitchFamily="50" charset="-128"/>
              <a:cs typeface="IBM Plex Sans JP"/>
              <a:sym typeface="IBM Plex Sans JP"/>
            </a:endParaRPr>
          </a:p>
          <a:p>
            <a:pPr marL="0" marR="0" lvl="0" indent="0" algn="l" rtl="0">
              <a:spcBef>
                <a:spcPts val="0"/>
              </a:spcBef>
              <a:spcAft>
                <a:spcPts val="0"/>
              </a:spcAft>
              <a:buNone/>
            </a:pPr>
            <a:r>
              <a:rPr lang="en-US" sz="1000" dirty="0">
                <a:solidFill>
                  <a:schemeClr val="dk1"/>
                </a:solidFill>
                <a:latin typeface="Jost SemiBold" pitchFamily="2" charset="0"/>
                <a:ea typeface="Jost SemiBold" pitchFamily="2" charset="0"/>
                <a:cs typeface="IBM Plex Sans JP"/>
                <a:sym typeface="IBM Plex Sans JP"/>
              </a:rPr>
              <a:t>FlexChroma</a:t>
            </a:r>
            <a:r>
              <a:rPr lang="en-US" sz="1000" dirty="0">
                <a:solidFill>
                  <a:schemeClr val="dk1"/>
                </a:solidFill>
                <a:latin typeface="Noto Sans JP" panose="020B0200000000000000" pitchFamily="50" charset="-128"/>
                <a:ea typeface="Noto Sans JP" panose="020B0200000000000000" pitchFamily="50" charset="-128"/>
                <a:cs typeface="IBM Plex Sans JP"/>
                <a:sym typeface="IBM Plex Sans JP"/>
              </a:rPr>
              <a:t> </a:t>
            </a:r>
            <a:r>
              <a:rPr lang="en-US" sz="1000" dirty="0" err="1">
                <a:solidFill>
                  <a:schemeClr val="dk1"/>
                </a:solidFill>
                <a:latin typeface="Noto Sans JP" panose="020B0200000000000000" pitchFamily="50" charset="-128"/>
                <a:ea typeface="Noto Sans JP" panose="020B0200000000000000" pitchFamily="50" charset="-128"/>
                <a:cs typeface="IBM Plex Sans JP"/>
                <a:sym typeface="IBM Plex Sans JP"/>
              </a:rPr>
              <a:t>が、皆さまの造形表現をより広げることを願っています</a:t>
            </a:r>
            <a:r>
              <a:rPr lang="en-US" sz="1000" dirty="0">
                <a:solidFill>
                  <a:schemeClr val="dk1"/>
                </a:solidFill>
                <a:latin typeface="Noto Sans JP" panose="020B0200000000000000" pitchFamily="50" charset="-128"/>
                <a:ea typeface="Noto Sans JP" panose="020B0200000000000000" pitchFamily="50" charset="-128"/>
                <a:cs typeface="IBM Plex Sans JP"/>
                <a:sym typeface="IBM Plex Sans JP"/>
              </a:rPr>
              <a:t>。 </a:t>
            </a:r>
            <a:endParaRPr sz="1000" dirty="0">
              <a:solidFill>
                <a:schemeClr val="dk1"/>
              </a:solidFill>
              <a:latin typeface="Noto Sans JP" panose="020B0200000000000000" pitchFamily="50" charset="-128"/>
              <a:ea typeface="Noto Sans JP" panose="020B0200000000000000" pitchFamily="50" charset="-128"/>
              <a:cs typeface="IBM Plex Sans JP"/>
              <a:sym typeface="IBM Plex Sans JP"/>
            </a:endParaRPr>
          </a:p>
          <a:p>
            <a:pPr marL="0" marR="0" lvl="0" indent="0" algn="l" rtl="0">
              <a:spcBef>
                <a:spcPts val="0"/>
              </a:spcBef>
              <a:spcAft>
                <a:spcPts val="0"/>
              </a:spcAft>
              <a:buNone/>
            </a:pPr>
            <a:endParaRPr sz="1000" dirty="0">
              <a:solidFill>
                <a:schemeClr val="dk1"/>
              </a:solidFill>
              <a:latin typeface="Noto Sans JP" panose="020B0200000000000000" pitchFamily="50" charset="-128"/>
              <a:ea typeface="Noto Sans JP" panose="020B0200000000000000" pitchFamily="50" charset="-128"/>
              <a:cs typeface="IBM Plex Sans JP"/>
              <a:sym typeface="IBM Plex Sans JP"/>
            </a:endParaRPr>
          </a:p>
          <a:p>
            <a:pPr marL="0" marR="0" lvl="0" indent="0" algn="l" rtl="0">
              <a:spcBef>
                <a:spcPts val="0"/>
              </a:spcBef>
              <a:spcAft>
                <a:spcPts val="0"/>
              </a:spcAft>
              <a:buNone/>
            </a:pPr>
            <a:r>
              <a:rPr lang="en-US" b="1" dirty="0">
                <a:solidFill>
                  <a:schemeClr val="dk1"/>
                </a:solidFill>
                <a:latin typeface="Jost SemiBold" pitchFamily="2" charset="0"/>
                <a:ea typeface="Jost SemiBold" pitchFamily="2" charset="0"/>
                <a:cs typeface="IBM Plex Sans JP"/>
                <a:sym typeface="IBM Plex Sans JP"/>
              </a:rPr>
              <a:t>Print Colors You Imagine. </a:t>
            </a:r>
            <a:endParaRPr sz="1800" b="1" dirty="0">
              <a:latin typeface="Jost SemiBold" pitchFamily="2" charset="0"/>
              <a:ea typeface="Jost SemiBold" pitchFamily="2"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8">
          <a:extLst>
            <a:ext uri="{FF2B5EF4-FFF2-40B4-BE49-F238E27FC236}">
              <a16:creationId xmlns:a16="http://schemas.microsoft.com/office/drawing/2014/main" id="{299952C7-AAA2-5B07-A9C7-EB1B2A5D053C}"/>
            </a:ext>
          </a:extLst>
        </p:cNvPr>
        <p:cNvGrpSpPr/>
        <p:nvPr/>
      </p:nvGrpSpPr>
      <p:grpSpPr>
        <a:xfrm>
          <a:off x="0" y="0"/>
          <a:ext cx="0" cy="0"/>
          <a:chOff x="0" y="0"/>
          <a:chExt cx="0" cy="0"/>
        </a:xfrm>
      </p:grpSpPr>
      <p:sp>
        <p:nvSpPr>
          <p:cNvPr id="99" name="Google Shape;99;p14">
            <a:extLst>
              <a:ext uri="{FF2B5EF4-FFF2-40B4-BE49-F238E27FC236}">
                <a16:creationId xmlns:a16="http://schemas.microsoft.com/office/drawing/2014/main" id="{90CF8415-4DF3-2B93-7827-229FF7E32F30}"/>
              </a:ext>
            </a:extLst>
          </p:cNvPr>
          <p:cNvSpPr/>
          <p:nvPr/>
        </p:nvSpPr>
        <p:spPr>
          <a:xfrm>
            <a:off x="67565" y="90087"/>
            <a:ext cx="6722870" cy="8963827"/>
          </a:xfrm>
          <a:prstGeom prst="rect">
            <a:avLst/>
          </a:prstGeom>
          <a:gradFill>
            <a:gsLst>
              <a:gs pos="0">
                <a:srgbClr val="EE00B0"/>
              </a:gs>
              <a:gs pos="10000">
                <a:srgbClr val="EE00B0"/>
              </a:gs>
              <a:gs pos="50000">
                <a:srgbClr val="6200E8"/>
              </a:gs>
              <a:gs pos="90000">
                <a:srgbClr val="0095E5"/>
              </a:gs>
              <a:gs pos="100000">
                <a:srgbClr val="0095E5"/>
              </a:gs>
            </a:gsLst>
            <a:lin ang="18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dirty="0">
              <a:solidFill>
                <a:schemeClr val="lt1"/>
              </a:solidFill>
              <a:latin typeface="Arial"/>
              <a:ea typeface="Arial"/>
              <a:cs typeface="Arial"/>
              <a:sym typeface="Arial"/>
            </a:endParaRPr>
          </a:p>
        </p:txBody>
      </p:sp>
      <p:sp>
        <p:nvSpPr>
          <p:cNvPr id="13" name="フリーフォーム: 図形 12">
            <a:extLst>
              <a:ext uri="{FF2B5EF4-FFF2-40B4-BE49-F238E27FC236}">
                <a16:creationId xmlns:a16="http://schemas.microsoft.com/office/drawing/2014/main" id="{A562DEA4-C9FB-25F2-EACE-C737221FB436}"/>
              </a:ext>
            </a:extLst>
          </p:cNvPr>
          <p:cNvSpPr/>
          <p:nvPr/>
        </p:nvSpPr>
        <p:spPr>
          <a:xfrm>
            <a:off x="0" y="0"/>
            <a:ext cx="6858000" cy="9144000"/>
          </a:xfrm>
          <a:custGeom>
            <a:avLst/>
            <a:gdLst>
              <a:gd name="csX0" fmla="*/ 3734844 w 6858000"/>
              <a:gd name="csY0" fmla="*/ 8661917 h 9144000"/>
              <a:gd name="csX1" fmla="*/ 3734844 w 6858000"/>
              <a:gd name="csY1" fmla="*/ 8715917 h 9144000"/>
              <a:gd name="csX2" fmla="*/ 6326844 w 6858000"/>
              <a:gd name="csY2" fmla="*/ 8715917 h 9144000"/>
              <a:gd name="csX3" fmla="*/ 6326844 w 6858000"/>
              <a:gd name="csY3" fmla="*/ 8661917 h 9144000"/>
              <a:gd name="csX4" fmla="*/ 554538 w 6858000"/>
              <a:gd name="csY4" fmla="*/ 8661917 h 9144000"/>
              <a:gd name="csX5" fmla="*/ 554538 w 6858000"/>
              <a:gd name="csY5" fmla="*/ 8715917 h 9144000"/>
              <a:gd name="csX6" fmla="*/ 3146538 w 6858000"/>
              <a:gd name="csY6" fmla="*/ 8715917 h 9144000"/>
              <a:gd name="csX7" fmla="*/ 3146538 w 6858000"/>
              <a:gd name="csY7" fmla="*/ 8661917 h 9144000"/>
              <a:gd name="csX8" fmla="*/ 775726 w 6858000"/>
              <a:gd name="csY8" fmla="*/ 6659597 h 9144000"/>
              <a:gd name="csX9" fmla="*/ 713476 w 6858000"/>
              <a:gd name="csY9" fmla="*/ 6724547 h 9144000"/>
              <a:gd name="csX10" fmla="*/ 775726 w 6858000"/>
              <a:gd name="csY10" fmla="*/ 6789497 h 9144000"/>
              <a:gd name="csX11" fmla="*/ 837976 w 6858000"/>
              <a:gd name="csY11" fmla="*/ 6724547 h 9144000"/>
              <a:gd name="csX12" fmla="*/ 775726 w 6858000"/>
              <a:gd name="csY12" fmla="*/ 6659597 h 9144000"/>
              <a:gd name="csX13" fmla="*/ 656850 w 6858000"/>
              <a:gd name="csY13" fmla="*/ 5703577 h 9144000"/>
              <a:gd name="csX14" fmla="*/ 554550 w 6858000"/>
              <a:gd name="csY14" fmla="*/ 5805877 h 9144000"/>
              <a:gd name="csX15" fmla="*/ 656850 w 6858000"/>
              <a:gd name="csY15" fmla="*/ 5908177 h 9144000"/>
              <a:gd name="csX16" fmla="*/ 759150 w 6858000"/>
              <a:gd name="csY16" fmla="*/ 5805877 h 9144000"/>
              <a:gd name="csX17" fmla="*/ 656850 w 6858000"/>
              <a:gd name="csY17" fmla="*/ 5703577 h 9144000"/>
              <a:gd name="csX18" fmla="*/ 669901 w 6858000"/>
              <a:gd name="csY18" fmla="*/ 4459122 h 9144000"/>
              <a:gd name="csX19" fmla="*/ 607651 w 6858000"/>
              <a:gd name="csY19" fmla="*/ 4524072 h 9144000"/>
              <a:gd name="csX20" fmla="*/ 669901 w 6858000"/>
              <a:gd name="csY20" fmla="*/ 4589022 h 9144000"/>
              <a:gd name="csX21" fmla="*/ 732151 w 6858000"/>
              <a:gd name="csY21" fmla="*/ 4524072 h 9144000"/>
              <a:gd name="csX22" fmla="*/ 669901 w 6858000"/>
              <a:gd name="csY22" fmla="*/ 4459122 h 9144000"/>
              <a:gd name="csX23" fmla="*/ 669901 w 6858000"/>
              <a:gd name="csY23" fmla="*/ 3613110 h 9144000"/>
              <a:gd name="csX24" fmla="*/ 607651 w 6858000"/>
              <a:gd name="csY24" fmla="*/ 3678060 h 9144000"/>
              <a:gd name="csX25" fmla="*/ 669901 w 6858000"/>
              <a:gd name="csY25" fmla="*/ 3743010 h 9144000"/>
              <a:gd name="csX26" fmla="*/ 732151 w 6858000"/>
              <a:gd name="csY26" fmla="*/ 3678060 h 9144000"/>
              <a:gd name="csX27" fmla="*/ 669901 w 6858000"/>
              <a:gd name="csY27" fmla="*/ 3613110 h 9144000"/>
              <a:gd name="csX28" fmla="*/ 668475 w 6858000"/>
              <a:gd name="csY28" fmla="*/ 3074681 h 9144000"/>
              <a:gd name="csX29" fmla="*/ 566175 w 6858000"/>
              <a:gd name="csY29" fmla="*/ 3176981 h 9144000"/>
              <a:gd name="csX30" fmla="*/ 668475 w 6858000"/>
              <a:gd name="csY30" fmla="*/ 3279281 h 9144000"/>
              <a:gd name="csX31" fmla="*/ 770775 w 6858000"/>
              <a:gd name="csY31" fmla="*/ 3176981 h 9144000"/>
              <a:gd name="csX32" fmla="*/ 668475 w 6858000"/>
              <a:gd name="csY32" fmla="*/ 3074681 h 9144000"/>
              <a:gd name="csX33" fmla="*/ 6083560 w 6858000"/>
              <a:gd name="csY33" fmla="*/ 2279968 h 9144000"/>
              <a:gd name="csX34" fmla="*/ 6028255 w 6858000"/>
              <a:gd name="csY34" fmla="*/ 2335273 h 9144000"/>
              <a:gd name="csX35" fmla="*/ 878280 w 6858000"/>
              <a:gd name="csY35" fmla="*/ 2335273 h 9144000"/>
              <a:gd name="csX36" fmla="*/ 839174 w 6858000"/>
              <a:gd name="csY36" fmla="*/ 2319074 h 9144000"/>
              <a:gd name="csX37" fmla="*/ 822976 w 6858000"/>
              <a:gd name="csY37" fmla="*/ 2279970 h 9144000"/>
              <a:gd name="csX38" fmla="*/ 822976 w 6858000"/>
              <a:gd name="csY38" fmla="*/ 2413560 h 9144000"/>
              <a:gd name="csX39" fmla="*/ 1011872 w 6858000"/>
              <a:gd name="csY39" fmla="*/ 2602456 h 9144000"/>
              <a:gd name="csX40" fmla="*/ 5894664 w 6858000"/>
              <a:gd name="csY40" fmla="*/ 2602456 h 9144000"/>
              <a:gd name="csX41" fmla="*/ 6083560 w 6858000"/>
              <a:gd name="csY41" fmla="*/ 2413560 h 9144000"/>
              <a:gd name="csX42" fmla="*/ 1023038 w 6858000"/>
              <a:gd name="csY42" fmla="*/ 441445 h 9144000"/>
              <a:gd name="csX43" fmla="*/ 822978 w 6858000"/>
              <a:gd name="csY43" fmla="*/ 641505 h 9144000"/>
              <a:gd name="csX44" fmla="*/ 822978 w 6858000"/>
              <a:gd name="csY44" fmla="*/ 782992 h 9144000"/>
              <a:gd name="csX45" fmla="*/ 881551 w 6858000"/>
              <a:gd name="csY45" fmla="*/ 724419 h 9144000"/>
              <a:gd name="csX46" fmla="*/ 6024988 w 6858000"/>
              <a:gd name="csY46" fmla="*/ 724419 h 9144000"/>
              <a:gd name="csX47" fmla="*/ 6083561 w 6858000"/>
              <a:gd name="csY47" fmla="*/ 782992 h 9144000"/>
              <a:gd name="csX48" fmla="*/ 6083561 w 6858000"/>
              <a:gd name="csY48" fmla="*/ 641505 h 9144000"/>
              <a:gd name="csX49" fmla="*/ 5883501 w 6858000"/>
              <a:gd name="csY49" fmla="*/ 441445 h 9144000"/>
              <a:gd name="csX50" fmla="*/ 0 w 6858000"/>
              <a:gd name="csY50" fmla="*/ 0 h 9144000"/>
              <a:gd name="csX51" fmla="*/ 6858000 w 6858000"/>
              <a:gd name="csY51" fmla="*/ 0 h 9144000"/>
              <a:gd name="csX52" fmla="*/ 6858000 w 6858000"/>
              <a:gd name="csY52" fmla="*/ 9144000 h 9144000"/>
              <a:gd name="csX53" fmla="*/ 0 w 6858000"/>
              <a:gd name="csY53" fmla="*/ 9144000 h 9144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Lst>
            <a:rect l="l" t="t" r="r" b="b"/>
            <a:pathLst>
              <a:path w="6858000" h="9144000">
                <a:moveTo>
                  <a:pt x="3734844" y="8661917"/>
                </a:moveTo>
                <a:lnTo>
                  <a:pt x="3734844" y="8715917"/>
                </a:lnTo>
                <a:lnTo>
                  <a:pt x="6326844" y="8715917"/>
                </a:lnTo>
                <a:lnTo>
                  <a:pt x="6326844" y="8661917"/>
                </a:lnTo>
                <a:close/>
                <a:moveTo>
                  <a:pt x="554538" y="8661917"/>
                </a:moveTo>
                <a:lnTo>
                  <a:pt x="554538" y="8715917"/>
                </a:lnTo>
                <a:lnTo>
                  <a:pt x="3146538" y="8715917"/>
                </a:lnTo>
                <a:lnTo>
                  <a:pt x="3146538" y="8661917"/>
                </a:lnTo>
                <a:close/>
                <a:moveTo>
                  <a:pt x="775726" y="6659597"/>
                </a:moveTo>
                <a:cubicBezTo>
                  <a:pt x="741346" y="6659597"/>
                  <a:pt x="713476" y="6688676"/>
                  <a:pt x="713476" y="6724547"/>
                </a:cubicBezTo>
                <a:cubicBezTo>
                  <a:pt x="713476" y="6760418"/>
                  <a:pt x="741346" y="6789497"/>
                  <a:pt x="775726" y="6789497"/>
                </a:cubicBezTo>
                <a:cubicBezTo>
                  <a:pt x="810106" y="6789497"/>
                  <a:pt x="837976" y="6760418"/>
                  <a:pt x="837976" y="6724547"/>
                </a:cubicBezTo>
                <a:cubicBezTo>
                  <a:pt x="837976" y="6688676"/>
                  <a:pt x="810106" y="6659597"/>
                  <a:pt x="775726" y="6659597"/>
                </a:cubicBezTo>
                <a:close/>
                <a:moveTo>
                  <a:pt x="656850" y="5703577"/>
                </a:moveTo>
                <a:cubicBezTo>
                  <a:pt x="600351" y="5703577"/>
                  <a:pt x="554550" y="5749378"/>
                  <a:pt x="554550" y="5805877"/>
                </a:cubicBezTo>
                <a:cubicBezTo>
                  <a:pt x="554550" y="5862376"/>
                  <a:pt x="600351" y="5908177"/>
                  <a:pt x="656850" y="5908177"/>
                </a:cubicBezTo>
                <a:cubicBezTo>
                  <a:pt x="713349" y="5908177"/>
                  <a:pt x="759150" y="5862376"/>
                  <a:pt x="759150" y="5805877"/>
                </a:cubicBezTo>
                <a:cubicBezTo>
                  <a:pt x="759150" y="5749378"/>
                  <a:pt x="713349" y="5703577"/>
                  <a:pt x="656850" y="5703577"/>
                </a:cubicBezTo>
                <a:close/>
                <a:moveTo>
                  <a:pt x="669901" y="4459122"/>
                </a:moveTo>
                <a:cubicBezTo>
                  <a:pt x="635521" y="4459122"/>
                  <a:pt x="607651" y="4488201"/>
                  <a:pt x="607651" y="4524072"/>
                </a:cubicBezTo>
                <a:cubicBezTo>
                  <a:pt x="607651" y="4559943"/>
                  <a:pt x="635521" y="4589022"/>
                  <a:pt x="669901" y="4589022"/>
                </a:cubicBezTo>
                <a:cubicBezTo>
                  <a:pt x="704281" y="4589022"/>
                  <a:pt x="732151" y="4559943"/>
                  <a:pt x="732151" y="4524072"/>
                </a:cubicBezTo>
                <a:cubicBezTo>
                  <a:pt x="732151" y="4488201"/>
                  <a:pt x="704281" y="4459122"/>
                  <a:pt x="669901" y="4459122"/>
                </a:cubicBezTo>
                <a:close/>
                <a:moveTo>
                  <a:pt x="669901" y="3613110"/>
                </a:moveTo>
                <a:cubicBezTo>
                  <a:pt x="635521" y="3613110"/>
                  <a:pt x="607651" y="3642189"/>
                  <a:pt x="607651" y="3678060"/>
                </a:cubicBezTo>
                <a:cubicBezTo>
                  <a:pt x="607651" y="3713931"/>
                  <a:pt x="635521" y="3743010"/>
                  <a:pt x="669901" y="3743010"/>
                </a:cubicBezTo>
                <a:cubicBezTo>
                  <a:pt x="704281" y="3743010"/>
                  <a:pt x="732151" y="3713931"/>
                  <a:pt x="732151" y="3678060"/>
                </a:cubicBezTo>
                <a:cubicBezTo>
                  <a:pt x="732151" y="3642189"/>
                  <a:pt x="704281" y="3613110"/>
                  <a:pt x="669901" y="3613110"/>
                </a:cubicBezTo>
                <a:close/>
                <a:moveTo>
                  <a:pt x="668475" y="3074681"/>
                </a:moveTo>
                <a:cubicBezTo>
                  <a:pt x="611976" y="3074681"/>
                  <a:pt x="566175" y="3120482"/>
                  <a:pt x="566175" y="3176981"/>
                </a:cubicBezTo>
                <a:cubicBezTo>
                  <a:pt x="566175" y="3233480"/>
                  <a:pt x="611976" y="3279281"/>
                  <a:pt x="668475" y="3279281"/>
                </a:cubicBezTo>
                <a:cubicBezTo>
                  <a:pt x="724974" y="3279281"/>
                  <a:pt x="770775" y="3233480"/>
                  <a:pt x="770775" y="3176981"/>
                </a:cubicBezTo>
                <a:cubicBezTo>
                  <a:pt x="770775" y="3120482"/>
                  <a:pt x="724974" y="3074681"/>
                  <a:pt x="668475" y="3074681"/>
                </a:cubicBezTo>
                <a:close/>
                <a:moveTo>
                  <a:pt x="6083560" y="2279968"/>
                </a:moveTo>
                <a:cubicBezTo>
                  <a:pt x="6083560" y="2310512"/>
                  <a:pt x="6058799" y="2335273"/>
                  <a:pt x="6028255" y="2335273"/>
                </a:cubicBezTo>
                <a:lnTo>
                  <a:pt x="878280" y="2335273"/>
                </a:lnTo>
                <a:cubicBezTo>
                  <a:pt x="863008" y="2335273"/>
                  <a:pt x="849182" y="2329083"/>
                  <a:pt x="839174" y="2319074"/>
                </a:cubicBezTo>
                <a:lnTo>
                  <a:pt x="822976" y="2279970"/>
                </a:lnTo>
                <a:lnTo>
                  <a:pt x="822976" y="2413560"/>
                </a:lnTo>
                <a:cubicBezTo>
                  <a:pt x="822976" y="2517884"/>
                  <a:pt x="907548" y="2602456"/>
                  <a:pt x="1011872" y="2602456"/>
                </a:cubicBezTo>
                <a:lnTo>
                  <a:pt x="5894664" y="2602456"/>
                </a:lnTo>
                <a:cubicBezTo>
                  <a:pt x="5998988" y="2602456"/>
                  <a:pt x="6083560" y="2517884"/>
                  <a:pt x="6083560" y="2413560"/>
                </a:cubicBezTo>
                <a:close/>
                <a:moveTo>
                  <a:pt x="1023038" y="441445"/>
                </a:moveTo>
                <a:cubicBezTo>
                  <a:pt x="912548" y="441445"/>
                  <a:pt x="822978" y="531015"/>
                  <a:pt x="822978" y="641505"/>
                </a:cubicBezTo>
                <a:lnTo>
                  <a:pt x="822978" y="782992"/>
                </a:lnTo>
                <a:cubicBezTo>
                  <a:pt x="822978" y="750643"/>
                  <a:pt x="849202" y="724419"/>
                  <a:pt x="881551" y="724419"/>
                </a:cubicBezTo>
                <a:lnTo>
                  <a:pt x="6024988" y="724419"/>
                </a:lnTo>
                <a:cubicBezTo>
                  <a:pt x="6057337" y="724419"/>
                  <a:pt x="6083561" y="750643"/>
                  <a:pt x="6083561" y="782992"/>
                </a:cubicBezTo>
                <a:lnTo>
                  <a:pt x="6083561" y="641505"/>
                </a:lnTo>
                <a:cubicBezTo>
                  <a:pt x="6083561" y="531015"/>
                  <a:pt x="5993991" y="441445"/>
                  <a:pt x="5883501" y="441445"/>
                </a:cubicBezTo>
                <a:close/>
                <a:moveTo>
                  <a:pt x="0" y="0"/>
                </a:moveTo>
                <a:lnTo>
                  <a:pt x="6858000" y="0"/>
                </a:lnTo>
                <a:lnTo>
                  <a:pt x="6858000" y="9144000"/>
                </a:lnTo>
                <a:lnTo>
                  <a:pt x="0" y="9144000"/>
                </a:lnTo>
                <a:close/>
              </a:path>
            </a:pathLst>
          </a:cu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dirty="0">
              <a:solidFill>
                <a:schemeClr val="lt1"/>
              </a:solidFill>
              <a:latin typeface="Arial"/>
              <a:ea typeface="Arial"/>
              <a:cs typeface="Arial"/>
              <a:sym typeface="Arial"/>
            </a:endParaRPr>
          </a:p>
        </p:txBody>
      </p:sp>
      <p:sp>
        <p:nvSpPr>
          <p:cNvPr id="108" name="Google Shape;108;p14">
            <a:extLst>
              <a:ext uri="{FF2B5EF4-FFF2-40B4-BE49-F238E27FC236}">
                <a16:creationId xmlns:a16="http://schemas.microsoft.com/office/drawing/2014/main" id="{007D01C9-67FC-71E3-49DE-6E4EEF5C751D}"/>
              </a:ext>
            </a:extLst>
          </p:cNvPr>
          <p:cNvSpPr txBox="1"/>
          <p:nvPr/>
        </p:nvSpPr>
        <p:spPr>
          <a:xfrm>
            <a:off x="3163826" y="8511531"/>
            <a:ext cx="575734" cy="369332"/>
          </a:xfrm>
          <a:prstGeom prst="rect">
            <a:avLst/>
          </a:prstGeom>
          <a:noFill/>
          <a:ln>
            <a:noFill/>
          </a:ln>
        </p:spPr>
        <p:txBody>
          <a:bodyPr spcFirstLastPara="1" wrap="square" lIns="91425" tIns="45700" rIns="91425" bIns="45700" anchor="ctr" anchorCtr="0">
            <a:spAutoFit/>
          </a:bodyPr>
          <a:lstStyle/>
          <a:p>
            <a:pPr marL="0" marR="0" lvl="0" indent="0" algn="ctr" rtl="0">
              <a:spcBef>
                <a:spcPts val="0"/>
              </a:spcBef>
              <a:spcAft>
                <a:spcPts val="0"/>
              </a:spcAft>
              <a:buNone/>
            </a:pPr>
            <a:r>
              <a:rPr lang="en-US" sz="1800" b="0" i="0" u="none" strike="noStrike" cap="none" dirty="0">
                <a:solidFill>
                  <a:schemeClr val="dk1"/>
                </a:solidFill>
                <a:latin typeface="Jost" pitchFamily="2" charset="0"/>
                <a:ea typeface="Jost" pitchFamily="2" charset="0"/>
                <a:sym typeface="Arial"/>
              </a:rPr>
              <a:t>1</a:t>
            </a:r>
            <a:endParaRPr sz="1800" b="0" i="0" u="none" strike="noStrike" cap="none" dirty="0">
              <a:solidFill>
                <a:schemeClr val="dk1"/>
              </a:solidFill>
              <a:latin typeface="Jost" pitchFamily="2" charset="0"/>
              <a:ea typeface="Jost" pitchFamily="2" charset="0"/>
              <a:sym typeface="Arial"/>
            </a:endParaRPr>
          </a:p>
        </p:txBody>
      </p:sp>
      <p:sp>
        <p:nvSpPr>
          <p:cNvPr id="109" name="Google Shape;109;p14">
            <a:extLst>
              <a:ext uri="{FF2B5EF4-FFF2-40B4-BE49-F238E27FC236}">
                <a16:creationId xmlns:a16="http://schemas.microsoft.com/office/drawing/2014/main" id="{A0540A37-A517-84F4-C0C9-E121285272A1}"/>
              </a:ext>
            </a:extLst>
          </p:cNvPr>
          <p:cNvSpPr txBox="1"/>
          <p:nvPr/>
        </p:nvSpPr>
        <p:spPr>
          <a:xfrm>
            <a:off x="1012140" y="843788"/>
            <a:ext cx="5246398" cy="553957"/>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3000" i="0" u="none" strike="noStrike" cap="none" dirty="0">
                <a:solidFill>
                  <a:schemeClr val="dk1"/>
                </a:solidFill>
                <a:latin typeface="Jost SemiBold" pitchFamily="2" charset="0"/>
                <a:ea typeface="Jost SemiBold" pitchFamily="2" charset="0"/>
                <a:cs typeface="Segoe UI Semibold" panose="020B0702040204020203" pitchFamily="34" charset="0"/>
                <a:sym typeface="Quattrocento Sans"/>
              </a:rPr>
              <a:t>FlexChroma</a:t>
            </a:r>
            <a:r>
              <a:rPr lang="en-US" sz="2800" i="0" u="none" strike="noStrike" cap="none" dirty="0">
                <a:solidFill>
                  <a:schemeClr val="dk1"/>
                </a:solidFill>
                <a:latin typeface="Jost" pitchFamily="2" charset="0"/>
                <a:ea typeface="Jost" pitchFamily="2" charset="0"/>
                <a:cs typeface="Segoe UI Semibold" panose="020B0702040204020203" pitchFamily="34" charset="0"/>
                <a:sym typeface="IBM Plex Sans JP"/>
              </a:rPr>
              <a:t> </a:t>
            </a:r>
            <a:r>
              <a:rPr lang="en-US" sz="2200" i="0" u="none" strike="noStrike" cap="none" dirty="0">
                <a:solidFill>
                  <a:schemeClr val="dk1"/>
                </a:solidFill>
                <a:latin typeface="Jost Medium" pitchFamily="2" charset="0"/>
                <a:ea typeface="Jost Medium" pitchFamily="2" charset="0"/>
                <a:cs typeface="Segoe UI Semibold" panose="020B0702040204020203" pitchFamily="34" charset="0"/>
                <a:sym typeface="IBM Plex Sans JP"/>
              </a:rPr>
              <a:t>Blend</a:t>
            </a:r>
            <a:r>
              <a:rPr lang="en-US" sz="2200" dirty="0">
                <a:solidFill>
                  <a:schemeClr val="dk1"/>
                </a:solidFill>
                <a:latin typeface="Jost Medium" pitchFamily="2" charset="0"/>
                <a:ea typeface="Jost Medium" pitchFamily="2" charset="0"/>
                <a:cs typeface="Segoe UI Semibold" panose="020B0702040204020203" pitchFamily="34" charset="0"/>
                <a:sym typeface="IBM Plex Sans JP"/>
              </a:rPr>
              <a:t> Filament Guide</a:t>
            </a:r>
            <a:endParaRPr sz="2200" dirty="0">
              <a:solidFill>
                <a:schemeClr val="dk1"/>
              </a:solidFill>
              <a:latin typeface="Jost Medium" pitchFamily="2" charset="0"/>
              <a:ea typeface="Jost Medium" pitchFamily="2" charset="0"/>
              <a:cs typeface="Segoe UI Semibold" panose="020B0702040204020203" pitchFamily="34" charset="0"/>
              <a:sym typeface="IBM Plex Sans JP"/>
            </a:endParaRPr>
          </a:p>
        </p:txBody>
      </p:sp>
      <p:sp>
        <p:nvSpPr>
          <p:cNvPr id="111" name="Google Shape;111;p14">
            <a:extLst>
              <a:ext uri="{FF2B5EF4-FFF2-40B4-BE49-F238E27FC236}">
                <a16:creationId xmlns:a16="http://schemas.microsoft.com/office/drawing/2014/main" id="{DC3FA014-4816-DC49-C860-C9DE89BC7AAA}"/>
              </a:ext>
            </a:extLst>
          </p:cNvPr>
          <p:cNvSpPr txBox="1"/>
          <p:nvPr/>
        </p:nvSpPr>
        <p:spPr>
          <a:xfrm>
            <a:off x="743949" y="3012364"/>
            <a:ext cx="2055371"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dirty="0">
                <a:solidFill>
                  <a:schemeClr val="dk1"/>
                </a:solidFill>
                <a:latin typeface="Noto Sans JP" panose="020B0200000000000000" pitchFamily="50" charset="-128"/>
                <a:ea typeface="Noto Sans JP" panose="020B0200000000000000" pitchFamily="50" charset="-128"/>
                <a:cs typeface="IBM Plex Sans JP SemiBold"/>
                <a:sym typeface="IBM Plex Sans JP SemiBold"/>
              </a:rPr>
              <a:t>１．はじめに </a:t>
            </a:r>
            <a:endParaRPr sz="2000" b="1" dirty="0">
              <a:solidFill>
                <a:schemeClr val="dk1"/>
              </a:solidFill>
              <a:latin typeface="Noto Sans JP" panose="020B0200000000000000" pitchFamily="50" charset="-128"/>
              <a:ea typeface="Noto Sans JP" panose="020B0200000000000000" pitchFamily="50" charset="-128"/>
              <a:cs typeface="IBM Plex Sans JP SemiBold"/>
              <a:sym typeface="IBM Plex Sans JP SemiBold"/>
            </a:endParaRPr>
          </a:p>
        </p:txBody>
      </p:sp>
      <p:sp>
        <p:nvSpPr>
          <p:cNvPr id="112" name="Google Shape;112;p14">
            <a:extLst>
              <a:ext uri="{FF2B5EF4-FFF2-40B4-BE49-F238E27FC236}">
                <a16:creationId xmlns:a16="http://schemas.microsoft.com/office/drawing/2014/main" id="{D9A70CE7-DEF5-1718-F5AA-19E4C220FE84}"/>
              </a:ext>
            </a:extLst>
          </p:cNvPr>
          <p:cNvSpPr txBox="1"/>
          <p:nvPr/>
        </p:nvSpPr>
        <p:spPr>
          <a:xfrm>
            <a:off x="668508" y="3558071"/>
            <a:ext cx="5649600" cy="7620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b="1" dirty="0" err="1">
                <a:solidFill>
                  <a:schemeClr val="dk1"/>
                </a:solidFill>
                <a:latin typeface="Noto Sans JP" panose="020B0200000000000000" pitchFamily="50" charset="-128"/>
                <a:ea typeface="Noto Sans JP" panose="020B0200000000000000" pitchFamily="50" charset="-128"/>
                <a:cs typeface="Quattrocento Sans"/>
                <a:sym typeface="Quattrocento Sans"/>
              </a:rPr>
              <a:t>ブランド概要</a:t>
            </a:r>
            <a:r>
              <a:rPr lang="en-US" sz="1200" b="1" dirty="0">
                <a:solidFill>
                  <a:schemeClr val="dk1"/>
                </a:solidFill>
                <a:latin typeface="Noto Sans JP" panose="020B0200000000000000" pitchFamily="50" charset="-128"/>
                <a:ea typeface="Noto Sans JP" panose="020B0200000000000000" pitchFamily="50" charset="-128"/>
                <a:cs typeface="Quattrocento Sans"/>
                <a:sym typeface="Quattrocento Sans"/>
              </a:rPr>
              <a:t> </a:t>
            </a:r>
            <a:endParaRPr sz="1200" b="1" dirty="0">
              <a:solidFill>
                <a:schemeClr val="dk1"/>
              </a:solidFill>
              <a:latin typeface="Noto Sans JP" panose="020B0200000000000000" pitchFamily="50" charset="-128"/>
              <a:ea typeface="Noto Sans JP" panose="020B0200000000000000" pitchFamily="50" charset="-128"/>
              <a:cs typeface="Quattrocento Sans"/>
              <a:sym typeface="Quattrocento Sans"/>
            </a:endParaRPr>
          </a:p>
          <a:p>
            <a:pPr marL="0" marR="0" lvl="0" indent="0" algn="l" rtl="0">
              <a:spcBef>
                <a:spcPts val="0"/>
              </a:spcBef>
              <a:spcAft>
                <a:spcPts val="0"/>
              </a:spcAft>
              <a:buNone/>
            </a:pPr>
            <a:r>
              <a:rPr lang="en-US" sz="1050" dirty="0" err="1">
                <a:solidFill>
                  <a:schemeClr val="dk1"/>
                </a:solidFill>
                <a:latin typeface="Jost SemiBold" pitchFamily="2" charset="0"/>
                <a:ea typeface="Jost SemiBold" pitchFamily="2" charset="0"/>
                <a:cs typeface="Quattrocento Sans"/>
                <a:sym typeface="Quattrocento Sans"/>
              </a:rPr>
              <a:t>FlexChroma</a:t>
            </a:r>
            <a:r>
              <a:rPr lang="en-US" sz="1050" dirty="0" err="1">
                <a:solidFill>
                  <a:schemeClr val="dk1"/>
                </a:solidFill>
                <a:latin typeface="Noto Sans JP" panose="020B0200000000000000" pitchFamily="50" charset="-128"/>
                <a:ea typeface="Noto Sans JP" panose="020B0200000000000000" pitchFamily="50" charset="-128"/>
                <a:cs typeface="Quattrocento Sans"/>
                <a:sym typeface="Quattrocento Sans"/>
              </a:rPr>
              <a:t>は既存のフィラメントの持つ色では満足できない人だけでなく、保有フィラメントが少ないせいで創造性を十分に</a:t>
            </a:r>
            <a:r>
              <a:rPr lang="en-US" sz="1050" dirty="0">
                <a:solidFill>
                  <a:schemeClr val="dk1"/>
                </a:solidFill>
                <a:latin typeface="Noto Sans JP" panose="020B0200000000000000" pitchFamily="50" charset="-128"/>
                <a:ea typeface="Noto Sans JP" panose="020B0200000000000000" pitchFamily="50" charset="-128"/>
                <a:cs typeface="Quattrocento Sans"/>
                <a:sym typeface="Quattrocento Sans"/>
              </a:rPr>
              <a:t> </a:t>
            </a:r>
            <a:r>
              <a:rPr lang="en-US" sz="1050" dirty="0" err="1">
                <a:solidFill>
                  <a:schemeClr val="dk1"/>
                </a:solidFill>
                <a:latin typeface="Noto Sans JP" panose="020B0200000000000000" pitchFamily="50" charset="-128"/>
                <a:ea typeface="Noto Sans JP" panose="020B0200000000000000" pitchFamily="50" charset="-128"/>
                <a:cs typeface="Quattrocento Sans"/>
                <a:sym typeface="Quattrocento Sans"/>
              </a:rPr>
              <a:t>発揮できていない人に向けた、色の自由度を開放するブランドです</a:t>
            </a:r>
            <a:r>
              <a:rPr lang="en-US" sz="1050" dirty="0">
                <a:solidFill>
                  <a:schemeClr val="dk1"/>
                </a:solidFill>
                <a:latin typeface="Noto Sans JP" panose="020B0200000000000000" pitchFamily="50" charset="-128"/>
                <a:ea typeface="Noto Sans JP" panose="020B0200000000000000" pitchFamily="50" charset="-128"/>
                <a:cs typeface="Quattrocento Sans"/>
                <a:sym typeface="Quattrocento Sans"/>
              </a:rPr>
              <a:t>。 </a:t>
            </a:r>
            <a:endParaRPr sz="1050" b="1" dirty="0">
              <a:solidFill>
                <a:schemeClr val="dk1"/>
              </a:solidFill>
              <a:latin typeface="Noto Sans JP" panose="020B0200000000000000" pitchFamily="50" charset="-128"/>
              <a:ea typeface="Noto Sans JP" panose="020B0200000000000000" pitchFamily="50" charset="-128"/>
              <a:cs typeface="IBM Plex Sans JP"/>
              <a:sym typeface="IBM Plex Sans JP"/>
            </a:endParaRPr>
          </a:p>
        </p:txBody>
      </p:sp>
      <p:sp>
        <p:nvSpPr>
          <p:cNvPr id="119" name="Google Shape;119;p14">
            <a:extLst>
              <a:ext uri="{FF2B5EF4-FFF2-40B4-BE49-F238E27FC236}">
                <a16:creationId xmlns:a16="http://schemas.microsoft.com/office/drawing/2014/main" id="{7C5A643A-2CBC-521B-0B13-9F0B77029A52}"/>
              </a:ext>
            </a:extLst>
          </p:cNvPr>
          <p:cNvSpPr txBox="1"/>
          <p:nvPr/>
        </p:nvSpPr>
        <p:spPr>
          <a:xfrm>
            <a:off x="1515655" y="1444411"/>
            <a:ext cx="3826689" cy="33855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600" dirty="0">
                <a:solidFill>
                  <a:schemeClr val="dk1"/>
                </a:solidFill>
                <a:latin typeface="Jost" pitchFamily="2" charset="0"/>
                <a:ea typeface="Jost" pitchFamily="2" charset="0"/>
                <a:cs typeface="Segoe UI Semibold" panose="020B0702040204020203" pitchFamily="34" charset="0"/>
                <a:sym typeface="IBM Plex Sans JP"/>
              </a:rPr>
              <a:t>-  Print Colors You Imagine. -</a:t>
            </a:r>
            <a:endParaRPr sz="1600" dirty="0">
              <a:solidFill>
                <a:schemeClr val="dk1"/>
              </a:solidFill>
              <a:latin typeface="Jost" pitchFamily="2" charset="0"/>
              <a:ea typeface="Jost" pitchFamily="2" charset="0"/>
              <a:cs typeface="Segoe UI Semibold" panose="020B0702040204020203" pitchFamily="34" charset="0"/>
              <a:sym typeface="IBM Plex Sans JP"/>
            </a:endParaRPr>
          </a:p>
        </p:txBody>
      </p:sp>
      <p:sp>
        <p:nvSpPr>
          <p:cNvPr id="120" name="Google Shape;120;p14">
            <a:extLst>
              <a:ext uri="{FF2B5EF4-FFF2-40B4-BE49-F238E27FC236}">
                <a16:creationId xmlns:a16="http://schemas.microsoft.com/office/drawing/2014/main" id="{2126A7F6-ECD0-7C5C-E108-F90083C9F368}"/>
              </a:ext>
            </a:extLst>
          </p:cNvPr>
          <p:cNvSpPr txBox="1"/>
          <p:nvPr/>
        </p:nvSpPr>
        <p:spPr>
          <a:xfrm>
            <a:off x="2428662" y="1849925"/>
            <a:ext cx="1989600" cy="3078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dirty="0">
                <a:solidFill>
                  <a:schemeClr val="dk1"/>
                </a:solidFill>
                <a:latin typeface="Jost" pitchFamily="2" charset="0"/>
                <a:ea typeface="Jost" pitchFamily="2" charset="0"/>
                <a:cs typeface="IBM Plex Sans JP"/>
                <a:sym typeface="IBM Plex Sans JP"/>
              </a:rPr>
              <a:t>Ver.</a:t>
            </a:r>
            <a:r>
              <a:rPr lang="en-US" altLang="ja-JP" sz="1400" dirty="0">
                <a:solidFill>
                  <a:schemeClr val="dk1"/>
                </a:solidFill>
                <a:latin typeface="Jost" pitchFamily="2" charset="0"/>
                <a:ea typeface="Jost" pitchFamily="2" charset="0"/>
                <a:cs typeface="IBM Plex Sans JP"/>
                <a:sym typeface="IBM Plex Sans JP"/>
              </a:rPr>
              <a:t>2</a:t>
            </a:r>
            <a:r>
              <a:rPr lang="en-US" sz="1400" dirty="0">
                <a:solidFill>
                  <a:schemeClr val="dk1"/>
                </a:solidFill>
                <a:latin typeface="Jost" pitchFamily="2" charset="0"/>
                <a:ea typeface="Jost" pitchFamily="2" charset="0"/>
                <a:cs typeface="IBM Plex Sans JP"/>
                <a:sym typeface="IBM Plex Sans JP"/>
              </a:rPr>
              <a:t>.11  2026.9.</a:t>
            </a:r>
            <a:r>
              <a:rPr lang="en-US" dirty="0">
                <a:solidFill>
                  <a:schemeClr val="dk1"/>
                </a:solidFill>
                <a:latin typeface="Jost" pitchFamily="2" charset="0"/>
                <a:ea typeface="Jost" pitchFamily="2" charset="0"/>
                <a:cs typeface="IBM Plex Sans JP"/>
                <a:sym typeface="IBM Plex Sans JP"/>
              </a:rPr>
              <a:t>1</a:t>
            </a:r>
            <a:r>
              <a:rPr lang="en-US" altLang="ja-JP" dirty="0">
                <a:solidFill>
                  <a:schemeClr val="dk1"/>
                </a:solidFill>
                <a:latin typeface="Jost" pitchFamily="2" charset="0"/>
                <a:ea typeface="Jost" pitchFamily="2" charset="0"/>
                <a:cs typeface="IBM Plex Sans JP"/>
                <a:sym typeface="IBM Plex Sans JP"/>
              </a:rPr>
              <a:t>6</a:t>
            </a:r>
            <a:endParaRPr sz="1400" dirty="0">
              <a:solidFill>
                <a:schemeClr val="dk1"/>
              </a:solidFill>
              <a:latin typeface="Jost" pitchFamily="2" charset="0"/>
              <a:ea typeface="Jost" pitchFamily="2" charset="0"/>
              <a:cs typeface="IBM Plex Sans JP"/>
              <a:sym typeface="IBM Plex Sans JP"/>
            </a:endParaRPr>
          </a:p>
        </p:txBody>
      </p:sp>
      <p:sp>
        <p:nvSpPr>
          <p:cNvPr id="121" name="Google Shape;121;p14">
            <a:extLst>
              <a:ext uri="{FF2B5EF4-FFF2-40B4-BE49-F238E27FC236}">
                <a16:creationId xmlns:a16="http://schemas.microsoft.com/office/drawing/2014/main" id="{6EAE4901-080D-7138-1D4F-AACF0A75EDB9}"/>
              </a:ext>
            </a:extLst>
          </p:cNvPr>
          <p:cNvSpPr txBox="1"/>
          <p:nvPr/>
        </p:nvSpPr>
        <p:spPr>
          <a:xfrm>
            <a:off x="668508" y="4409521"/>
            <a:ext cx="5649600" cy="9234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b="1" dirty="0" err="1">
                <a:solidFill>
                  <a:schemeClr val="dk1"/>
                </a:solidFill>
                <a:latin typeface="Noto Sans JP" panose="020B0200000000000000" pitchFamily="50" charset="-128"/>
                <a:ea typeface="Noto Sans JP" panose="020B0200000000000000" pitchFamily="50" charset="-128"/>
                <a:cs typeface="Quattrocento Sans"/>
                <a:sym typeface="Quattrocento Sans"/>
              </a:rPr>
              <a:t>シリーズ概要</a:t>
            </a:r>
            <a:endParaRPr sz="1200" b="1" dirty="0">
              <a:solidFill>
                <a:schemeClr val="dk1"/>
              </a:solidFill>
              <a:latin typeface="Noto Sans JP" panose="020B0200000000000000" pitchFamily="50" charset="-128"/>
              <a:ea typeface="Noto Sans JP" panose="020B0200000000000000" pitchFamily="50" charset="-128"/>
              <a:cs typeface="Quattrocento Sans"/>
              <a:sym typeface="Quattrocento Sans"/>
            </a:endParaRPr>
          </a:p>
          <a:p>
            <a:pPr marL="0" marR="0" lvl="0" indent="0" algn="l" rtl="0">
              <a:spcBef>
                <a:spcPts val="0"/>
              </a:spcBef>
              <a:spcAft>
                <a:spcPts val="0"/>
              </a:spcAft>
              <a:buNone/>
            </a:pPr>
            <a:r>
              <a:rPr lang="en-US" sz="1050" dirty="0">
                <a:solidFill>
                  <a:schemeClr val="dk1"/>
                </a:solidFill>
                <a:latin typeface="Noto Sans JP" panose="020B0200000000000000" pitchFamily="50" charset="-128"/>
                <a:ea typeface="Noto Sans JP" panose="020B0200000000000000" pitchFamily="50" charset="-128"/>
                <a:cs typeface="Quattrocento Sans"/>
                <a:sym typeface="Quattrocento Sans"/>
              </a:rPr>
              <a:t> Blend Filamentシリーズは</a:t>
            </a:r>
            <a:r>
              <a:rPr lang="en-US" sz="1050" dirty="0">
                <a:solidFill>
                  <a:schemeClr val="dk1"/>
                </a:solidFill>
                <a:latin typeface="Jost SemiBold" pitchFamily="2" charset="0"/>
                <a:ea typeface="Jost SemiBold" pitchFamily="2" charset="0"/>
                <a:cs typeface="Quattrocento Sans"/>
                <a:sym typeface="Quattrocento Sans"/>
              </a:rPr>
              <a:t>FlexChroma</a:t>
            </a:r>
            <a:r>
              <a:rPr lang="en-US" sz="1050" dirty="0">
                <a:solidFill>
                  <a:schemeClr val="dk1"/>
                </a:solidFill>
                <a:latin typeface="Noto Sans JP" panose="020B0200000000000000" pitchFamily="50" charset="-128"/>
                <a:ea typeface="Noto Sans JP" panose="020B0200000000000000" pitchFamily="50" charset="-128"/>
                <a:cs typeface="Quattrocento Sans"/>
                <a:sym typeface="Quattrocento Sans"/>
              </a:rPr>
              <a:t>の最も基礎的なシリーズです。2つのフィラメントを様々な混合比で混ぜ合わせ、あ </a:t>
            </a:r>
            <a:r>
              <a:rPr lang="en-US" sz="1050" dirty="0" err="1">
                <a:solidFill>
                  <a:schemeClr val="dk1"/>
                </a:solidFill>
                <a:latin typeface="Noto Sans JP" panose="020B0200000000000000" pitchFamily="50" charset="-128"/>
                <a:ea typeface="Noto Sans JP" panose="020B0200000000000000" pitchFamily="50" charset="-128"/>
                <a:cs typeface="Quattrocento Sans"/>
                <a:sym typeface="Quattrocento Sans"/>
              </a:rPr>
              <a:t>なただけの新しい色を作ることが出来ます</a:t>
            </a:r>
            <a:r>
              <a:rPr lang="en-US" sz="1050" dirty="0">
                <a:solidFill>
                  <a:schemeClr val="dk1"/>
                </a:solidFill>
                <a:latin typeface="Noto Sans JP" panose="020B0200000000000000" pitchFamily="50" charset="-128"/>
                <a:ea typeface="Noto Sans JP" panose="020B0200000000000000" pitchFamily="50" charset="-128"/>
                <a:cs typeface="Quattrocento Sans"/>
                <a:sym typeface="Quattrocento Sans"/>
              </a:rPr>
              <a:t>。 </a:t>
            </a:r>
            <a:endParaRPr sz="1050" dirty="0">
              <a:solidFill>
                <a:schemeClr val="dk1"/>
              </a:solidFill>
              <a:latin typeface="Noto Sans JP" panose="020B0200000000000000" pitchFamily="50" charset="-128"/>
              <a:ea typeface="Noto Sans JP" panose="020B0200000000000000" pitchFamily="50" charset="-128"/>
              <a:cs typeface="Quattrocento Sans"/>
              <a:sym typeface="Quattrocento Sans"/>
            </a:endParaRPr>
          </a:p>
          <a:p>
            <a:pPr marL="0" marR="0" lvl="0" indent="0" algn="l" rtl="0">
              <a:spcBef>
                <a:spcPts val="0"/>
              </a:spcBef>
              <a:spcAft>
                <a:spcPts val="0"/>
              </a:spcAft>
              <a:buNone/>
            </a:pPr>
            <a:r>
              <a:rPr lang="en-US" sz="1050" dirty="0" err="1">
                <a:solidFill>
                  <a:schemeClr val="dk1"/>
                </a:solidFill>
                <a:latin typeface="Noto Sans JP" panose="020B0200000000000000" pitchFamily="50" charset="-128"/>
                <a:ea typeface="Noto Sans JP" panose="020B0200000000000000" pitchFamily="50" charset="-128"/>
                <a:cs typeface="Quattrocento Sans"/>
                <a:sym typeface="Quattrocento Sans"/>
              </a:rPr>
              <a:t>また、更なるこだわりや明暗差の大きい色の混合のためにDetailモデルも用意しており、Standardモデルでは扱いきれな</a:t>
            </a:r>
            <a:r>
              <a:rPr lang="en-US" sz="1050" dirty="0">
                <a:solidFill>
                  <a:schemeClr val="dk1"/>
                </a:solidFill>
                <a:latin typeface="Noto Sans JP" panose="020B0200000000000000" pitchFamily="50" charset="-128"/>
                <a:ea typeface="Noto Sans JP" panose="020B0200000000000000" pitchFamily="50" charset="-128"/>
                <a:cs typeface="Quattrocento Sans"/>
                <a:sym typeface="Quattrocento Sans"/>
              </a:rPr>
              <a:t> </a:t>
            </a:r>
            <a:r>
              <a:rPr lang="en-US" sz="1050" dirty="0" err="1">
                <a:solidFill>
                  <a:schemeClr val="dk1"/>
                </a:solidFill>
                <a:latin typeface="Noto Sans JP" panose="020B0200000000000000" pitchFamily="50" charset="-128"/>
                <a:ea typeface="Noto Sans JP" panose="020B0200000000000000" pitchFamily="50" charset="-128"/>
                <a:cs typeface="Quattrocento Sans"/>
                <a:sym typeface="Quattrocento Sans"/>
              </a:rPr>
              <a:t>い細かい調整を行えます</a:t>
            </a:r>
            <a:r>
              <a:rPr lang="en-US" sz="1050" dirty="0">
                <a:solidFill>
                  <a:schemeClr val="dk1"/>
                </a:solidFill>
                <a:latin typeface="Noto Sans JP" panose="020B0200000000000000" pitchFamily="50" charset="-128"/>
                <a:ea typeface="Noto Sans JP" panose="020B0200000000000000" pitchFamily="50" charset="-128"/>
                <a:cs typeface="Quattrocento Sans"/>
                <a:sym typeface="Quattrocento Sans"/>
              </a:rPr>
              <a:t>。 </a:t>
            </a:r>
            <a:endParaRPr sz="1050" dirty="0">
              <a:solidFill>
                <a:schemeClr val="dk1"/>
              </a:solidFill>
              <a:latin typeface="Noto Sans JP" panose="020B0200000000000000" pitchFamily="50" charset="-128"/>
              <a:ea typeface="Noto Sans JP" panose="020B0200000000000000" pitchFamily="50" charset="-128"/>
              <a:cs typeface="IBM Plex Sans JP"/>
              <a:sym typeface="IBM Plex Sans JP"/>
            </a:endParaRPr>
          </a:p>
        </p:txBody>
      </p:sp>
      <p:sp>
        <p:nvSpPr>
          <p:cNvPr id="123" name="Google Shape;123;p14">
            <a:extLst>
              <a:ext uri="{FF2B5EF4-FFF2-40B4-BE49-F238E27FC236}">
                <a16:creationId xmlns:a16="http://schemas.microsoft.com/office/drawing/2014/main" id="{A4459E73-6526-0BD0-5B09-77388A6F9910}"/>
              </a:ext>
            </a:extLst>
          </p:cNvPr>
          <p:cNvSpPr txBox="1"/>
          <p:nvPr/>
        </p:nvSpPr>
        <p:spPr>
          <a:xfrm>
            <a:off x="732324" y="5635881"/>
            <a:ext cx="2055300" cy="400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a:solidFill>
                  <a:schemeClr val="dk1"/>
                </a:solidFill>
                <a:latin typeface="Noto Sans JP" panose="020B0200000000000000" pitchFamily="50" charset="-128"/>
                <a:ea typeface="Noto Sans JP" panose="020B0200000000000000" pitchFamily="50" charset="-128"/>
                <a:cs typeface="IBM Plex Sans JP SemiBold"/>
                <a:sym typeface="IBM Plex Sans JP SemiBold"/>
              </a:rPr>
              <a:t>２．モデル構成  </a:t>
            </a:r>
            <a:endParaRPr sz="2000" b="1">
              <a:solidFill>
                <a:schemeClr val="dk1"/>
              </a:solidFill>
              <a:latin typeface="Noto Sans JP" panose="020B0200000000000000" pitchFamily="50" charset="-128"/>
              <a:ea typeface="Noto Sans JP" panose="020B0200000000000000" pitchFamily="50" charset="-128"/>
              <a:cs typeface="IBM Plex Sans JP SemiBold"/>
              <a:sym typeface="IBM Plex Sans JP SemiBold"/>
            </a:endParaRPr>
          </a:p>
        </p:txBody>
      </p:sp>
      <p:sp>
        <p:nvSpPr>
          <p:cNvPr id="124" name="Google Shape;124;p14">
            <a:extLst>
              <a:ext uri="{FF2B5EF4-FFF2-40B4-BE49-F238E27FC236}">
                <a16:creationId xmlns:a16="http://schemas.microsoft.com/office/drawing/2014/main" id="{BB031A0E-A022-0E54-3E44-E0EEA38A2B51}"/>
              </a:ext>
            </a:extLst>
          </p:cNvPr>
          <p:cNvSpPr txBox="1"/>
          <p:nvPr/>
        </p:nvSpPr>
        <p:spPr>
          <a:xfrm>
            <a:off x="770856" y="6607625"/>
            <a:ext cx="1536600" cy="2769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b="1">
                <a:solidFill>
                  <a:schemeClr val="dk1"/>
                </a:solidFill>
                <a:latin typeface="Noto Sans JP" panose="020B0200000000000000" pitchFamily="50" charset="-128"/>
                <a:ea typeface="Noto Sans JP" panose="020B0200000000000000" pitchFamily="50" charset="-128"/>
                <a:cs typeface="Quattrocento Sans"/>
                <a:sym typeface="Quattrocento Sans"/>
              </a:rPr>
              <a:t>混色比 </a:t>
            </a:r>
            <a:endParaRPr sz="1200" b="1">
              <a:solidFill>
                <a:schemeClr val="dk1"/>
              </a:solidFill>
              <a:latin typeface="Noto Sans JP" panose="020B0200000000000000" pitchFamily="50" charset="-128"/>
              <a:ea typeface="Noto Sans JP" panose="020B0200000000000000" pitchFamily="50" charset="-128"/>
              <a:cs typeface="Quattrocento Sans"/>
              <a:sym typeface="Quattrocento Sans"/>
            </a:endParaRPr>
          </a:p>
        </p:txBody>
      </p:sp>
      <p:sp>
        <p:nvSpPr>
          <p:cNvPr id="127" name="Google Shape;127;p14">
            <a:extLst>
              <a:ext uri="{FF2B5EF4-FFF2-40B4-BE49-F238E27FC236}">
                <a16:creationId xmlns:a16="http://schemas.microsoft.com/office/drawing/2014/main" id="{695528AA-0099-C016-6DFD-E6BDE081907F}"/>
              </a:ext>
            </a:extLst>
          </p:cNvPr>
          <p:cNvSpPr txBox="1"/>
          <p:nvPr/>
        </p:nvSpPr>
        <p:spPr>
          <a:xfrm>
            <a:off x="668508" y="6063596"/>
            <a:ext cx="5649600" cy="4155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050">
                <a:solidFill>
                  <a:schemeClr val="dk1"/>
                </a:solidFill>
                <a:latin typeface="Noto Sans JP" panose="020B0200000000000000" pitchFamily="50" charset="-128"/>
                <a:ea typeface="Noto Sans JP" panose="020B0200000000000000" pitchFamily="50" charset="-128"/>
                <a:cs typeface="Quattrocento Sans"/>
                <a:sym typeface="Quattrocento Sans"/>
              </a:rPr>
              <a:t>本シリーズはサイズごとにモデルを分けており、各サイズはStandardモデルの他にDetailモデルを別途用意しています。 </a:t>
            </a:r>
            <a:endParaRPr sz="1050">
              <a:solidFill>
                <a:schemeClr val="dk1"/>
              </a:solidFill>
              <a:latin typeface="Noto Sans JP" panose="020B0200000000000000" pitchFamily="50" charset="-128"/>
              <a:ea typeface="Noto Sans JP" panose="020B0200000000000000" pitchFamily="50" charset="-128"/>
              <a:cs typeface="Quattrocento Sans"/>
              <a:sym typeface="Quattrocento Sans"/>
            </a:endParaRPr>
          </a:p>
        </p:txBody>
      </p:sp>
      <p:sp>
        <p:nvSpPr>
          <p:cNvPr id="128" name="Google Shape;128;p14">
            <a:extLst>
              <a:ext uri="{FF2B5EF4-FFF2-40B4-BE49-F238E27FC236}">
                <a16:creationId xmlns:a16="http://schemas.microsoft.com/office/drawing/2014/main" id="{9562A9B1-8A3D-B5A0-C167-4FDA0147D7C7}"/>
              </a:ext>
            </a:extLst>
          </p:cNvPr>
          <p:cNvSpPr txBox="1"/>
          <p:nvPr/>
        </p:nvSpPr>
        <p:spPr>
          <a:xfrm>
            <a:off x="659598" y="6878554"/>
            <a:ext cx="5705400" cy="160039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000" dirty="0">
                <a:solidFill>
                  <a:schemeClr val="dk1"/>
                </a:solidFill>
                <a:latin typeface="Noto Sans JP" panose="020B0200000000000000" pitchFamily="50" charset="-128"/>
                <a:ea typeface="Noto Sans JP" panose="020B0200000000000000" pitchFamily="50" charset="-128"/>
                <a:cs typeface="Quattrocento Sans"/>
                <a:sym typeface="Quattrocento Sans"/>
              </a:rPr>
              <a:t>混色比は主に2つのモデルで決められます。</a:t>
            </a:r>
            <a:endParaRPr sz="1000" dirty="0">
              <a:solidFill>
                <a:schemeClr val="dk1"/>
              </a:solidFill>
              <a:latin typeface="Noto Sans JP" panose="020B0200000000000000" pitchFamily="50" charset="-128"/>
              <a:ea typeface="Noto Sans JP" panose="020B0200000000000000" pitchFamily="50" charset="-128"/>
              <a:cs typeface="Quattrocento Sans"/>
              <a:sym typeface="Quattrocento Sans"/>
            </a:endParaRPr>
          </a:p>
          <a:p>
            <a:pPr marL="0" marR="0" lvl="0" indent="0" algn="l" rtl="0">
              <a:spcBef>
                <a:spcPts val="0"/>
              </a:spcBef>
              <a:spcAft>
                <a:spcPts val="0"/>
              </a:spcAft>
              <a:buNone/>
            </a:pPr>
            <a:r>
              <a:rPr lang="en-US" sz="1000" dirty="0">
                <a:solidFill>
                  <a:schemeClr val="dk1"/>
                </a:solidFill>
                <a:latin typeface="Noto Sans JP" panose="020B0200000000000000" pitchFamily="50" charset="-128"/>
                <a:ea typeface="Noto Sans JP" panose="020B0200000000000000" pitchFamily="50" charset="-128"/>
                <a:cs typeface="Quattrocento Sans"/>
                <a:sym typeface="Quattrocento Sans"/>
              </a:rPr>
              <a:t> ・Standard モデル：50～95％まで5％刻み。10モデル </a:t>
            </a:r>
            <a:endParaRPr sz="1000" dirty="0">
              <a:solidFill>
                <a:schemeClr val="dk1"/>
              </a:solidFill>
              <a:latin typeface="Noto Sans JP" panose="020B0200000000000000" pitchFamily="50" charset="-128"/>
              <a:ea typeface="Noto Sans JP" panose="020B0200000000000000" pitchFamily="50" charset="-128"/>
              <a:cs typeface="Quattrocento Sans"/>
              <a:sym typeface="Quattrocento Sans"/>
            </a:endParaRPr>
          </a:p>
          <a:p>
            <a:pPr marL="0" marR="0" lvl="0" indent="0" algn="l" rtl="0">
              <a:spcBef>
                <a:spcPts val="0"/>
              </a:spcBef>
              <a:spcAft>
                <a:spcPts val="0"/>
              </a:spcAft>
              <a:buNone/>
            </a:pPr>
            <a:r>
              <a:rPr lang="en-US" sz="1000" dirty="0">
                <a:solidFill>
                  <a:schemeClr val="dk1"/>
                </a:solidFill>
                <a:latin typeface="Noto Sans JP" panose="020B0200000000000000" pitchFamily="50" charset="-128"/>
                <a:ea typeface="Noto Sans JP" panose="020B0200000000000000" pitchFamily="50" charset="-128"/>
                <a:cs typeface="Quattrocento Sans"/>
                <a:sym typeface="Quattrocento Sans"/>
              </a:rPr>
              <a:t>・Detail モデル：90%, 92.5%, 95%, 96%, 97%, 98%, 98.5%, 99%, 99.5%の 9 </a:t>
            </a:r>
            <a:r>
              <a:rPr lang="en-US" sz="1000" dirty="0" err="1">
                <a:solidFill>
                  <a:schemeClr val="dk1"/>
                </a:solidFill>
                <a:latin typeface="Noto Sans JP" panose="020B0200000000000000" pitchFamily="50" charset="-128"/>
                <a:ea typeface="Noto Sans JP" panose="020B0200000000000000" pitchFamily="50" charset="-128"/>
                <a:cs typeface="Quattrocento Sans"/>
                <a:sym typeface="Quattrocento Sans"/>
              </a:rPr>
              <a:t>モデル</a:t>
            </a:r>
            <a:endParaRPr sz="1000" dirty="0">
              <a:solidFill>
                <a:schemeClr val="dk1"/>
              </a:solidFill>
              <a:latin typeface="Noto Sans JP" panose="020B0200000000000000" pitchFamily="50" charset="-128"/>
              <a:ea typeface="Noto Sans JP" panose="020B0200000000000000" pitchFamily="50" charset="-128"/>
              <a:cs typeface="Quattrocento Sans"/>
              <a:sym typeface="Quattrocento Sans"/>
            </a:endParaRPr>
          </a:p>
          <a:p>
            <a:pPr marL="0" marR="0" lvl="0" indent="0" algn="l" rtl="0">
              <a:spcBef>
                <a:spcPts val="0"/>
              </a:spcBef>
              <a:spcAft>
                <a:spcPts val="0"/>
              </a:spcAft>
              <a:buNone/>
            </a:pPr>
            <a:r>
              <a:rPr lang="en-US" sz="1000" dirty="0">
                <a:solidFill>
                  <a:schemeClr val="dk1"/>
                </a:solidFill>
                <a:latin typeface="Noto Sans JP" panose="020B0200000000000000" pitchFamily="50" charset="-128"/>
                <a:ea typeface="Noto Sans JP" panose="020B0200000000000000" pitchFamily="50" charset="-128"/>
                <a:cs typeface="Quattrocento Sans"/>
                <a:sym typeface="Quattrocento Sans"/>
              </a:rPr>
              <a:t> ※90%, 95％のデータは同一のものとなります。 </a:t>
            </a:r>
            <a:endParaRPr sz="1000" dirty="0">
              <a:solidFill>
                <a:schemeClr val="dk1"/>
              </a:solidFill>
              <a:latin typeface="Noto Sans JP" panose="020B0200000000000000" pitchFamily="50" charset="-128"/>
              <a:ea typeface="Noto Sans JP" panose="020B0200000000000000" pitchFamily="50" charset="-128"/>
              <a:cs typeface="Quattrocento Sans"/>
              <a:sym typeface="Quattrocento Sans"/>
            </a:endParaRPr>
          </a:p>
          <a:p>
            <a:pPr marL="0" marR="0" lvl="0" indent="0" algn="l" rtl="0">
              <a:spcBef>
                <a:spcPts val="0"/>
              </a:spcBef>
              <a:spcAft>
                <a:spcPts val="0"/>
              </a:spcAft>
              <a:buNone/>
            </a:pPr>
            <a:endParaRPr sz="1000" dirty="0">
              <a:solidFill>
                <a:schemeClr val="dk1"/>
              </a:solidFill>
              <a:latin typeface="Noto Sans JP" panose="020B0200000000000000" pitchFamily="50" charset="-128"/>
              <a:ea typeface="Noto Sans JP" panose="020B0200000000000000" pitchFamily="50" charset="-128"/>
              <a:cs typeface="Quattrocento Sans"/>
              <a:sym typeface="Quattrocento Sans"/>
            </a:endParaRPr>
          </a:p>
          <a:p>
            <a:pPr marL="0" marR="0" lvl="0" indent="0" algn="l" rtl="0">
              <a:spcBef>
                <a:spcPts val="0"/>
              </a:spcBef>
              <a:spcAft>
                <a:spcPts val="0"/>
              </a:spcAft>
              <a:buNone/>
            </a:pPr>
            <a:r>
              <a:rPr lang="en-US" sz="1000" dirty="0">
                <a:solidFill>
                  <a:schemeClr val="dk1"/>
                </a:solidFill>
                <a:latin typeface="Noto Sans JP" panose="020B0200000000000000" pitchFamily="50" charset="-128"/>
                <a:ea typeface="Noto Sans JP" panose="020B0200000000000000" pitchFamily="50" charset="-128"/>
                <a:cs typeface="Quattrocento Sans"/>
                <a:sym typeface="Quattrocento Sans"/>
              </a:rPr>
              <a:t>混色比は同一の2色を考慮すると17種類ですが、5０％のデータを除きフィラメントA/</a:t>
            </a:r>
            <a:r>
              <a:rPr lang="en-US" sz="1000" dirty="0" err="1">
                <a:solidFill>
                  <a:schemeClr val="dk1"/>
                </a:solidFill>
                <a:latin typeface="Noto Sans JP" panose="020B0200000000000000" pitchFamily="50" charset="-128"/>
                <a:ea typeface="Noto Sans JP" panose="020B0200000000000000" pitchFamily="50" charset="-128"/>
                <a:cs typeface="Quattrocento Sans"/>
                <a:sym typeface="Quattrocento Sans"/>
              </a:rPr>
              <a:t>Bを入れ替えることで別の混合比を</a:t>
            </a:r>
            <a:r>
              <a:rPr lang="en-US" sz="1000" dirty="0">
                <a:solidFill>
                  <a:schemeClr val="dk1"/>
                </a:solidFill>
                <a:latin typeface="Noto Sans JP" panose="020B0200000000000000" pitchFamily="50" charset="-128"/>
                <a:ea typeface="Noto Sans JP" panose="020B0200000000000000" pitchFamily="50" charset="-128"/>
                <a:cs typeface="Quattrocento Sans"/>
                <a:sym typeface="Quattrocento Sans"/>
              </a:rPr>
              <a:t> </a:t>
            </a:r>
            <a:r>
              <a:rPr lang="en-US" sz="1000" dirty="0" err="1">
                <a:solidFill>
                  <a:schemeClr val="dk1"/>
                </a:solidFill>
                <a:latin typeface="Noto Sans JP" panose="020B0200000000000000" pitchFamily="50" charset="-128"/>
                <a:ea typeface="Noto Sans JP" panose="020B0200000000000000" pitchFamily="50" charset="-128"/>
                <a:cs typeface="Quattrocento Sans"/>
                <a:sym typeface="Quattrocento Sans"/>
              </a:rPr>
              <a:t>取ることが出来ます</a:t>
            </a:r>
            <a:r>
              <a:rPr lang="en-US" sz="1000" dirty="0">
                <a:solidFill>
                  <a:schemeClr val="dk1"/>
                </a:solidFill>
                <a:latin typeface="Noto Sans JP" panose="020B0200000000000000" pitchFamily="50" charset="-128"/>
                <a:ea typeface="Noto Sans JP" panose="020B0200000000000000" pitchFamily="50" charset="-128"/>
                <a:cs typeface="Quattrocento Sans"/>
                <a:sym typeface="Quattrocento Sans"/>
              </a:rPr>
              <a:t>。 </a:t>
            </a:r>
            <a:endParaRPr sz="1000" dirty="0">
              <a:solidFill>
                <a:schemeClr val="dk1"/>
              </a:solidFill>
              <a:latin typeface="Noto Sans JP" panose="020B0200000000000000" pitchFamily="50" charset="-128"/>
              <a:ea typeface="Noto Sans JP" panose="020B0200000000000000" pitchFamily="50" charset="-128"/>
              <a:cs typeface="Quattrocento Sans"/>
              <a:sym typeface="Quattrocento Sans"/>
            </a:endParaRPr>
          </a:p>
          <a:p>
            <a:pPr marL="0" marR="0" lvl="0" indent="0" algn="l" rtl="0">
              <a:spcBef>
                <a:spcPts val="0"/>
              </a:spcBef>
              <a:spcAft>
                <a:spcPts val="0"/>
              </a:spcAft>
              <a:buNone/>
            </a:pPr>
            <a:r>
              <a:rPr lang="en-US" sz="900" dirty="0">
                <a:solidFill>
                  <a:schemeClr val="dk1"/>
                </a:solidFill>
                <a:latin typeface="Noto Sans JP" panose="020B0200000000000000" pitchFamily="50" charset="-128"/>
                <a:ea typeface="Noto Sans JP" panose="020B0200000000000000" pitchFamily="50" charset="-128"/>
                <a:cs typeface="Quattrocento Sans"/>
                <a:sym typeface="Quattrocento Sans"/>
              </a:rPr>
              <a:t>例：75％モデルを使うと[A:B＝75:25]、</a:t>
            </a:r>
            <a:r>
              <a:rPr lang="en-US" sz="900" dirty="0" err="1">
                <a:solidFill>
                  <a:schemeClr val="dk1"/>
                </a:solidFill>
                <a:latin typeface="Noto Sans JP" panose="020B0200000000000000" pitchFamily="50" charset="-128"/>
                <a:ea typeface="Noto Sans JP" panose="020B0200000000000000" pitchFamily="50" charset="-128"/>
                <a:cs typeface="Quattrocento Sans"/>
                <a:sym typeface="Quattrocento Sans"/>
              </a:rPr>
              <a:t>入れ替えると</a:t>
            </a:r>
            <a:r>
              <a:rPr lang="en-US" sz="900" dirty="0">
                <a:solidFill>
                  <a:schemeClr val="dk1"/>
                </a:solidFill>
                <a:latin typeface="Noto Sans JP" panose="020B0200000000000000" pitchFamily="50" charset="-128"/>
                <a:ea typeface="Noto Sans JP" panose="020B0200000000000000" pitchFamily="50" charset="-128"/>
                <a:cs typeface="Quattrocento Sans"/>
                <a:sym typeface="Quattrocento Sans"/>
              </a:rPr>
              <a:t>[A:B＝25:75]となり、25%モデル相当となります。</a:t>
            </a:r>
            <a:endParaRPr sz="900" dirty="0">
              <a:solidFill>
                <a:schemeClr val="dk1"/>
              </a:solidFill>
              <a:latin typeface="Noto Sans JP" panose="020B0200000000000000" pitchFamily="50" charset="-128"/>
              <a:ea typeface="Noto Sans JP" panose="020B0200000000000000" pitchFamily="50" charset="-128"/>
              <a:cs typeface="Quattrocento Sans"/>
              <a:sym typeface="Quattrocento Sans"/>
            </a:endParaRPr>
          </a:p>
          <a:p>
            <a:pPr marL="0" marR="0" lvl="0" indent="0" algn="l" rtl="0">
              <a:spcBef>
                <a:spcPts val="0"/>
              </a:spcBef>
              <a:spcAft>
                <a:spcPts val="0"/>
              </a:spcAft>
              <a:buNone/>
            </a:pPr>
            <a:endParaRPr sz="900" dirty="0">
              <a:solidFill>
                <a:schemeClr val="dk1"/>
              </a:solidFill>
              <a:latin typeface="Noto Sans JP" panose="020B0200000000000000" pitchFamily="50" charset="-128"/>
              <a:ea typeface="Noto Sans JP" panose="020B0200000000000000" pitchFamily="50" charset="-128"/>
              <a:cs typeface="Quattrocento Sans"/>
              <a:sym typeface="Quattrocento Sans"/>
            </a:endParaRPr>
          </a:p>
          <a:p>
            <a:pPr marL="0" marR="0" lvl="0" indent="0" algn="l" rtl="0">
              <a:spcBef>
                <a:spcPts val="0"/>
              </a:spcBef>
              <a:spcAft>
                <a:spcPts val="0"/>
              </a:spcAft>
              <a:buNone/>
            </a:pPr>
            <a:r>
              <a:rPr lang="en-US" sz="1000" dirty="0">
                <a:solidFill>
                  <a:schemeClr val="dk1"/>
                </a:solidFill>
                <a:latin typeface="Noto Sans JP" panose="020B0200000000000000" pitchFamily="50" charset="-128"/>
                <a:ea typeface="Noto Sans JP" panose="020B0200000000000000" pitchFamily="50" charset="-128"/>
                <a:cs typeface="Quattrocento Sans"/>
                <a:sym typeface="Quattrocento Sans"/>
              </a:rPr>
              <a:t>Standard </a:t>
            </a:r>
            <a:r>
              <a:rPr lang="en-US" sz="1000" dirty="0" err="1">
                <a:solidFill>
                  <a:schemeClr val="dk1"/>
                </a:solidFill>
                <a:latin typeface="Noto Sans JP" panose="020B0200000000000000" pitchFamily="50" charset="-128"/>
                <a:ea typeface="Noto Sans JP" panose="020B0200000000000000" pitchFamily="50" charset="-128"/>
                <a:cs typeface="Quattrocento Sans"/>
                <a:sym typeface="Quattrocento Sans"/>
              </a:rPr>
              <a:t>モデルは容量を少なく</a:t>
            </a:r>
            <a:r>
              <a:rPr lang="ja-JP" altLang="en-US" sz="1000" dirty="0">
                <a:solidFill>
                  <a:schemeClr val="dk1"/>
                </a:solidFill>
                <a:latin typeface="Noto Sans JP" panose="020B0200000000000000" pitchFamily="50" charset="-128"/>
                <a:ea typeface="Noto Sans JP" panose="020B0200000000000000" pitchFamily="50" charset="-128"/>
                <a:cs typeface="Quattrocento Sans"/>
                <a:sym typeface="Quattrocento Sans"/>
              </a:rPr>
              <a:t>する</a:t>
            </a:r>
            <a:r>
              <a:rPr lang="en-US" sz="1000" dirty="0">
                <a:solidFill>
                  <a:schemeClr val="dk1"/>
                </a:solidFill>
                <a:latin typeface="Noto Sans JP" panose="020B0200000000000000" pitchFamily="50" charset="-128"/>
                <a:ea typeface="Noto Sans JP" panose="020B0200000000000000" pitchFamily="50" charset="-128"/>
                <a:cs typeface="Quattrocento Sans"/>
                <a:sym typeface="Quattrocento Sans"/>
              </a:rPr>
              <a:t>ためStandard1, Standard2と分けられる</a:t>
            </a:r>
            <a:r>
              <a:rPr lang="ja-JP" altLang="en-US" sz="1000" dirty="0">
                <a:solidFill>
                  <a:schemeClr val="dk1"/>
                </a:solidFill>
                <a:latin typeface="Noto Sans JP" panose="020B0200000000000000" pitchFamily="50" charset="-128"/>
                <a:ea typeface="Noto Sans JP" panose="020B0200000000000000" pitchFamily="50" charset="-128"/>
                <a:cs typeface="Quattrocento Sans"/>
                <a:sym typeface="Quattrocento Sans"/>
              </a:rPr>
              <a:t>事</a:t>
            </a:r>
            <a:r>
              <a:rPr lang="en-US" sz="1000" dirty="0" err="1">
                <a:solidFill>
                  <a:schemeClr val="dk1"/>
                </a:solidFill>
                <a:latin typeface="Noto Sans JP" panose="020B0200000000000000" pitchFamily="50" charset="-128"/>
                <a:ea typeface="Noto Sans JP" panose="020B0200000000000000" pitchFamily="50" charset="-128"/>
                <a:cs typeface="Quattrocento Sans"/>
                <a:sym typeface="Quattrocento Sans"/>
              </a:rPr>
              <a:t>があります</a:t>
            </a:r>
            <a:r>
              <a:rPr lang="en-US" sz="1000" dirty="0">
                <a:solidFill>
                  <a:schemeClr val="dk1"/>
                </a:solidFill>
                <a:latin typeface="Noto Sans JP" panose="020B0200000000000000" pitchFamily="50" charset="-128"/>
                <a:ea typeface="Noto Sans JP" panose="020B0200000000000000" pitchFamily="50" charset="-128"/>
                <a:cs typeface="Quattrocento Sans"/>
                <a:sym typeface="Quattrocento Sans"/>
              </a:rPr>
              <a:t>。 </a:t>
            </a:r>
            <a:endParaRPr sz="1000" dirty="0">
              <a:solidFill>
                <a:schemeClr val="dk1"/>
              </a:solidFill>
              <a:latin typeface="Noto Sans JP" panose="020B0200000000000000" pitchFamily="50" charset="-128"/>
              <a:ea typeface="Noto Sans JP" panose="020B0200000000000000" pitchFamily="50" charset="-128"/>
              <a:cs typeface="Quattrocento Sans"/>
              <a:sym typeface="Quattrocento Sans"/>
            </a:endParaRPr>
          </a:p>
        </p:txBody>
      </p:sp>
      <p:pic>
        <p:nvPicPr>
          <p:cNvPr id="3" name="図 2">
            <a:extLst>
              <a:ext uri="{FF2B5EF4-FFF2-40B4-BE49-F238E27FC236}">
                <a16:creationId xmlns:a16="http://schemas.microsoft.com/office/drawing/2014/main" id="{54FB8FB5-48FF-C690-36D8-B0F4AC178E11}"/>
              </a:ext>
            </a:extLst>
          </p:cNvPr>
          <p:cNvPicPr>
            <a:picLocks noChangeAspect="1"/>
          </p:cNvPicPr>
          <p:nvPr/>
        </p:nvPicPr>
        <p:blipFill>
          <a:blip r:embed="rId3"/>
          <a:stretch>
            <a:fillRect/>
          </a:stretch>
        </p:blipFill>
        <p:spPr>
          <a:xfrm>
            <a:off x="813507" y="946491"/>
            <a:ext cx="356510" cy="343679"/>
          </a:xfrm>
          <a:prstGeom prst="rect">
            <a:avLst/>
          </a:prstGeom>
        </p:spPr>
      </p:pic>
    </p:spTree>
    <p:extLst>
      <p:ext uri="{BB962C8B-B14F-4D97-AF65-F5344CB8AC3E}">
        <p14:creationId xmlns:p14="http://schemas.microsoft.com/office/powerpoint/2010/main" val="14512351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3">
          <a:extLst>
            <a:ext uri="{FF2B5EF4-FFF2-40B4-BE49-F238E27FC236}">
              <a16:creationId xmlns:a16="http://schemas.microsoft.com/office/drawing/2014/main" id="{3E07DFEE-9B19-EA62-EA6B-C3A3CC34D0EE}"/>
            </a:ext>
          </a:extLst>
        </p:cNvPr>
        <p:cNvGrpSpPr/>
        <p:nvPr/>
      </p:nvGrpSpPr>
      <p:grpSpPr>
        <a:xfrm>
          <a:off x="0" y="0"/>
          <a:ext cx="0" cy="0"/>
          <a:chOff x="0" y="0"/>
          <a:chExt cx="0" cy="0"/>
        </a:xfrm>
      </p:grpSpPr>
      <p:sp>
        <p:nvSpPr>
          <p:cNvPr id="134" name="Google Shape;134;p15">
            <a:extLst>
              <a:ext uri="{FF2B5EF4-FFF2-40B4-BE49-F238E27FC236}">
                <a16:creationId xmlns:a16="http://schemas.microsoft.com/office/drawing/2014/main" id="{2CC5BF5B-69CF-C5AD-AE96-C23765871F77}"/>
              </a:ext>
            </a:extLst>
          </p:cNvPr>
          <p:cNvSpPr/>
          <p:nvPr/>
        </p:nvSpPr>
        <p:spPr>
          <a:xfrm>
            <a:off x="67565" y="90087"/>
            <a:ext cx="6722870" cy="8963827"/>
          </a:xfrm>
          <a:prstGeom prst="rect">
            <a:avLst/>
          </a:prstGeom>
          <a:gradFill>
            <a:gsLst>
              <a:gs pos="0">
                <a:srgbClr val="EE00B0"/>
              </a:gs>
              <a:gs pos="10000">
                <a:srgbClr val="EE00B0"/>
              </a:gs>
              <a:gs pos="50000">
                <a:srgbClr val="6200E8"/>
              </a:gs>
              <a:gs pos="90000">
                <a:srgbClr val="0095E5"/>
              </a:gs>
              <a:gs pos="100000">
                <a:srgbClr val="0095E5"/>
              </a:gs>
            </a:gsLst>
            <a:lin ang="18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7" name="フリーフォーム: 図形 6">
            <a:extLst>
              <a:ext uri="{FF2B5EF4-FFF2-40B4-BE49-F238E27FC236}">
                <a16:creationId xmlns:a16="http://schemas.microsoft.com/office/drawing/2014/main" id="{42F17375-0D77-BE90-DE67-669BEA54028D}"/>
              </a:ext>
            </a:extLst>
          </p:cNvPr>
          <p:cNvSpPr/>
          <p:nvPr/>
        </p:nvSpPr>
        <p:spPr>
          <a:xfrm>
            <a:off x="20300" y="-17213"/>
            <a:ext cx="6858000" cy="9144000"/>
          </a:xfrm>
          <a:custGeom>
            <a:avLst/>
            <a:gdLst>
              <a:gd name="csX0" fmla="*/ 3714544 w 6858000"/>
              <a:gd name="csY0" fmla="*/ 8679130 h 9144000"/>
              <a:gd name="csX1" fmla="*/ 3714544 w 6858000"/>
              <a:gd name="csY1" fmla="*/ 8733130 h 9144000"/>
              <a:gd name="csX2" fmla="*/ 6306544 w 6858000"/>
              <a:gd name="csY2" fmla="*/ 8733130 h 9144000"/>
              <a:gd name="csX3" fmla="*/ 6306544 w 6858000"/>
              <a:gd name="csY3" fmla="*/ 8679130 h 9144000"/>
              <a:gd name="csX4" fmla="*/ 534238 w 6858000"/>
              <a:gd name="csY4" fmla="*/ 8679130 h 9144000"/>
              <a:gd name="csX5" fmla="*/ 534238 w 6858000"/>
              <a:gd name="csY5" fmla="*/ 8733130 h 9144000"/>
              <a:gd name="csX6" fmla="*/ 3126238 w 6858000"/>
              <a:gd name="csY6" fmla="*/ 8733130 h 9144000"/>
              <a:gd name="csX7" fmla="*/ 3126238 w 6858000"/>
              <a:gd name="csY7" fmla="*/ 8679130 h 9144000"/>
              <a:gd name="csX8" fmla="*/ 622550 w 6858000"/>
              <a:gd name="csY8" fmla="*/ 5971716 h 9144000"/>
              <a:gd name="csX9" fmla="*/ 560300 w 6858000"/>
              <a:gd name="csY9" fmla="*/ 6036666 h 9144000"/>
              <a:gd name="csX10" fmla="*/ 622550 w 6858000"/>
              <a:gd name="csY10" fmla="*/ 6101616 h 9144000"/>
              <a:gd name="csX11" fmla="*/ 684800 w 6858000"/>
              <a:gd name="csY11" fmla="*/ 6036666 h 9144000"/>
              <a:gd name="csX12" fmla="*/ 622550 w 6858000"/>
              <a:gd name="csY12" fmla="*/ 5971716 h 9144000"/>
              <a:gd name="csX13" fmla="*/ 631450 w 6858000"/>
              <a:gd name="csY13" fmla="*/ 4367400 h 9144000"/>
              <a:gd name="csX14" fmla="*/ 529150 w 6858000"/>
              <a:gd name="csY14" fmla="*/ 4469700 h 9144000"/>
              <a:gd name="csX15" fmla="*/ 631450 w 6858000"/>
              <a:gd name="csY15" fmla="*/ 4572000 h 9144000"/>
              <a:gd name="csX16" fmla="*/ 733750 w 6858000"/>
              <a:gd name="csY16" fmla="*/ 4469700 h 9144000"/>
              <a:gd name="csX17" fmla="*/ 631450 w 6858000"/>
              <a:gd name="csY17" fmla="*/ 4367400 h 9144000"/>
              <a:gd name="csX18" fmla="*/ 608126 w 6858000"/>
              <a:gd name="csY18" fmla="*/ 683432 h 9144000"/>
              <a:gd name="csX19" fmla="*/ 545876 w 6858000"/>
              <a:gd name="csY19" fmla="*/ 748382 h 9144000"/>
              <a:gd name="csX20" fmla="*/ 608126 w 6858000"/>
              <a:gd name="csY20" fmla="*/ 813332 h 9144000"/>
              <a:gd name="csX21" fmla="*/ 670376 w 6858000"/>
              <a:gd name="csY21" fmla="*/ 748382 h 9144000"/>
              <a:gd name="csX22" fmla="*/ 608126 w 6858000"/>
              <a:gd name="csY22" fmla="*/ 683432 h 9144000"/>
              <a:gd name="csX23" fmla="*/ 534237 w 6858000"/>
              <a:gd name="csY23" fmla="*/ 469681 h 9144000"/>
              <a:gd name="csX24" fmla="*/ 534237 w 6858000"/>
              <a:gd name="csY24" fmla="*/ 523681 h 9144000"/>
              <a:gd name="csX25" fmla="*/ 6290430 w 6858000"/>
              <a:gd name="csY25" fmla="*/ 523681 h 9144000"/>
              <a:gd name="csX26" fmla="*/ 6290430 w 6858000"/>
              <a:gd name="csY26" fmla="*/ 469681 h 9144000"/>
              <a:gd name="csX27" fmla="*/ 0 w 6858000"/>
              <a:gd name="csY27" fmla="*/ 0 h 9144000"/>
              <a:gd name="csX28" fmla="*/ 6858000 w 6858000"/>
              <a:gd name="csY28" fmla="*/ 0 h 9144000"/>
              <a:gd name="csX29" fmla="*/ 6858000 w 6858000"/>
              <a:gd name="csY29" fmla="*/ 9144000 h 9144000"/>
              <a:gd name="csX30" fmla="*/ 0 w 6858000"/>
              <a:gd name="csY30" fmla="*/ 9144000 h 9144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Lst>
            <a:rect l="l" t="t" r="r" b="b"/>
            <a:pathLst>
              <a:path w="6858000" h="9144000">
                <a:moveTo>
                  <a:pt x="3714544" y="8679130"/>
                </a:moveTo>
                <a:lnTo>
                  <a:pt x="3714544" y="8733130"/>
                </a:lnTo>
                <a:lnTo>
                  <a:pt x="6306544" y="8733130"/>
                </a:lnTo>
                <a:lnTo>
                  <a:pt x="6306544" y="8679130"/>
                </a:lnTo>
                <a:close/>
                <a:moveTo>
                  <a:pt x="534238" y="8679130"/>
                </a:moveTo>
                <a:lnTo>
                  <a:pt x="534238" y="8733130"/>
                </a:lnTo>
                <a:lnTo>
                  <a:pt x="3126238" y="8733130"/>
                </a:lnTo>
                <a:lnTo>
                  <a:pt x="3126238" y="8679130"/>
                </a:lnTo>
                <a:close/>
                <a:moveTo>
                  <a:pt x="622550" y="5971716"/>
                </a:moveTo>
                <a:cubicBezTo>
                  <a:pt x="588170" y="5971716"/>
                  <a:pt x="560300" y="6000795"/>
                  <a:pt x="560300" y="6036666"/>
                </a:cubicBezTo>
                <a:cubicBezTo>
                  <a:pt x="560300" y="6072537"/>
                  <a:pt x="588170" y="6101616"/>
                  <a:pt x="622550" y="6101616"/>
                </a:cubicBezTo>
                <a:cubicBezTo>
                  <a:pt x="656930" y="6101616"/>
                  <a:pt x="684800" y="6072537"/>
                  <a:pt x="684800" y="6036666"/>
                </a:cubicBezTo>
                <a:cubicBezTo>
                  <a:pt x="684800" y="6000795"/>
                  <a:pt x="656930" y="5971716"/>
                  <a:pt x="622550" y="5971716"/>
                </a:cubicBezTo>
                <a:close/>
                <a:moveTo>
                  <a:pt x="631450" y="4367400"/>
                </a:moveTo>
                <a:cubicBezTo>
                  <a:pt x="574951" y="4367400"/>
                  <a:pt x="529150" y="4413201"/>
                  <a:pt x="529150" y="4469700"/>
                </a:cubicBezTo>
                <a:cubicBezTo>
                  <a:pt x="529150" y="4526199"/>
                  <a:pt x="574951" y="4572000"/>
                  <a:pt x="631450" y="4572000"/>
                </a:cubicBezTo>
                <a:cubicBezTo>
                  <a:pt x="687949" y="4572000"/>
                  <a:pt x="733750" y="4526199"/>
                  <a:pt x="733750" y="4469700"/>
                </a:cubicBezTo>
                <a:cubicBezTo>
                  <a:pt x="733750" y="4413201"/>
                  <a:pt x="687949" y="4367400"/>
                  <a:pt x="631450" y="4367400"/>
                </a:cubicBezTo>
                <a:close/>
                <a:moveTo>
                  <a:pt x="608126" y="683432"/>
                </a:moveTo>
                <a:cubicBezTo>
                  <a:pt x="573746" y="683432"/>
                  <a:pt x="545876" y="712511"/>
                  <a:pt x="545876" y="748382"/>
                </a:cubicBezTo>
                <a:cubicBezTo>
                  <a:pt x="545876" y="784253"/>
                  <a:pt x="573746" y="813332"/>
                  <a:pt x="608126" y="813332"/>
                </a:cubicBezTo>
                <a:cubicBezTo>
                  <a:pt x="642506" y="813332"/>
                  <a:pt x="670376" y="784253"/>
                  <a:pt x="670376" y="748382"/>
                </a:cubicBezTo>
                <a:cubicBezTo>
                  <a:pt x="670376" y="712511"/>
                  <a:pt x="642506" y="683432"/>
                  <a:pt x="608126" y="683432"/>
                </a:cubicBezTo>
                <a:close/>
                <a:moveTo>
                  <a:pt x="534237" y="469681"/>
                </a:moveTo>
                <a:lnTo>
                  <a:pt x="534237" y="523681"/>
                </a:lnTo>
                <a:lnTo>
                  <a:pt x="6290430" y="523681"/>
                </a:lnTo>
                <a:lnTo>
                  <a:pt x="6290430" y="469681"/>
                </a:lnTo>
                <a:close/>
                <a:moveTo>
                  <a:pt x="0" y="0"/>
                </a:moveTo>
                <a:lnTo>
                  <a:pt x="6858000" y="0"/>
                </a:lnTo>
                <a:lnTo>
                  <a:pt x="6858000" y="9144000"/>
                </a:lnTo>
                <a:lnTo>
                  <a:pt x="0" y="9144000"/>
                </a:lnTo>
                <a:close/>
              </a:path>
            </a:pathLst>
          </a:cu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44" name="Google Shape;144;p15">
            <a:extLst>
              <a:ext uri="{FF2B5EF4-FFF2-40B4-BE49-F238E27FC236}">
                <a16:creationId xmlns:a16="http://schemas.microsoft.com/office/drawing/2014/main" id="{6E952037-2211-071B-1E68-A09C9F63DD4D}"/>
              </a:ext>
            </a:extLst>
          </p:cNvPr>
          <p:cNvSpPr txBox="1"/>
          <p:nvPr/>
        </p:nvSpPr>
        <p:spPr>
          <a:xfrm>
            <a:off x="3163826" y="8511531"/>
            <a:ext cx="575734" cy="369332"/>
          </a:xfrm>
          <a:prstGeom prst="rect">
            <a:avLst/>
          </a:prstGeom>
          <a:noFill/>
          <a:ln>
            <a:noFill/>
          </a:ln>
        </p:spPr>
        <p:txBody>
          <a:bodyPr spcFirstLastPara="1" wrap="square" lIns="91425" tIns="45700" rIns="91425" bIns="45700" anchor="ctr" anchorCtr="0">
            <a:spAutoFit/>
          </a:bodyPr>
          <a:lstStyle/>
          <a:p>
            <a:pPr marL="0" marR="0" lvl="0" indent="0" algn="ctr" rtl="0">
              <a:spcBef>
                <a:spcPts val="0"/>
              </a:spcBef>
              <a:spcAft>
                <a:spcPts val="0"/>
              </a:spcAft>
              <a:buNone/>
            </a:pPr>
            <a:r>
              <a:rPr lang="en-US" sz="1800">
                <a:solidFill>
                  <a:schemeClr val="dk1"/>
                </a:solidFill>
                <a:latin typeface="Jost" pitchFamily="2" charset="0"/>
                <a:ea typeface="Jost" pitchFamily="2" charset="0"/>
                <a:sym typeface="Arial"/>
              </a:rPr>
              <a:t>2</a:t>
            </a:r>
            <a:endParaRPr sz="1800">
              <a:solidFill>
                <a:schemeClr val="dk1"/>
              </a:solidFill>
              <a:latin typeface="Jost" pitchFamily="2" charset="0"/>
              <a:ea typeface="Jost" pitchFamily="2" charset="0"/>
              <a:sym typeface="Arial"/>
            </a:endParaRPr>
          </a:p>
        </p:txBody>
      </p:sp>
      <p:sp>
        <p:nvSpPr>
          <p:cNvPr id="146" name="Google Shape;146;p15">
            <a:extLst>
              <a:ext uri="{FF2B5EF4-FFF2-40B4-BE49-F238E27FC236}">
                <a16:creationId xmlns:a16="http://schemas.microsoft.com/office/drawing/2014/main" id="{FC9D2B5E-20AD-785E-FC02-B40A20E376C2}"/>
              </a:ext>
            </a:extLst>
          </p:cNvPr>
          <p:cNvSpPr txBox="1"/>
          <p:nvPr/>
        </p:nvSpPr>
        <p:spPr>
          <a:xfrm>
            <a:off x="712943" y="4283341"/>
            <a:ext cx="2379300" cy="400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dirty="0">
                <a:solidFill>
                  <a:schemeClr val="dk1"/>
                </a:solidFill>
                <a:latin typeface="Noto Sans JP" panose="020B0200000000000000" pitchFamily="50" charset="-128"/>
                <a:ea typeface="Noto Sans JP" panose="020B0200000000000000" pitchFamily="50" charset="-128"/>
                <a:cs typeface="IBM Plex Sans JP SemiBold"/>
                <a:sym typeface="IBM Plex Sans JP SemiBold"/>
              </a:rPr>
              <a:t>３．混色結果 </a:t>
            </a:r>
            <a:endParaRPr sz="2800" b="1" dirty="0">
              <a:solidFill>
                <a:schemeClr val="dk1"/>
              </a:solidFill>
              <a:latin typeface="Noto Sans JP" panose="020B0200000000000000" pitchFamily="50" charset="-128"/>
              <a:ea typeface="Noto Sans JP" panose="020B0200000000000000" pitchFamily="50" charset="-128"/>
              <a:cs typeface="IBM Plex Sans JP SemiBold"/>
              <a:sym typeface="IBM Plex Sans JP SemiBold"/>
            </a:endParaRPr>
          </a:p>
        </p:txBody>
      </p:sp>
      <p:sp>
        <p:nvSpPr>
          <p:cNvPr id="147" name="Google Shape;147;p15">
            <a:extLst>
              <a:ext uri="{FF2B5EF4-FFF2-40B4-BE49-F238E27FC236}">
                <a16:creationId xmlns:a16="http://schemas.microsoft.com/office/drawing/2014/main" id="{015614A5-0049-CFEC-AAD3-B7595F952866}"/>
              </a:ext>
            </a:extLst>
          </p:cNvPr>
          <p:cNvSpPr txBox="1"/>
          <p:nvPr/>
        </p:nvSpPr>
        <p:spPr>
          <a:xfrm>
            <a:off x="642882" y="4662992"/>
            <a:ext cx="5642100" cy="12621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000">
                <a:solidFill>
                  <a:schemeClr val="dk1"/>
                </a:solidFill>
                <a:latin typeface="Noto Sans JP" panose="020B0200000000000000" pitchFamily="50" charset="-128"/>
                <a:ea typeface="Noto Sans JP" panose="020B0200000000000000" pitchFamily="50" charset="-128"/>
                <a:cs typeface="IBM Plex Sans JP"/>
                <a:sym typeface="IBM Plex Sans JP"/>
              </a:rPr>
              <a:t>フィラメントには色を重ねたときに発色の良い物と悪い物があります。明度の低い物ほど発色が良い傾向にあり、逆に明度の 高い物ほど発色が悪い傾向にあります。そのためどの様なフィラメントの組み合わせを用いるかに応じたモデルの選択が必要 になります。</a:t>
            </a:r>
            <a:endParaRPr sz="1000">
              <a:solidFill>
                <a:schemeClr val="dk1"/>
              </a:solidFill>
              <a:latin typeface="Noto Sans JP" panose="020B0200000000000000" pitchFamily="50" charset="-128"/>
              <a:ea typeface="Noto Sans JP" panose="020B0200000000000000" pitchFamily="50" charset="-128"/>
              <a:cs typeface="IBM Plex Sans JP"/>
              <a:sym typeface="IBM Plex Sans JP"/>
            </a:endParaRPr>
          </a:p>
          <a:p>
            <a:pPr marL="0" marR="0" lvl="0" indent="0" algn="l" rtl="0">
              <a:spcBef>
                <a:spcPts val="0"/>
              </a:spcBef>
              <a:spcAft>
                <a:spcPts val="0"/>
              </a:spcAft>
              <a:buNone/>
            </a:pPr>
            <a:endParaRPr sz="600">
              <a:solidFill>
                <a:schemeClr val="dk1"/>
              </a:solidFill>
              <a:latin typeface="Noto Sans JP" panose="020B0200000000000000" pitchFamily="50" charset="-128"/>
              <a:ea typeface="Noto Sans JP" panose="020B0200000000000000" pitchFamily="50" charset="-128"/>
              <a:cs typeface="IBM Plex Sans JP"/>
              <a:sym typeface="IBM Plex Sans JP"/>
            </a:endParaRPr>
          </a:p>
          <a:p>
            <a:pPr marL="0" marR="0" lvl="0" indent="0" algn="l" rtl="0">
              <a:spcBef>
                <a:spcPts val="0"/>
              </a:spcBef>
              <a:spcAft>
                <a:spcPts val="0"/>
              </a:spcAft>
              <a:buNone/>
            </a:pPr>
            <a:r>
              <a:rPr lang="en-US" sz="1000">
                <a:solidFill>
                  <a:schemeClr val="dk1"/>
                </a:solidFill>
                <a:latin typeface="Noto Sans JP" panose="020B0200000000000000" pitchFamily="50" charset="-128"/>
                <a:ea typeface="Noto Sans JP" panose="020B0200000000000000" pitchFamily="50" charset="-128"/>
                <a:cs typeface="IBM Plex Sans JP"/>
                <a:sym typeface="IBM Plex Sans JP"/>
              </a:rPr>
              <a:t>混色結果は実際に印刷してみないと、どんな色になるか分かりません。S４モデルでサンプルフィラメントを作って試作をする のも良いですが、時間が許せばBlend Color Checkerで混色結果の比較をして色を確認することを推奨します。 </a:t>
            </a:r>
            <a:endParaRPr sz="1000">
              <a:solidFill>
                <a:schemeClr val="dk1"/>
              </a:solidFill>
              <a:latin typeface="Noto Sans JP" panose="020B0200000000000000" pitchFamily="50" charset="-128"/>
              <a:ea typeface="Noto Sans JP" panose="020B0200000000000000" pitchFamily="50" charset="-128"/>
              <a:cs typeface="IBM Plex Sans JP"/>
              <a:sym typeface="IBM Plex Sans JP"/>
            </a:endParaRPr>
          </a:p>
          <a:p>
            <a:pPr marL="0" marR="0" lvl="0" indent="0" algn="l" rtl="0">
              <a:spcBef>
                <a:spcPts val="0"/>
              </a:spcBef>
              <a:spcAft>
                <a:spcPts val="0"/>
              </a:spcAft>
              <a:buNone/>
            </a:pPr>
            <a:endParaRPr sz="1000" b="1">
              <a:solidFill>
                <a:schemeClr val="dk1"/>
              </a:solidFill>
              <a:latin typeface="Noto Sans JP" panose="020B0200000000000000" pitchFamily="50" charset="-128"/>
              <a:ea typeface="Noto Sans JP" panose="020B0200000000000000" pitchFamily="50" charset="-128"/>
              <a:cs typeface="IBM Plex Sans JP"/>
              <a:sym typeface="IBM Plex Sans JP"/>
            </a:endParaRPr>
          </a:p>
        </p:txBody>
      </p:sp>
      <p:sp>
        <p:nvSpPr>
          <p:cNvPr id="148" name="Google Shape;148;p15">
            <a:extLst>
              <a:ext uri="{FF2B5EF4-FFF2-40B4-BE49-F238E27FC236}">
                <a16:creationId xmlns:a16="http://schemas.microsoft.com/office/drawing/2014/main" id="{0437AFBA-34C2-42C2-6651-4E95742EF75B}"/>
              </a:ext>
            </a:extLst>
          </p:cNvPr>
          <p:cNvSpPr txBox="1"/>
          <p:nvPr/>
        </p:nvSpPr>
        <p:spPr>
          <a:xfrm>
            <a:off x="623556" y="592731"/>
            <a:ext cx="1536600" cy="2769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b="1" dirty="0" err="1">
                <a:solidFill>
                  <a:schemeClr val="dk1"/>
                </a:solidFill>
                <a:latin typeface="Noto Sans JP" panose="020B0200000000000000" pitchFamily="50" charset="-128"/>
                <a:ea typeface="Noto Sans JP" panose="020B0200000000000000" pitchFamily="50" charset="-128"/>
                <a:cs typeface="Quattrocento Sans"/>
                <a:sym typeface="Quattrocento Sans"/>
              </a:rPr>
              <a:t>サイズ</a:t>
            </a:r>
            <a:r>
              <a:rPr lang="en-US" sz="1200" b="1" dirty="0">
                <a:solidFill>
                  <a:schemeClr val="dk1"/>
                </a:solidFill>
                <a:latin typeface="Noto Sans JP" panose="020B0200000000000000" pitchFamily="50" charset="-128"/>
                <a:ea typeface="Noto Sans JP" panose="020B0200000000000000" pitchFamily="50" charset="-128"/>
                <a:cs typeface="Quattrocento Sans"/>
                <a:sym typeface="Quattrocento Sans"/>
              </a:rPr>
              <a:t> </a:t>
            </a:r>
            <a:endParaRPr sz="1200" b="1" dirty="0">
              <a:solidFill>
                <a:schemeClr val="dk1"/>
              </a:solidFill>
              <a:latin typeface="Noto Sans JP" panose="020B0200000000000000" pitchFamily="50" charset="-128"/>
              <a:ea typeface="Noto Sans JP" panose="020B0200000000000000" pitchFamily="50" charset="-128"/>
              <a:cs typeface="Quattrocento Sans"/>
              <a:sym typeface="Quattrocento Sans"/>
            </a:endParaRPr>
          </a:p>
        </p:txBody>
      </p:sp>
      <p:sp>
        <p:nvSpPr>
          <p:cNvPr id="149" name="Google Shape;149;p15">
            <a:extLst>
              <a:ext uri="{FF2B5EF4-FFF2-40B4-BE49-F238E27FC236}">
                <a16:creationId xmlns:a16="http://schemas.microsoft.com/office/drawing/2014/main" id="{295F70D7-7E56-0203-FE09-D18DA7DA32C8}"/>
              </a:ext>
            </a:extLst>
          </p:cNvPr>
          <p:cNvSpPr txBox="1"/>
          <p:nvPr/>
        </p:nvSpPr>
        <p:spPr>
          <a:xfrm>
            <a:off x="619107" y="822827"/>
            <a:ext cx="5705400" cy="14775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000" dirty="0" err="1">
                <a:solidFill>
                  <a:schemeClr val="dk1"/>
                </a:solidFill>
                <a:latin typeface="Noto Sans JP" panose="020B0200000000000000" pitchFamily="50" charset="-128"/>
                <a:ea typeface="Noto Sans JP" panose="020B0200000000000000" pitchFamily="50" charset="-128"/>
                <a:cs typeface="Quattrocento Sans"/>
                <a:sym typeface="Quattrocento Sans"/>
              </a:rPr>
              <a:t>Mで始まるモデルをM</a:t>
            </a:r>
            <a:r>
              <a:rPr lang="en-US" sz="1000" dirty="0">
                <a:solidFill>
                  <a:schemeClr val="dk1"/>
                </a:solidFill>
                <a:latin typeface="Noto Sans JP" panose="020B0200000000000000" pitchFamily="50" charset="-128"/>
                <a:ea typeface="Noto Sans JP" panose="020B0200000000000000" pitchFamily="50" charset="-128"/>
                <a:cs typeface="Quattrocento Sans"/>
                <a:sym typeface="Quattrocento Sans"/>
              </a:rPr>
              <a:t> </a:t>
            </a:r>
            <a:r>
              <a:rPr lang="en-US" sz="1000" dirty="0" err="1">
                <a:solidFill>
                  <a:schemeClr val="dk1"/>
                </a:solidFill>
                <a:latin typeface="Noto Sans JP" panose="020B0200000000000000" pitchFamily="50" charset="-128"/>
                <a:ea typeface="Noto Sans JP" panose="020B0200000000000000" pitchFamily="50" charset="-128"/>
                <a:cs typeface="Quattrocento Sans"/>
                <a:sym typeface="Quattrocento Sans"/>
              </a:rPr>
              <a:t>Familyと呼んでおりBambu</a:t>
            </a:r>
            <a:r>
              <a:rPr lang="en-US" sz="1000" dirty="0">
                <a:solidFill>
                  <a:schemeClr val="dk1"/>
                </a:solidFill>
                <a:latin typeface="Noto Sans JP" panose="020B0200000000000000" pitchFamily="50" charset="-128"/>
                <a:ea typeface="Noto Sans JP" panose="020B0200000000000000" pitchFamily="50" charset="-128"/>
                <a:cs typeface="Quattrocento Sans"/>
                <a:sym typeface="Quattrocento Sans"/>
              </a:rPr>
              <a:t> Lab P, XシリーズやA1で印刷できるサイズとなります。 M2～M4はBambu Lab以外の主要３Dプリンタでちょうど印刷できるようなサイズ展開としております。 </a:t>
            </a:r>
            <a:endParaRPr sz="1000" dirty="0">
              <a:solidFill>
                <a:schemeClr val="dk1"/>
              </a:solidFill>
              <a:latin typeface="Noto Sans JP" panose="020B0200000000000000" pitchFamily="50" charset="-128"/>
              <a:ea typeface="Noto Sans JP" panose="020B0200000000000000" pitchFamily="50" charset="-128"/>
              <a:cs typeface="Quattrocento Sans"/>
              <a:sym typeface="Quattrocento Sans"/>
            </a:endParaRPr>
          </a:p>
          <a:p>
            <a:pPr marL="0" marR="0" lvl="0" indent="0" algn="l" rtl="0">
              <a:spcBef>
                <a:spcPts val="0"/>
              </a:spcBef>
              <a:spcAft>
                <a:spcPts val="0"/>
              </a:spcAft>
              <a:buNone/>
            </a:pPr>
            <a:endParaRPr sz="1000" dirty="0">
              <a:solidFill>
                <a:schemeClr val="dk1"/>
              </a:solidFill>
              <a:latin typeface="Noto Sans JP" panose="020B0200000000000000" pitchFamily="50" charset="-128"/>
              <a:ea typeface="Noto Sans JP" panose="020B0200000000000000" pitchFamily="50" charset="-128"/>
              <a:cs typeface="Quattrocento Sans"/>
              <a:sym typeface="Quattrocento Sans"/>
            </a:endParaRPr>
          </a:p>
          <a:p>
            <a:pPr marL="0" marR="0" lvl="0" indent="0" algn="l" rtl="0">
              <a:spcBef>
                <a:spcPts val="0"/>
              </a:spcBef>
              <a:spcAft>
                <a:spcPts val="0"/>
              </a:spcAft>
              <a:buNone/>
            </a:pPr>
            <a:r>
              <a:rPr lang="en-US" sz="1000" dirty="0">
                <a:solidFill>
                  <a:schemeClr val="dk1"/>
                </a:solidFill>
                <a:latin typeface="Noto Sans JP" panose="020B0200000000000000" pitchFamily="50" charset="-128"/>
                <a:ea typeface="Noto Sans JP" panose="020B0200000000000000" pitchFamily="50" charset="-128"/>
                <a:cs typeface="Quattrocento Sans"/>
                <a:sym typeface="Quattrocento Sans"/>
              </a:rPr>
              <a:t>S </a:t>
            </a:r>
            <a:r>
              <a:rPr lang="en-US" sz="1000" dirty="0" err="1">
                <a:solidFill>
                  <a:schemeClr val="dk1"/>
                </a:solidFill>
                <a:latin typeface="Noto Sans JP" panose="020B0200000000000000" pitchFamily="50" charset="-128"/>
                <a:ea typeface="Noto Sans JP" panose="020B0200000000000000" pitchFamily="50" charset="-128"/>
                <a:cs typeface="Quattrocento Sans"/>
                <a:sym typeface="Quattrocento Sans"/>
              </a:rPr>
              <a:t>で始まるモデルをS</a:t>
            </a:r>
            <a:r>
              <a:rPr lang="en-US" sz="1000" dirty="0">
                <a:solidFill>
                  <a:schemeClr val="dk1"/>
                </a:solidFill>
                <a:latin typeface="Noto Sans JP" panose="020B0200000000000000" pitchFamily="50" charset="-128"/>
                <a:ea typeface="Noto Sans JP" panose="020B0200000000000000" pitchFamily="50" charset="-128"/>
                <a:cs typeface="Quattrocento Sans"/>
                <a:sym typeface="Quattrocento Sans"/>
              </a:rPr>
              <a:t> </a:t>
            </a:r>
            <a:r>
              <a:rPr lang="en-US" sz="1000" dirty="0" err="1">
                <a:solidFill>
                  <a:schemeClr val="dk1"/>
                </a:solidFill>
                <a:latin typeface="Noto Sans JP" panose="020B0200000000000000" pitchFamily="50" charset="-128"/>
                <a:ea typeface="Noto Sans JP" panose="020B0200000000000000" pitchFamily="50" charset="-128"/>
                <a:cs typeface="Quattrocento Sans"/>
                <a:sym typeface="Quattrocento Sans"/>
              </a:rPr>
              <a:t>Familyと呼んでおりBambu</a:t>
            </a:r>
            <a:r>
              <a:rPr lang="en-US" sz="1000" dirty="0">
                <a:solidFill>
                  <a:schemeClr val="dk1"/>
                </a:solidFill>
                <a:latin typeface="Noto Sans JP" panose="020B0200000000000000" pitchFamily="50" charset="-128"/>
                <a:ea typeface="Noto Sans JP" panose="020B0200000000000000" pitchFamily="50" charset="-128"/>
                <a:cs typeface="Quattrocento Sans"/>
                <a:sym typeface="Quattrocento Sans"/>
              </a:rPr>
              <a:t> Lab A1 </a:t>
            </a:r>
            <a:r>
              <a:rPr lang="en-US" sz="1000" dirty="0" err="1">
                <a:solidFill>
                  <a:schemeClr val="dk1"/>
                </a:solidFill>
                <a:latin typeface="Noto Sans JP" panose="020B0200000000000000" pitchFamily="50" charset="-128"/>
                <a:ea typeface="Noto Sans JP" panose="020B0200000000000000" pitchFamily="50" charset="-128"/>
                <a:cs typeface="Quattrocento Sans"/>
                <a:sym typeface="Quattrocento Sans"/>
              </a:rPr>
              <a:t>miniで印刷できるサイズとなります</a:t>
            </a:r>
            <a:r>
              <a:rPr lang="en-US" sz="1000" dirty="0">
                <a:solidFill>
                  <a:schemeClr val="dk1"/>
                </a:solidFill>
                <a:latin typeface="Noto Sans JP" panose="020B0200000000000000" pitchFamily="50" charset="-128"/>
                <a:ea typeface="Noto Sans JP" panose="020B0200000000000000" pitchFamily="50" charset="-128"/>
                <a:cs typeface="Quattrocento Sans"/>
                <a:sym typeface="Quattrocento Sans"/>
              </a:rPr>
              <a:t>。 S4 モデルは最小サイズであり、3DBenchyがちょうど作れるサイズとなっています。 </a:t>
            </a:r>
            <a:endParaRPr sz="1000" dirty="0">
              <a:solidFill>
                <a:schemeClr val="dk1"/>
              </a:solidFill>
              <a:latin typeface="Noto Sans JP" panose="020B0200000000000000" pitchFamily="50" charset="-128"/>
              <a:ea typeface="Noto Sans JP" panose="020B0200000000000000" pitchFamily="50" charset="-128"/>
              <a:cs typeface="Quattrocento Sans"/>
              <a:sym typeface="Quattrocento Sans"/>
            </a:endParaRPr>
          </a:p>
          <a:p>
            <a:pPr marL="0" marR="0" lvl="0" indent="0" algn="l" rtl="0">
              <a:spcBef>
                <a:spcPts val="0"/>
              </a:spcBef>
              <a:spcAft>
                <a:spcPts val="0"/>
              </a:spcAft>
              <a:buNone/>
            </a:pPr>
            <a:endParaRPr sz="1000" dirty="0">
              <a:solidFill>
                <a:schemeClr val="dk1"/>
              </a:solidFill>
              <a:latin typeface="Noto Sans JP" panose="020B0200000000000000" pitchFamily="50" charset="-128"/>
              <a:ea typeface="Noto Sans JP" panose="020B0200000000000000" pitchFamily="50" charset="-128"/>
              <a:cs typeface="Quattrocento Sans"/>
              <a:sym typeface="Quattrocento Sans"/>
            </a:endParaRPr>
          </a:p>
          <a:p>
            <a:pPr marL="0" marR="0" lvl="0" indent="0" algn="l" rtl="0">
              <a:spcBef>
                <a:spcPts val="0"/>
              </a:spcBef>
              <a:spcAft>
                <a:spcPts val="0"/>
              </a:spcAft>
              <a:buNone/>
            </a:pPr>
            <a:r>
              <a:rPr lang="en-US" sz="1000" dirty="0">
                <a:solidFill>
                  <a:schemeClr val="dk1"/>
                </a:solidFill>
                <a:latin typeface="Noto Sans JP" panose="020B0200000000000000" pitchFamily="50" charset="-128"/>
                <a:ea typeface="Noto Sans JP" panose="020B0200000000000000" pitchFamily="50" charset="-128"/>
                <a:cs typeface="Quattrocento Sans"/>
                <a:sym typeface="Quattrocento Sans"/>
              </a:rPr>
              <a:t>L </a:t>
            </a:r>
            <a:r>
              <a:rPr lang="en-US" sz="1000" dirty="0" err="1">
                <a:solidFill>
                  <a:schemeClr val="dk1"/>
                </a:solidFill>
                <a:latin typeface="Noto Sans JP" panose="020B0200000000000000" pitchFamily="50" charset="-128"/>
                <a:ea typeface="Noto Sans JP" panose="020B0200000000000000" pitchFamily="50" charset="-128"/>
                <a:cs typeface="Quattrocento Sans"/>
                <a:sym typeface="Quattrocento Sans"/>
              </a:rPr>
              <a:t>で始まるモデルはBambu</a:t>
            </a:r>
            <a:r>
              <a:rPr lang="en-US" sz="1000" dirty="0">
                <a:solidFill>
                  <a:schemeClr val="dk1"/>
                </a:solidFill>
                <a:latin typeface="Noto Sans JP" panose="020B0200000000000000" pitchFamily="50" charset="-128"/>
                <a:ea typeface="Noto Sans JP" panose="020B0200000000000000" pitchFamily="50" charset="-128"/>
                <a:cs typeface="Quattrocento Sans"/>
                <a:sym typeface="Quattrocento Sans"/>
              </a:rPr>
              <a:t> Lab </a:t>
            </a:r>
            <a:r>
              <a:rPr lang="en-US" sz="1000" dirty="0" err="1">
                <a:solidFill>
                  <a:schemeClr val="dk1"/>
                </a:solidFill>
                <a:latin typeface="Noto Sans JP" panose="020B0200000000000000" pitchFamily="50" charset="-128"/>
                <a:ea typeface="Noto Sans JP" panose="020B0200000000000000" pitchFamily="50" charset="-128"/>
                <a:cs typeface="Quattrocento Sans"/>
                <a:sym typeface="Quattrocento Sans"/>
              </a:rPr>
              <a:t>Hシリーズが扱える大型モデルです。まだ予定は立っておりませんが、将来的に実装の可能性があります</a:t>
            </a:r>
            <a:r>
              <a:rPr lang="en-US" sz="1000" dirty="0">
                <a:solidFill>
                  <a:schemeClr val="dk1"/>
                </a:solidFill>
                <a:latin typeface="Noto Sans JP" panose="020B0200000000000000" pitchFamily="50" charset="-128"/>
                <a:ea typeface="Noto Sans JP" panose="020B0200000000000000" pitchFamily="50" charset="-128"/>
                <a:cs typeface="Quattrocento Sans"/>
                <a:sym typeface="Quattrocento Sans"/>
              </a:rPr>
              <a:t>。  </a:t>
            </a:r>
            <a:endParaRPr sz="1000" dirty="0">
              <a:solidFill>
                <a:schemeClr val="dk1"/>
              </a:solidFill>
              <a:latin typeface="Noto Sans JP" panose="020B0200000000000000" pitchFamily="50" charset="-128"/>
              <a:ea typeface="Noto Sans JP" panose="020B0200000000000000" pitchFamily="50" charset="-128"/>
              <a:cs typeface="Quattrocento Sans"/>
              <a:sym typeface="Quattrocento Sans"/>
            </a:endParaRPr>
          </a:p>
        </p:txBody>
      </p:sp>
      <p:pic>
        <p:nvPicPr>
          <p:cNvPr id="151" name="Google Shape;151;p15">
            <a:extLst>
              <a:ext uri="{FF2B5EF4-FFF2-40B4-BE49-F238E27FC236}">
                <a16:creationId xmlns:a16="http://schemas.microsoft.com/office/drawing/2014/main" id="{A1AA18FA-F99E-E8B7-40FE-5A23E7FFA0F0}"/>
              </a:ext>
            </a:extLst>
          </p:cNvPr>
          <p:cNvPicPr preferRelativeResize="0"/>
          <p:nvPr/>
        </p:nvPicPr>
        <p:blipFill>
          <a:blip r:embed="rId3">
            <a:alphaModFix/>
          </a:blip>
          <a:stretch>
            <a:fillRect/>
          </a:stretch>
        </p:blipFill>
        <p:spPr>
          <a:xfrm>
            <a:off x="880546" y="2300317"/>
            <a:ext cx="5163500" cy="1923700"/>
          </a:xfrm>
          <a:prstGeom prst="rect">
            <a:avLst/>
          </a:prstGeom>
          <a:noFill/>
          <a:ln>
            <a:noFill/>
          </a:ln>
        </p:spPr>
      </p:pic>
      <p:sp>
        <p:nvSpPr>
          <p:cNvPr id="152" name="Google Shape;152;p15">
            <a:extLst>
              <a:ext uri="{FF2B5EF4-FFF2-40B4-BE49-F238E27FC236}">
                <a16:creationId xmlns:a16="http://schemas.microsoft.com/office/drawing/2014/main" id="{5C94DBA4-07BD-E174-EF05-222AF4EF3BB8}"/>
              </a:ext>
            </a:extLst>
          </p:cNvPr>
          <p:cNvSpPr txBox="1"/>
          <p:nvPr/>
        </p:nvSpPr>
        <p:spPr>
          <a:xfrm>
            <a:off x="652382" y="5880595"/>
            <a:ext cx="5642100" cy="8928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b="1" dirty="0" err="1">
                <a:solidFill>
                  <a:schemeClr val="dk1"/>
                </a:solidFill>
                <a:latin typeface="Noto Sans JP" panose="020B0200000000000000" pitchFamily="50" charset="-128"/>
                <a:ea typeface="Noto Sans JP" panose="020B0200000000000000" pitchFamily="50" charset="-128"/>
                <a:cs typeface="IBM Plex Sans JP"/>
                <a:sym typeface="IBM Plex Sans JP"/>
              </a:rPr>
              <a:t>混色の特徴</a:t>
            </a:r>
            <a:r>
              <a:rPr lang="en-US" sz="1200" dirty="0">
                <a:solidFill>
                  <a:schemeClr val="dk1"/>
                </a:solidFill>
                <a:latin typeface="Noto Sans JP" panose="020B0200000000000000" pitchFamily="50" charset="-128"/>
                <a:ea typeface="Noto Sans JP" panose="020B0200000000000000" pitchFamily="50" charset="-128"/>
                <a:cs typeface="IBM Plex Sans JP"/>
                <a:sym typeface="IBM Plex Sans JP"/>
              </a:rPr>
              <a:t> </a:t>
            </a:r>
            <a:endParaRPr sz="1200" dirty="0">
              <a:solidFill>
                <a:schemeClr val="dk1"/>
              </a:solidFill>
              <a:latin typeface="Noto Sans JP" panose="020B0200000000000000" pitchFamily="50" charset="-128"/>
              <a:ea typeface="Noto Sans JP" panose="020B0200000000000000" pitchFamily="50" charset="-128"/>
              <a:cs typeface="IBM Plex Sans JP"/>
              <a:sym typeface="IBM Plex Sans JP"/>
            </a:endParaRPr>
          </a:p>
          <a:p>
            <a:pPr marL="0" marR="0" lvl="0" indent="0" algn="l" rtl="0">
              <a:spcBef>
                <a:spcPts val="0"/>
              </a:spcBef>
              <a:spcAft>
                <a:spcPts val="0"/>
              </a:spcAft>
              <a:buNone/>
            </a:pPr>
            <a:endParaRPr sz="600" dirty="0">
              <a:solidFill>
                <a:schemeClr val="dk1"/>
              </a:solidFill>
              <a:latin typeface="Noto Sans JP" panose="020B0200000000000000" pitchFamily="50" charset="-128"/>
              <a:ea typeface="Noto Sans JP" panose="020B0200000000000000" pitchFamily="50" charset="-128"/>
              <a:cs typeface="IBM Plex Sans JP"/>
              <a:sym typeface="IBM Plex Sans JP"/>
            </a:endParaRPr>
          </a:p>
          <a:p>
            <a:pPr marL="0" marR="0" lvl="0" indent="0" algn="l" rtl="0">
              <a:spcBef>
                <a:spcPts val="0"/>
              </a:spcBef>
              <a:spcAft>
                <a:spcPts val="0"/>
              </a:spcAft>
              <a:buNone/>
            </a:pPr>
            <a:r>
              <a:rPr lang="en-US" sz="1000" b="1" dirty="0" err="1">
                <a:solidFill>
                  <a:schemeClr val="dk1"/>
                </a:solidFill>
                <a:latin typeface="Noto Sans JP" panose="020B0200000000000000" pitchFamily="50" charset="-128"/>
                <a:ea typeface="Noto Sans JP" panose="020B0200000000000000" pitchFamily="50" charset="-128"/>
                <a:cs typeface="IBM Plex Sans JP"/>
                <a:sym typeface="IBM Plex Sans JP"/>
              </a:rPr>
              <a:t>明度差の小さい組み合わせ（CMY</a:t>
            </a:r>
            <a:r>
              <a:rPr lang="en-US" sz="1000" b="1" dirty="0">
                <a:solidFill>
                  <a:schemeClr val="dk1"/>
                </a:solidFill>
                <a:latin typeface="Noto Sans JP" panose="020B0200000000000000" pitchFamily="50" charset="-128"/>
                <a:ea typeface="Noto Sans JP" panose="020B0200000000000000" pitchFamily="50" charset="-128"/>
                <a:cs typeface="IBM Plex Sans JP"/>
                <a:sym typeface="IBM Plex Sans JP"/>
              </a:rPr>
              <a:t>）</a:t>
            </a:r>
            <a:endParaRPr sz="1000" b="1" dirty="0">
              <a:solidFill>
                <a:schemeClr val="dk1"/>
              </a:solidFill>
              <a:latin typeface="Noto Sans JP" panose="020B0200000000000000" pitchFamily="50" charset="-128"/>
              <a:ea typeface="Noto Sans JP" panose="020B0200000000000000" pitchFamily="50" charset="-128"/>
              <a:cs typeface="IBM Plex Sans JP"/>
              <a:sym typeface="IBM Plex Sans JP"/>
            </a:endParaRPr>
          </a:p>
          <a:p>
            <a:pPr marL="0" marR="0" lvl="0" indent="0" algn="l" rtl="0">
              <a:spcBef>
                <a:spcPts val="0"/>
              </a:spcBef>
              <a:spcAft>
                <a:spcPts val="0"/>
              </a:spcAft>
              <a:buNone/>
            </a:pPr>
            <a:endParaRPr sz="400" b="1" dirty="0">
              <a:solidFill>
                <a:schemeClr val="dk1"/>
              </a:solidFill>
              <a:latin typeface="Noto Sans JP" panose="020B0200000000000000" pitchFamily="50" charset="-128"/>
              <a:ea typeface="Noto Sans JP" panose="020B0200000000000000" pitchFamily="50" charset="-128"/>
              <a:cs typeface="IBM Plex Sans JP"/>
              <a:sym typeface="IBM Plex Sans JP"/>
            </a:endParaRPr>
          </a:p>
          <a:p>
            <a:pPr marL="0" marR="0" lvl="0" indent="0" algn="l" rtl="0">
              <a:spcBef>
                <a:spcPts val="0"/>
              </a:spcBef>
              <a:spcAft>
                <a:spcPts val="0"/>
              </a:spcAft>
              <a:buNone/>
            </a:pPr>
            <a:r>
              <a:rPr lang="en-US" sz="1000" dirty="0" err="1">
                <a:solidFill>
                  <a:schemeClr val="dk1"/>
                </a:solidFill>
                <a:latin typeface="Noto Sans JP" panose="020B0200000000000000" pitchFamily="50" charset="-128"/>
                <a:ea typeface="Noto Sans JP" panose="020B0200000000000000" pitchFamily="50" charset="-128"/>
                <a:cs typeface="IBM Plex Sans JP"/>
                <a:sym typeface="IBM Plex Sans JP"/>
              </a:rPr>
              <a:t>シアン・マゼンタ・イエローなどの明度差の小さい組合せは、混合比と最終色が比較的リニアに対応します</a:t>
            </a:r>
            <a:r>
              <a:rPr lang="en-US" sz="1000" dirty="0">
                <a:solidFill>
                  <a:schemeClr val="dk1"/>
                </a:solidFill>
                <a:latin typeface="Noto Sans JP" panose="020B0200000000000000" pitchFamily="50" charset="-128"/>
                <a:ea typeface="Noto Sans JP" panose="020B0200000000000000" pitchFamily="50" charset="-128"/>
                <a:cs typeface="IBM Plex Sans JP"/>
                <a:sym typeface="IBM Plex Sans JP"/>
              </a:rPr>
              <a:t>。 </a:t>
            </a:r>
            <a:r>
              <a:rPr lang="en-US" sz="1000" dirty="0" err="1">
                <a:solidFill>
                  <a:schemeClr val="dk1"/>
                </a:solidFill>
                <a:latin typeface="Noto Sans JP" panose="020B0200000000000000" pitchFamily="50" charset="-128"/>
                <a:ea typeface="Noto Sans JP" panose="020B0200000000000000" pitchFamily="50" charset="-128"/>
                <a:cs typeface="IBM Plex Sans JP"/>
                <a:sym typeface="IBM Plex Sans JP"/>
              </a:rPr>
              <a:t>この様なケースではStandardモデルだけで十分な結果を得る事が出来ます</a:t>
            </a:r>
            <a:r>
              <a:rPr lang="en-US" sz="1000" dirty="0">
                <a:solidFill>
                  <a:schemeClr val="dk1"/>
                </a:solidFill>
                <a:latin typeface="Noto Sans JP" panose="020B0200000000000000" pitchFamily="50" charset="-128"/>
                <a:ea typeface="Noto Sans JP" panose="020B0200000000000000" pitchFamily="50" charset="-128"/>
                <a:cs typeface="IBM Plex Sans JP"/>
                <a:sym typeface="IBM Plex Sans JP"/>
              </a:rPr>
              <a:t>。 </a:t>
            </a:r>
            <a:endParaRPr sz="1000" b="1" dirty="0">
              <a:solidFill>
                <a:schemeClr val="dk1"/>
              </a:solidFill>
              <a:latin typeface="Noto Sans JP" panose="020B0200000000000000" pitchFamily="50" charset="-128"/>
              <a:ea typeface="Noto Sans JP" panose="020B0200000000000000" pitchFamily="50" charset="-128"/>
              <a:cs typeface="IBM Plex Sans JP"/>
              <a:sym typeface="IBM Plex Sans JP"/>
            </a:endParaRPr>
          </a:p>
        </p:txBody>
      </p:sp>
      <p:pic>
        <p:nvPicPr>
          <p:cNvPr id="154" name="Google Shape;154;p15">
            <a:extLst>
              <a:ext uri="{FF2B5EF4-FFF2-40B4-BE49-F238E27FC236}">
                <a16:creationId xmlns:a16="http://schemas.microsoft.com/office/drawing/2014/main" id="{00D4D418-3349-CE08-44BB-F8FDE7F9F08F}"/>
              </a:ext>
            </a:extLst>
          </p:cNvPr>
          <p:cNvPicPr preferRelativeResize="0"/>
          <p:nvPr/>
        </p:nvPicPr>
        <p:blipFill>
          <a:blip r:embed="rId4">
            <a:alphaModFix/>
          </a:blip>
          <a:stretch>
            <a:fillRect/>
          </a:stretch>
        </p:blipFill>
        <p:spPr>
          <a:xfrm>
            <a:off x="550900" y="6776119"/>
            <a:ext cx="5756200" cy="1821412"/>
          </a:xfrm>
          <a:prstGeom prst="rect">
            <a:avLst/>
          </a:prstGeom>
          <a:solidFill>
            <a:schemeClr val="lt1"/>
          </a:solidFill>
          <a:ln>
            <a:noFill/>
          </a:ln>
        </p:spPr>
      </p:pic>
    </p:spTree>
    <p:extLst>
      <p:ext uri="{BB962C8B-B14F-4D97-AF65-F5344CB8AC3E}">
        <p14:creationId xmlns:p14="http://schemas.microsoft.com/office/powerpoint/2010/main" val="24988831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58">
          <a:extLst>
            <a:ext uri="{FF2B5EF4-FFF2-40B4-BE49-F238E27FC236}">
              <a16:creationId xmlns:a16="http://schemas.microsoft.com/office/drawing/2014/main" id="{B3D494DF-371E-ED4F-FB4E-D3A97E668A99}"/>
            </a:ext>
          </a:extLst>
        </p:cNvPr>
        <p:cNvGrpSpPr/>
        <p:nvPr/>
      </p:nvGrpSpPr>
      <p:grpSpPr>
        <a:xfrm>
          <a:off x="0" y="0"/>
          <a:ext cx="0" cy="0"/>
          <a:chOff x="0" y="0"/>
          <a:chExt cx="0" cy="0"/>
        </a:xfrm>
      </p:grpSpPr>
      <p:sp>
        <p:nvSpPr>
          <p:cNvPr id="159" name="Google Shape;159;p16">
            <a:extLst>
              <a:ext uri="{FF2B5EF4-FFF2-40B4-BE49-F238E27FC236}">
                <a16:creationId xmlns:a16="http://schemas.microsoft.com/office/drawing/2014/main" id="{02E485A8-A093-ECA2-47FF-7C926E0A19CD}"/>
              </a:ext>
            </a:extLst>
          </p:cNvPr>
          <p:cNvSpPr/>
          <p:nvPr/>
        </p:nvSpPr>
        <p:spPr>
          <a:xfrm>
            <a:off x="51086" y="45268"/>
            <a:ext cx="6790099" cy="9053465"/>
          </a:xfrm>
          <a:prstGeom prst="rect">
            <a:avLst/>
          </a:prstGeom>
          <a:gradFill>
            <a:gsLst>
              <a:gs pos="0">
                <a:srgbClr val="EE00B0"/>
              </a:gs>
              <a:gs pos="10000">
                <a:srgbClr val="EE00B0"/>
              </a:gs>
              <a:gs pos="50000">
                <a:srgbClr val="6200E8"/>
              </a:gs>
              <a:gs pos="90000">
                <a:srgbClr val="0095E5"/>
              </a:gs>
              <a:gs pos="100000">
                <a:srgbClr val="0095E5"/>
              </a:gs>
            </a:gsLst>
            <a:lin ang="18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6" name="フリーフォーム: 図形 5">
            <a:extLst>
              <a:ext uri="{FF2B5EF4-FFF2-40B4-BE49-F238E27FC236}">
                <a16:creationId xmlns:a16="http://schemas.microsoft.com/office/drawing/2014/main" id="{5E46076D-4965-E2D7-A838-25832BB84C07}"/>
              </a:ext>
            </a:extLst>
          </p:cNvPr>
          <p:cNvSpPr/>
          <p:nvPr/>
        </p:nvSpPr>
        <p:spPr>
          <a:xfrm>
            <a:off x="17051" y="5531"/>
            <a:ext cx="6858000" cy="9144000"/>
          </a:xfrm>
          <a:custGeom>
            <a:avLst/>
            <a:gdLst>
              <a:gd name="csX0" fmla="*/ 3717793 w 6858000"/>
              <a:gd name="csY0" fmla="*/ 8656386 h 9144000"/>
              <a:gd name="csX1" fmla="*/ 3717793 w 6858000"/>
              <a:gd name="csY1" fmla="*/ 8710386 h 9144000"/>
              <a:gd name="csX2" fmla="*/ 6309793 w 6858000"/>
              <a:gd name="csY2" fmla="*/ 8710386 h 9144000"/>
              <a:gd name="csX3" fmla="*/ 6309793 w 6858000"/>
              <a:gd name="csY3" fmla="*/ 8656386 h 9144000"/>
              <a:gd name="csX4" fmla="*/ 537487 w 6858000"/>
              <a:gd name="csY4" fmla="*/ 8656386 h 9144000"/>
              <a:gd name="csX5" fmla="*/ 537487 w 6858000"/>
              <a:gd name="csY5" fmla="*/ 8710386 h 9144000"/>
              <a:gd name="csX6" fmla="*/ 3129487 w 6858000"/>
              <a:gd name="csY6" fmla="*/ 8710386 h 9144000"/>
              <a:gd name="csX7" fmla="*/ 3129487 w 6858000"/>
              <a:gd name="csY7" fmla="*/ 8656386 h 9144000"/>
              <a:gd name="csX8" fmla="*/ 660974 w 6858000"/>
              <a:gd name="csY8" fmla="*/ 5924471 h 9144000"/>
              <a:gd name="csX9" fmla="*/ 558674 w 6858000"/>
              <a:gd name="csY9" fmla="*/ 6026771 h 9144000"/>
              <a:gd name="csX10" fmla="*/ 660974 w 6858000"/>
              <a:gd name="csY10" fmla="*/ 6129071 h 9144000"/>
              <a:gd name="csX11" fmla="*/ 763274 w 6858000"/>
              <a:gd name="csY11" fmla="*/ 6026771 h 9144000"/>
              <a:gd name="csX12" fmla="*/ 660974 w 6858000"/>
              <a:gd name="csY12" fmla="*/ 5924471 h 9144000"/>
              <a:gd name="csX13" fmla="*/ 639949 w 6858000"/>
              <a:gd name="csY13" fmla="*/ 4337722 h 9144000"/>
              <a:gd name="csX14" fmla="*/ 577699 w 6858000"/>
              <a:gd name="csY14" fmla="*/ 4402672 h 9144000"/>
              <a:gd name="csX15" fmla="*/ 639949 w 6858000"/>
              <a:gd name="csY15" fmla="*/ 4467622 h 9144000"/>
              <a:gd name="csX16" fmla="*/ 702199 w 6858000"/>
              <a:gd name="csY16" fmla="*/ 4402672 h 9144000"/>
              <a:gd name="csX17" fmla="*/ 639949 w 6858000"/>
              <a:gd name="csY17" fmla="*/ 4337722 h 9144000"/>
              <a:gd name="csX18" fmla="*/ 537486 w 6858000"/>
              <a:gd name="csY18" fmla="*/ 446937 h 9144000"/>
              <a:gd name="csX19" fmla="*/ 537486 w 6858000"/>
              <a:gd name="csY19" fmla="*/ 500937 h 9144000"/>
              <a:gd name="csX20" fmla="*/ 6293679 w 6858000"/>
              <a:gd name="csY20" fmla="*/ 500937 h 9144000"/>
              <a:gd name="csX21" fmla="*/ 6293679 w 6858000"/>
              <a:gd name="csY21" fmla="*/ 446937 h 9144000"/>
              <a:gd name="csX22" fmla="*/ 0 w 6858000"/>
              <a:gd name="csY22" fmla="*/ 0 h 9144000"/>
              <a:gd name="csX23" fmla="*/ 6858000 w 6858000"/>
              <a:gd name="csY23" fmla="*/ 0 h 9144000"/>
              <a:gd name="csX24" fmla="*/ 6858000 w 6858000"/>
              <a:gd name="csY24" fmla="*/ 9144000 h 9144000"/>
              <a:gd name="csX25" fmla="*/ 0 w 6858000"/>
              <a:gd name="csY25" fmla="*/ 9144000 h 9144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Lst>
            <a:rect l="l" t="t" r="r" b="b"/>
            <a:pathLst>
              <a:path w="6858000" h="9144000">
                <a:moveTo>
                  <a:pt x="3717793" y="8656386"/>
                </a:moveTo>
                <a:lnTo>
                  <a:pt x="3717793" y="8710386"/>
                </a:lnTo>
                <a:lnTo>
                  <a:pt x="6309793" y="8710386"/>
                </a:lnTo>
                <a:lnTo>
                  <a:pt x="6309793" y="8656386"/>
                </a:lnTo>
                <a:close/>
                <a:moveTo>
                  <a:pt x="537487" y="8656386"/>
                </a:moveTo>
                <a:lnTo>
                  <a:pt x="537487" y="8710386"/>
                </a:lnTo>
                <a:lnTo>
                  <a:pt x="3129487" y="8710386"/>
                </a:lnTo>
                <a:lnTo>
                  <a:pt x="3129487" y="8656386"/>
                </a:lnTo>
                <a:close/>
                <a:moveTo>
                  <a:pt x="660974" y="5924471"/>
                </a:moveTo>
                <a:cubicBezTo>
                  <a:pt x="604475" y="5924471"/>
                  <a:pt x="558674" y="5970272"/>
                  <a:pt x="558674" y="6026771"/>
                </a:cubicBezTo>
                <a:cubicBezTo>
                  <a:pt x="558674" y="6083270"/>
                  <a:pt x="604475" y="6129071"/>
                  <a:pt x="660974" y="6129071"/>
                </a:cubicBezTo>
                <a:cubicBezTo>
                  <a:pt x="717473" y="6129071"/>
                  <a:pt x="763274" y="6083270"/>
                  <a:pt x="763274" y="6026771"/>
                </a:cubicBezTo>
                <a:cubicBezTo>
                  <a:pt x="763274" y="5970272"/>
                  <a:pt x="717473" y="5924471"/>
                  <a:pt x="660974" y="5924471"/>
                </a:cubicBezTo>
                <a:close/>
                <a:moveTo>
                  <a:pt x="639949" y="4337722"/>
                </a:moveTo>
                <a:cubicBezTo>
                  <a:pt x="605569" y="4337722"/>
                  <a:pt x="577699" y="4366801"/>
                  <a:pt x="577699" y="4402672"/>
                </a:cubicBezTo>
                <a:cubicBezTo>
                  <a:pt x="577699" y="4438543"/>
                  <a:pt x="605569" y="4467622"/>
                  <a:pt x="639949" y="4467622"/>
                </a:cubicBezTo>
                <a:cubicBezTo>
                  <a:pt x="674329" y="4467622"/>
                  <a:pt x="702199" y="4438543"/>
                  <a:pt x="702199" y="4402672"/>
                </a:cubicBezTo>
                <a:cubicBezTo>
                  <a:pt x="702199" y="4366801"/>
                  <a:pt x="674329" y="4337722"/>
                  <a:pt x="639949" y="4337722"/>
                </a:cubicBezTo>
                <a:close/>
                <a:moveTo>
                  <a:pt x="537486" y="446937"/>
                </a:moveTo>
                <a:lnTo>
                  <a:pt x="537486" y="500937"/>
                </a:lnTo>
                <a:lnTo>
                  <a:pt x="6293679" y="500937"/>
                </a:lnTo>
                <a:lnTo>
                  <a:pt x="6293679" y="446937"/>
                </a:lnTo>
                <a:close/>
                <a:moveTo>
                  <a:pt x="0" y="0"/>
                </a:moveTo>
                <a:lnTo>
                  <a:pt x="6858000" y="0"/>
                </a:lnTo>
                <a:lnTo>
                  <a:pt x="6858000" y="9144000"/>
                </a:lnTo>
                <a:lnTo>
                  <a:pt x="0" y="9144000"/>
                </a:lnTo>
                <a:close/>
              </a:path>
            </a:pathLst>
          </a:cu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69" name="Google Shape;169;p16">
            <a:extLst>
              <a:ext uri="{FF2B5EF4-FFF2-40B4-BE49-F238E27FC236}">
                <a16:creationId xmlns:a16="http://schemas.microsoft.com/office/drawing/2014/main" id="{FE364511-FBB8-779A-6885-06C6046A9CD9}"/>
              </a:ext>
            </a:extLst>
          </p:cNvPr>
          <p:cNvSpPr txBox="1"/>
          <p:nvPr/>
        </p:nvSpPr>
        <p:spPr>
          <a:xfrm>
            <a:off x="3163826" y="8511531"/>
            <a:ext cx="575734" cy="369332"/>
          </a:xfrm>
          <a:prstGeom prst="rect">
            <a:avLst/>
          </a:prstGeom>
          <a:noFill/>
          <a:ln>
            <a:noFill/>
          </a:ln>
        </p:spPr>
        <p:txBody>
          <a:bodyPr spcFirstLastPara="1" wrap="square" lIns="91425" tIns="45700" rIns="91425" bIns="45700" anchor="ctr" anchorCtr="0">
            <a:spAutoFit/>
          </a:bodyPr>
          <a:lstStyle/>
          <a:p>
            <a:pPr marL="0" marR="0" lvl="0" indent="0" algn="ctr" rtl="0">
              <a:spcBef>
                <a:spcPts val="0"/>
              </a:spcBef>
              <a:spcAft>
                <a:spcPts val="0"/>
              </a:spcAft>
              <a:buNone/>
            </a:pPr>
            <a:r>
              <a:rPr lang="en-US" sz="1800" dirty="0">
                <a:solidFill>
                  <a:schemeClr val="dk1"/>
                </a:solidFill>
                <a:latin typeface="Jost" pitchFamily="2" charset="0"/>
                <a:ea typeface="Jost" pitchFamily="2" charset="0"/>
                <a:sym typeface="Arial"/>
              </a:rPr>
              <a:t>3</a:t>
            </a:r>
            <a:endParaRPr sz="1800" dirty="0">
              <a:solidFill>
                <a:schemeClr val="dk1"/>
              </a:solidFill>
              <a:latin typeface="Jost" pitchFamily="2" charset="0"/>
              <a:ea typeface="Jost" pitchFamily="2" charset="0"/>
              <a:sym typeface="Arial"/>
            </a:endParaRPr>
          </a:p>
        </p:txBody>
      </p:sp>
      <p:sp>
        <p:nvSpPr>
          <p:cNvPr id="171" name="Google Shape;171;p16">
            <a:extLst>
              <a:ext uri="{FF2B5EF4-FFF2-40B4-BE49-F238E27FC236}">
                <a16:creationId xmlns:a16="http://schemas.microsoft.com/office/drawing/2014/main" id="{E381DD4E-B10F-BA46-96B0-F645F3064996}"/>
              </a:ext>
            </a:extLst>
          </p:cNvPr>
          <p:cNvSpPr txBox="1"/>
          <p:nvPr/>
        </p:nvSpPr>
        <p:spPr>
          <a:xfrm>
            <a:off x="748128" y="5855312"/>
            <a:ext cx="3645600" cy="400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dirty="0">
                <a:solidFill>
                  <a:schemeClr val="dk1"/>
                </a:solidFill>
                <a:latin typeface="Noto Sans JP" panose="020B0200000000000000" pitchFamily="50" charset="-128"/>
                <a:ea typeface="Noto Sans JP" panose="020B0200000000000000" pitchFamily="50" charset="-128"/>
                <a:cs typeface="IBM Plex Sans JP SemiBold"/>
                <a:sym typeface="IBM Plex Sans JP SemiBold"/>
              </a:rPr>
              <a:t>４．揃えるべきフィラメント </a:t>
            </a:r>
            <a:endParaRPr sz="2400" b="1" dirty="0">
              <a:solidFill>
                <a:schemeClr val="dk1"/>
              </a:solidFill>
              <a:latin typeface="Noto Sans JP" panose="020B0200000000000000" pitchFamily="50" charset="-128"/>
              <a:ea typeface="Noto Sans JP" panose="020B0200000000000000" pitchFamily="50" charset="-128"/>
              <a:cs typeface="IBM Plex Sans JP SemiBold"/>
              <a:sym typeface="IBM Plex Sans JP SemiBold"/>
            </a:endParaRPr>
          </a:p>
        </p:txBody>
      </p:sp>
      <p:sp>
        <p:nvSpPr>
          <p:cNvPr id="172" name="Google Shape;172;p16">
            <a:extLst>
              <a:ext uri="{FF2B5EF4-FFF2-40B4-BE49-F238E27FC236}">
                <a16:creationId xmlns:a16="http://schemas.microsoft.com/office/drawing/2014/main" id="{6D401115-B6A7-72B6-0405-CB618D12E186}"/>
              </a:ext>
            </a:extLst>
          </p:cNvPr>
          <p:cNvSpPr txBox="1"/>
          <p:nvPr/>
        </p:nvSpPr>
        <p:spPr>
          <a:xfrm>
            <a:off x="678058" y="6272865"/>
            <a:ext cx="5649600" cy="224672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000" dirty="0" err="1">
                <a:solidFill>
                  <a:schemeClr val="dk1"/>
                </a:solidFill>
                <a:latin typeface="Noto Sans JP" panose="020B0200000000000000" pitchFamily="50" charset="-128"/>
                <a:ea typeface="Noto Sans JP" panose="020B0200000000000000" pitchFamily="50" charset="-128"/>
                <a:cs typeface="IBM Plex Sans JP"/>
                <a:sym typeface="IBM Plex Sans JP"/>
              </a:rPr>
              <a:t>おすすめは</a:t>
            </a:r>
            <a:r>
              <a:rPr lang="en-US" sz="1000" dirty="0">
                <a:solidFill>
                  <a:schemeClr val="dk1"/>
                </a:solidFill>
                <a:latin typeface="Noto Sans JP" panose="020B0200000000000000" pitchFamily="50" charset="-128"/>
                <a:ea typeface="Noto Sans JP" panose="020B0200000000000000" pitchFamily="50" charset="-128"/>
                <a:cs typeface="IBM Plex Sans JP"/>
                <a:sym typeface="IBM Plex Sans JP"/>
              </a:rPr>
              <a:t> Bambu Lab PLA Basic の </a:t>
            </a:r>
            <a:r>
              <a:rPr lang="en-US" sz="1000" dirty="0" err="1">
                <a:solidFill>
                  <a:schemeClr val="dk1"/>
                </a:solidFill>
                <a:latin typeface="Noto Sans JP" panose="020B0200000000000000" pitchFamily="50" charset="-128"/>
                <a:ea typeface="Noto Sans JP" panose="020B0200000000000000" pitchFamily="50" charset="-128"/>
                <a:cs typeface="IBM Plex Sans JP"/>
                <a:sym typeface="IBM Plex Sans JP"/>
              </a:rPr>
              <a:t>Cyan・Magenta・Yellow・White</a:t>
            </a:r>
            <a:r>
              <a:rPr lang="en-US" sz="1000" dirty="0">
                <a:solidFill>
                  <a:schemeClr val="dk1"/>
                </a:solidFill>
                <a:latin typeface="Noto Sans JP" panose="020B0200000000000000" pitchFamily="50" charset="-128"/>
                <a:ea typeface="Noto Sans JP" panose="020B0200000000000000" pitchFamily="50" charset="-128"/>
                <a:cs typeface="IBM Plex Sans JP"/>
                <a:sym typeface="IBM Plex Sans JP"/>
              </a:rPr>
              <a:t> の 4色です。 この4色があれば、基本的な色表現を幅広くカバーできます。 Black </a:t>
            </a:r>
            <a:r>
              <a:rPr lang="en-US" sz="1000" dirty="0" err="1">
                <a:solidFill>
                  <a:schemeClr val="dk1"/>
                </a:solidFill>
                <a:latin typeface="Noto Sans JP" panose="020B0200000000000000" pitchFamily="50" charset="-128"/>
                <a:ea typeface="Noto Sans JP" panose="020B0200000000000000" pitchFamily="50" charset="-128"/>
                <a:cs typeface="IBM Plex Sans JP"/>
                <a:sym typeface="IBM Plex Sans JP"/>
              </a:rPr>
              <a:t>も色の幅を広げる際に有効ですが、非常に強い影響力を持つため、混ざりムラが出やすく注意が必要です</a:t>
            </a:r>
            <a:r>
              <a:rPr lang="en-US" sz="1000" dirty="0">
                <a:solidFill>
                  <a:schemeClr val="dk1"/>
                </a:solidFill>
                <a:latin typeface="Noto Sans JP" panose="020B0200000000000000" pitchFamily="50" charset="-128"/>
                <a:ea typeface="Noto Sans JP" panose="020B0200000000000000" pitchFamily="50" charset="-128"/>
                <a:cs typeface="IBM Plex Sans JP"/>
                <a:sym typeface="IBM Plex Sans JP"/>
              </a:rPr>
              <a:t>。 </a:t>
            </a:r>
            <a:endParaRPr sz="1000" dirty="0">
              <a:solidFill>
                <a:schemeClr val="dk1"/>
              </a:solidFill>
              <a:latin typeface="Noto Sans JP" panose="020B0200000000000000" pitchFamily="50" charset="-128"/>
              <a:ea typeface="Noto Sans JP" panose="020B0200000000000000" pitchFamily="50" charset="-128"/>
              <a:cs typeface="IBM Plex Sans JP"/>
              <a:sym typeface="IBM Plex Sans JP"/>
            </a:endParaRPr>
          </a:p>
          <a:p>
            <a:pPr lvl="0"/>
            <a:endParaRPr lang="en-US" altLang="ja-JP" sz="1000" dirty="0">
              <a:solidFill>
                <a:schemeClr val="dk1"/>
              </a:solidFill>
              <a:latin typeface="Noto Sans JP" panose="020B0200000000000000" pitchFamily="50" charset="-128"/>
              <a:ea typeface="Noto Sans JP" panose="020B0200000000000000" pitchFamily="50" charset="-128"/>
              <a:cs typeface="IBM Plex Sans JP"/>
              <a:sym typeface="IBM Plex Sans JP"/>
            </a:endParaRPr>
          </a:p>
          <a:p>
            <a:pPr lvl="0"/>
            <a:r>
              <a:rPr lang="ja-JP" altLang="en-US" sz="1000" dirty="0">
                <a:solidFill>
                  <a:schemeClr val="dk1"/>
                </a:solidFill>
                <a:latin typeface="Noto Sans JP" panose="020B0200000000000000" pitchFamily="50" charset="-128"/>
                <a:ea typeface="Noto Sans JP" panose="020B0200000000000000" pitchFamily="50" charset="-128"/>
                <a:cs typeface="IBM Plex Sans JP"/>
                <a:sym typeface="IBM Plex Sans JP"/>
              </a:rPr>
              <a:t>理論上、</a:t>
            </a:r>
            <a:r>
              <a:rPr lang="en-US" altLang="ja-JP" sz="1000" dirty="0">
                <a:solidFill>
                  <a:schemeClr val="dk1"/>
                </a:solidFill>
                <a:latin typeface="Noto Sans JP" panose="020B0200000000000000" pitchFamily="50" charset="-128"/>
                <a:ea typeface="Noto Sans JP" panose="020B0200000000000000" pitchFamily="50" charset="-128"/>
                <a:cs typeface="IBM Plex Sans JP"/>
                <a:sym typeface="IBM Plex Sans JP"/>
              </a:rPr>
              <a:t>2</a:t>
            </a:r>
            <a:r>
              <a:rPr lang="ja-JP" altLang="en-US" sz="1000" dirty="0">
                <a:solidFill>
                  <a:schemeClr val="dk1"/>
                </a:solidFill>
                <a:latin typeface="Noto Sans JP" panose="020B0200000000000000" pitchFamily="50" charset="-128"/>
                <a:ea typeface="Noto Sans JP" panose="020B0200000000000000" pitchFamily="50" charset="-128"/>
                <a:cs typeface="IBM Plex Sans JP"/>
                <a:sym typeface="IBM Plex Sans JP"/>
              </a:rPr>
              <a:t>つの原色の中間点は、知覚的に均等になるよう設計された色空間である</a:t>
            </a:r>
            <a:r>
              <a:rPr lang="en-US" altLang="ja-JP" sz="1000" dirty="0">
                <a:solidFill>
                  <a:schemeClr val="dk1"/>
                </a:solidFill>
                <a:latin typeface="Noto Sans JP" panose="020B0200000000000000" pitchFamily="50" charset="-128"/>
                <a:ea typeface="Noto Sans JP" panose="020B0200000000000000" pitchFamily="50" charset="-128"/>
                <a:cs typeface="IBM Plex Sans JP"/>
                <a:sym typeface="IBM Plex Sans JP"/>
              </a:rPr>
              <a:t>CIE-Lab</a:t>
            </a:r>
            <a:r>
              <a:rPr lang="ja-JP" altLang="en-US" sz="1000" dirty="0">
                <a:solidFill>
                  <a:schemeClr val="dk1"/>
                </a:solidFill>
                <a:latin typeface="Noto Sans JP" panose="020B0200000000000000" pitchFamily="50" charset="-128"/>
                <a:ea typeface="Noto Sans JP" panose="020B0200000000000000" pitchFamily="50" charset="-128"/>
                <a:cs typeface="IBM Plex Sans JP"/>
                <a:sym typeface="IBM Plex Sans JP"/>
              </a:rPr>
              <a:t>（およびその円筒座標表現である</a:t>
            </a:r>
            <a:r>
              <a:rPr lang="en-US" altLang="ja-JP" sz="1000" dirty="0">
                <a:solidFill>
                  <a:schemeClr val="dk1"/>
                </a:solidFill>
                <a:latin typeface="Noto Sans JP" panose="020B0200000000000000" pitchFamily="50" charset="-128"/>
                <a:ea typeface="Noto Sans JP" panose="020B0200000000000000" pitchFamily="50" charset="-128"/>
                <a:cs typeface="IBM Plex Sans JP"/>
                <a:sym typeface="IBM Plex Sans JP"/>
              </a:rPr>
              <a:t>CIE-</a:t>
            </a:r>
            <a:r>
              <a:rPr lang="en-US" altLang="ja-JP" sz="1000" dirty="0" err="1">
                <a:solidFill>
                  <a:schemeClr val="dk1"/>
                </a:solidFill>
                <a:latin typeface="Noto Sans JP" panose="020B0200000000000000" pitchFamily="50" charset="-128"/>
                <a:ea typeface="Noto Sans JP" panose="020B0200000000000000" pitchFamily="50" charset="-128"/>
                <a:cs typeface="IBM Plex Sans JP"/>
                <a:sym typeface="IBM Plex Sans JP"/>
              </a:rPr>
              <a:t>LCh</a:t>
            </a:r>
            <a:r>
              <a:rPr lang="ja-JP" altLang="en-US" sz="1000" dirty="0">
                <a:solidFill>
                  <a:schemeClr val="dk1"/>
                </a:solidFill>
                <a:latin typeface="Noto Sans JP" panose="020B0200000000000000" pitchFamily="50" charset="-128"/>
                <a:ea typeface="Noto Sans JP" panose="020B0200000000000000" pitchFamily="50" charset="-128"/>
                <a:cs typeface="IBM Plex Sans JP"/>
                <a:sym typeface="IBM Plex Sans JP"/>
              </a:rPr>
              <a:t>）で定義される </a:t>
            </a:r>
            <a:r>
              <a:rPr lang="en-US" altLang="ja-JP" sz="1000" dirty="0">
                <a:solidFill>
                  <a:schemeClr val="dk1"/>
                </a:solidFill>
                <a:latin typeface="Noto Sans JP" panose="020B0200000000000000" pitchFamily="50" charset="-128"/>
                <a:ea typeface="Noto Sans JP" panose="020B0200000000000000" pitchFamily="50" charset="-128"/>
                <a:cs typeface="IBM Plex Sans JP"/>
                <a:sym typeface="IBM Plex Sans JP"/>
              </a:rPr>
              <a:t>perceptual midpoint color</a:t>
            </a:r>
            <a:r>
              <a:rPr lang="ja-JP" altLang="en-US" sz="1000" dirty="0">
                <a:solidFill>
                  <a:schemeClr val="dk1"/>
                </a:solidFill>
                <a:latin typeface="Noto Sans JP" panose="020B0200000000000000" pitchFamily="50" charset="-128"/>
                <a:ea typeface="Noto Sans JP" panose="020B0200000000000000" pitchFamily="50" charset="-128"/>
                <a:cs typeface="IBM Plex Sans JP"/>
                <a:sym typeface="IBM Plex Sans JP"/>
              </a:rPr>
              <a:t>（知覚的中間色）になります。</a:t>
            </a:r>
            <a:endParaRPr lang="en-US" altLang="ja-JP" sz="1000">
              <a:solidFill>
                <a:schemeClr val="dk1"/>
              </a:solidFill>
              <a:latin typeface="Noto Sans JP" panose="020B0200000000000000" pitchFamily="50" charset="-128"/>
              <a:ea typeface="Noto Sans JP" panose="020B0200000000000000" pitchFamily="50" charset="-128"/>
              <a:cs typeface="IBM Plex Sans JP"/>
              <a:sym typeface="IBM Plex Sans JP"/>
            </a:endParaRPr>
          </a:p>
          <a:p>
            <a:pPr lvl="0"/>
            <a:r>
              <a:rPr lang="ja-JP" altLang="en-US" sz="1000">
                <a:solidFill>
                  <a:schemeClr val="dk1"/>
                </a:solidFill>
                <a:latin typeface="Noto Sans JP" panose="020B0200000000000000" pitchFamily="50" charset="-128"/>
                <a:ea typeface="Noto Sans JP" panose="020B0200000000000000" pitchFamily="50" charset="-128"/>
                <a:cs typeface="IBM Plex Sans JP"/>
                <a:sym typeface="IBM Plex Sans JP"/>
              </a:rPr>
              <a:t>しかし</a:t>
            </a:r>
            <a:r>
              <a:rPr lang="ja-JP" altLang="en-US" sz="1000" dirty="0">
                <a:solidFill>
                  <a:schemeClr val="dk1"/>
                </a:solidFill>
                <a:latin typeface="Noto Sans JP" panose="020B0200000000000000" pitchFamily="50" charset="-128"/>
                <a:ea typeface="Noto Sans JP" panose="020B0200000000000000" pitchFamily="50" charset="-128"/>
                <a:cs typeface="IBM Plex Sans JP"/>
                <a:sym typeface="IBM Plex Sans JP"/>
              </a:rPr>
              <a:t>、実際のフィラメント混色では、顔料の吸収特性や減法混色の影響により、下図に示されている </a:t>
            </a:r>
            <a:r>
              <a:rPr lang="en-US" altLang="ja-JP" sz="1000" dirty="0">
                <a:solidFill>
                  <a:schemeClr val="dk1"/>
                </a:solidFill>
                <a:latin typeface="Noto Sans JP" panose="020B0200000000000000" pitchFamily="50" charset="-128"/>
                <a:ea typeface="Noto Sans JP" panose="020B0200000000000000" pitchFamily="50" charset="-128"/>
                <a:cs typeface="IBM Plex Sans JP"/>
                <a:sym typeface="IBM Plex Sans JP"/>
              </a:rPr>
              <a:t>material-mixing midpoint</a:t>
            </a:r>
            <a:r>
              <a:rPr lang="ja-JP" altLang="en-US" sz="1000" dirty="0">
                <a:solidFill>
                  <a:schemeClr val="dk1"/>
                </a:solidFill>
                <a:latin typeface="Noto Sans JP" panose="020B0200000000000000" pitchFamily="50" charset="-128"/>
                <a:ea typeface="Noto Sans JP" panose="020B0200000000000000" pitchFamily="50" charset="-128"/>
                <a:cs typeface="IBM Plex Sans JP"/>
                <a:sym typeface="IBM Plex Sans JP"/>
              </a:rPr>
              <a:t>（実素材混合の中点）は彩度が低下し、理想的な中間位置とは異なる、くすみのある色になりやす くなります。</a:t>
            </a:r>
            <a:endParaRPr lang="en-US" altLang="ja-JP" sz="1000" dirty="0">
              <a:solidFill>
                <a:schemeClr val="dk1"/>
              </a:solidFill>
              <a:latin typeface="Noto Sans JP" panose="020B0200000000000000" pitchFamily="50" charset="-128"/>
              <a:ea typeface="Noto Sans JP" panose="020B0200000000000000" pitchFamily="50" charset="-128"/>
              <a:cs typeface="IBM Plex Sans JP"/>
              <a:sym typeface="IBM Plex Sans JP"/>
            </a:endParaRPr>
          </a:p>
          <a:p>
            <a:pPr marL="0" marR="0" lvl="0" indent="0" algn="l" rtl="0">
              <a:spcBef>
                <a:spcPts val="0"/>
              </a:spcBef>
              <a:spcAft>
                <a:spcPts val="0"/>
              </a:spcAft>
              <a:buNone/>
            </a:pPr>
            <a:endParaRPr sz="1000" dirty="0">
              <a:solidFill>
                <a:schemeClr val="dk1"/>
              </a:solidFill>
              <a:latin typeface="Noto Sans JP" panose="020B0200000000000000" pitchFamily="50" charset="-128"/>
              <a:ea typeface="Noto Sans JP" panose="020B0200000000000000" pitchFamily="50" charset="-128"/>
              <a:cs typeface="IBM Plex Sans JP"/>
              <a:sym typeface="IBM Plex Sans JP"/>
            </a:endParaRPr>
          </a:p>
          <a:p>
            <a:pPr marL="0" marR="0" lvl="0" indent="0" algn="l" rtl="0">
              <a:spcBef>
                <a:spcPts val="0"/>
              </a:spcBef>
              <a:spcAft>
                <a:spcPts val="0"/>
              </a:spcAft>
              <a:buNone/>
            </a:pPr>
            <a:r>
              <a:rPr lang="en-US" sz="1000" dirty="0" err="1">
                <a:solidFill>
                  <a:schemeClr val="dk1"/>
                </a:solidFill>
                <a:latin typeface="Noto Sans JP" panose="020B0200000000000000" pitchFamily="50" charset="-128"/>
                <a:ea typeface="Noto Sans JP" panose="020B0200000000000000" pitchFamily="50" charset="-128"/>
                <a:cs typeface="IBM Plex Sans JP"/>
                <a:sym typeface="IBM Plex Sans JP"/>
              </a:rPr>
              <a:t>そのため、ユーザーが期待する「自然な中間色相・中間彩度」を確実に得られるように、図に示す</a:t>
            </a:r>
            <a:r>
              <a:rPr lang="en-US" sz="1000" dirty="0">
                <a:solidFill>
                  <a:schemeClr val="dk1"/>
                </a:solidFill>
                <a:latin typeface="Noto Sans JP" panose="020B0200000000000000" pitchFamily="50" charset="-128"/>
                <a:ea typeface="Noto Sans JP" panose="020B0200000000000000" pitchFamily="50" charset="-128"/>
                <a:cs typeface="IBM Plex Sans JP"/>
                <a:sym typeface="IBM Plex Sans JP"/>
              </a:rPr>
              <a:t> recommended bridge </a:t>
            </a:r>
            <a:r>
              <a:rPr lang="en-US" sz="1000" dirty="0" err="1">
                <a:solidFill>
                  <a:schemeClr val="dk1"/>
                </a:solidFill>
                <a:latin typeface="Noto Sans JP" panose="020B0200000000000000" pitchFamily="50" charset="-128"/>
                <a:ea typeface="Noto Sans JP" panose="020B0200000000000000" pitchFamily="50" charset="-128"/>
                <a:cs typeface="IBM Plex Sans JP"/>
                <a:sym typeface="IBM Plex Sans JP"/>
              </a:rPr>
              <a:t>filament（推奨ブリッジ色）を追加しています</a:t>
            </a:r>
            <a:r>
              <a:rPr lang="en-US" sz="1000" dirty="0">
                <a:solidFill>
                  <a:schemeClr val="dk1"/>
                </a:solidFill>
                <a:latin typeface="Noto Sans JP" panose="020B0200000000000000" pitchFamily="50" charset="-128"/>
                <a:ea typeface="Noto Sans JP" panose="020B0200000000000000" pitchFamily="50" charset="-128"/>
                <a:cs typeface="IBM Plex Sans JP"/>
                <a:sym typeface="IBM Plex Sans JP"/>
              </a:rPr>
              <a:t>。 </a:t>
            </a:r>
            <a:endParaRPr sz="1000" dirty="0">
              <a:solidFill>
                <a:schemeClr val="dk1"/>
              </a:solidFill>
              <a:latin typeface="Noto Sans JP" panose="020B0200000000000000" pitchFamily="50" charset="-128"/>
              <a:ea typeface="Noto Sans JP" panose="020B0200000000000000" pitchFamily="50" charset="-128"/>
              <a:cs typeface="IBM Plex Sans JP"/>
              <a:sym typeface="IBM Plex Sans JP"/>
            </a:endParaRPr>
          </a:p>
          <a:p>
            <a:pPr marL="0" marR="0" lvl="0" indent="0" algn="l" rtl="0">
              <a:spcBef>
                <a:spcPts val="0"/>
              </a:spcBef>
              <a:spcAft>
                <a:spcPts val="0"/>
              </a:spcAft>
              <a:buNone/>
            </a:pPr>
            <a:endParaRPr sz="1000" b="1" dirty="0">
              <a:solidFill>
                <a:schemeClr val="dk1"/>
              </a:solidFill>
              <a:latin typeface="Noto Sans JP" panose="020B0200000000000000" pitchFamily="50" charset="-128"/>
              <a:ea typeface="Noto Sans JP" panose="020B0200000000000000" pitchFamily="50" charset="-128"/>
              <a:cs typeface="IBM Plex Sans JP"/>
              <a:sym typeface="IBM Plex Sans JP"/>
            </a:endParaRPr>
          </a:p>
        </p:txBody>
      </p:sp>
      <p:sp>
        <p:nvSpPr>
          <p:cNvPr id="173" name="Google Shape;173;p16">
            <a:extLst>
              <a:ext uri="{FF2B5EF4-FFF2-40B4-BE49-F238E27FC236}">
                <a16:creationId xmlns:a16="http://schemas.microsoft.com/office/drawing/2014/main" id="{07F4C22D-7222-0557-B3E1-2A177A9B1C19}"/>
              </a:ext>
            </a:extLst>
          </p:cNvPr>
          <p:cNvSpPr txBox="1"/>
          <p:nvPr/>
        </p:nvSpPr>
        <p:spPr>
          <a:xfrm>
            <a:off x="695070" y="610703"/>
            <a:ext cx="5642100" cy="15393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000" b="1" dirty="0" err="1">
                <a:solidFill>
                  <a:schemeClr val="dk1"/>
                </a:solidFill>
                <a:latin typeface="Noto Sans JP" panose="020B0200000000000000" pitchFamily="50" charset="-128"/>
                <a:ea typeface="Noto Sans JP" panose="020B0200000000000000" pitchFamily="50" charset="-128"/>
                <a:cs typeface="IBM Plex Sans JP"/>
                <a:sym typeface="IBM Plex Sans JP"/>
              </a:rPr>
              <a:t>明度差の大きい組み合わせ（白・黒</a:t>
            </a:r>
            <a:r>
              <a:rPr lang="en-US" sz="1000" b="1" dirty="0">
                <a:solidFill>
                  <a:schemeClr val="dk1"/>
                </a:solidFill>
                <a:latin typeface="Noto Sans JP" panose="020B0200000000000000" pitchFamily="50" charset="-128"/>
                <a:ea typeface="Noto Sans JP" panose="020B0200000000000000" pitchFamily="50" charset="-128"/>
                <a:cs typeface="IBM Plex Sans JP"/>
                <a:sym typeface="IBM Plex Sans JP"/>
              </a:rPr>
              <a:t>）</a:t>
            </a:r>
            <a:endParaRPr sz="1000" b="1" dirty="0">
              <a:solidFill>
                <a:schemeClr val="dk1"/>
              </a:solidFill>
              <a:latin typeface="Noto Sans JP" panose="020B0200000000000000" pitchFamily="50" charset="-128"/>
              <a:ea typeface="Noto Sans JP" panose="020B0200000000000000" pitchFamily="50" charset="-128"/>
              <a:cs typeface="IBM Plex Sans JP"/>
              <a:sym typeface="IBM Plex Sans JP"/>
            </a:endParaRPr>
          </a:p>
          <a:p>
            <a:pPr marL="0" marR="0" lvl="0" indent="0" algn="l" rtl="0">
              <a:spcBef>
                <a:spcPts val="0"/>
              </a:spcBef>
              <a:spcAft>
                <a:spcPts val="0"/>
              </a:spcAft>
              <a:buNone/>
            </a:pPr>
            <a:endParaRPr sz="400" b="1" dirty="0">
              <a:solidFill>
                <a:schemeClr val="dk1"/>
              </a:solidFill>
              <a:latin typeface="Noto Sans JP" panose="020B0200000000000000" pitchFamily="50" charset="-128"/>
              <a:ea typeface="Noto Sans JP" panose="020B0200000000000000" pitchFamily="50" charset="-128"/>
              <a:cs typeface="IBM Plex Sans JP"/>
              <a:sym typeface="IBM Plex Sans JP"/>
            </a:endParaRPr>
          </a:p>
          <a:p>
            <a:pPr marL="0" marR="0" lvl="0" indent="0" algn="l" rtl="0">
              <a:spcBef>
                <a:spcPts val="0"/>
              </a:spcBef>
              <a:spcAft>
                <a:spcPts val="0"/>
              </a:spcAft>
              <a:buNone/>
            </a:pPr>
            <a:r>
              <a:rPr lang="en-US" sz="1000" dirty="0" err="1">
                <a:solidFill>
                  <a:schemeClr val="dk1"/>
                </a:solidFill>
                <a:latin typeface="Noto Sans JP" panose="020B0200000000000000" pitchFamily="50" charset="-128"/>
                <a:ea typeface="Noto Sans JP" panose="020B0200000000000000" pitchFamily="50" charset="-128"/>
                <a:cs typeface="IBM Plex Sans JP"/>
                <a:sym typeface="IBM Plex Sans JP"/>
              </a:rPr>
              <a:t>白と黒の様に明暗差の大きい組合せは明度の低いフィラメントの影響が強くStandardモデルだけでは表現の幅が狭まってし</a:t>
            </a:r>
            <a:r>
              <a:rPr lang="en-US" sz="1000" dirty="0">
                <a:solidFill>
                  <a:schemeClr val="dk1"/>
                </a:solidFill>
                <a:latin typeface="Noto Sans JP" panose="020B0200000000000000" pitchFamily="50" charset="-128"/>
                <a:ea typeface="Noto Sans JP" panose="020B0200000000000000" pitchFamily="50" charset="-128"/>
                <a:cs typeface="IBM Plex Sans JP"/>
                <a:sym typeface="IBM Plex Sans JP"/>
              </a:rPr>
              <a:t> </a:t>
            </a:r>
            <a:r>
              <a:rPr lang="en-US" sz="1000" dirty="0" err="1">
                <a:solidFill>
                  <a:schemeClr val="dk1"/>
                </a:solidFill>
                <a:latin typeface="Noto Sans JP" panose="020B0200000000000000" pitchFamily="50" charset="-128"/>
                <a:ea typeface="Noto Sans JP" panose="020B0200000000000000" pitchFamily="50" charset="-128"/>
                <a:cs typeface="IBM Plex Sans JP"/>
                <a:sym typeface="IBM Plex Sans JP"/>
              </a:rPr>
              <a:t>まいます。このような場合はDetailモデルを活用してください</a:t>
            </a:r>
            <a:r>
              <a:rPr lang="en-US" sz="1000" dirty="0">
                <a:solidFill>
                  <a:schemeClr val="dk1"/>
                </a:solidFill>
                <a:latin typeface="Noto Sans JP" panose="020B0200000000000000" pitchFamily="50" charset="-128"/>
                <a:ea typeface="Noto Sans JP" panose="020B0200000000000000" pitchFamily="50" charset="-128"/>
                <a:cs typeface="IBM Plex Sans JP"/>
                <a:sym typeface="IBM Plex Sans JP"/>
              </a:rPr>
              <a:t>。 </a:t>
            </a:r>
            <a:endParaRPr sz="1000" dirty="0">
              <a:solidFill>
                <a:schemeClr val="dk1"/>
              </a:solidFill>
              <a:latin typeface="Noto Sans JP" panose="020B0200000000000000" pitchFamily="50" charset="-128"/>
              <a:ea typeface="Noto Sans JP" panose="020B0200000000000000" pitchFamily="50" charset="-128"/>
              <a:cs typeface="IBM Plex Sans JP"/>
              <a:sym typeface="IBM Plex Sans JP"/>
            </a:endParaRPr>
          </a:p>
          <a:p>
            <a:pPr marL="0" marR="0" lvl="0" indent="0" algn="l" rtl="0">
              <a:spcBef>
                <a:spcPts val="0"/>
              </a:spcBef>
              <a:spcAft>
                <a:spcPts val="0"/>
              </a:spcAft>
              <a:buNone/>
            </a:pPr>
            <a:endParaRPr sz="1000" dirty="0">
              <a:solidFill>
                <a:schemeClr val="dk1"/>
              </a:solidFill>
              <a:latin typeface="Noto Sans JP" panose="020B0200000000000000" pitchFamily="50" charset="-128"/>
              <a:ea typeface="Noto Sans JP" panose="020B0200000000000000" pitchFamily="50" charset="-128"/>
              <a:cs typeface="IBM Plex Sans JP"/>
              <a:sym typeface="IBM Plex Sans JP"/>
            </a:endParaRPr>
          </a:p>
          <a:p>
            <a:pPr marL="0" marR="0" lvl="0" indent="0" algn="l" rtl="0">
              <a:spcBef>
                <a:spcPts val="0"/>
              </a:spcBef>
              <a:spcAft>
                <a:spcPts val="0"/>
              </a:spcAft>
              <a:buNone/>
            </a:pPr>
            <a:r>
              <a:rPr lang="en-US" sz="1000" dirty="0" err="1">
                <a:solidFill>
                  <a:schemeClr val="dk1"/>
                </a:solidFill>
                <a:latin typeface="Noto Sans JP" panose="020B0200000000000000" pitchFamily="50" charset="-128"/>
                <a:ea typeface="Noto Sans JP" panose="020B0200000000000000" pitchFamily="50" charset="-128"/>
                <a:cs typeface="IBM Plex Sans JP"/>
                <a:sym typeface="IBM Plex Sans JP"/>
              </a:rPr>
              <a:t>印刷中のフィラメントは粘性が高くノズル内で十分な撹拌は行われません。そのため混色フィラメントでの印刷結果がまだらに</a:t>
            </a:r>
            <a:r>
              <a:rPr lang="en-US" sz="1000" dirty="0">
                <a:solidFill>
                  <a:schemeClr val="dk1"/>
                </a:solidFill>
                <a:latin typeface="Noto Sans JP" panose="020B0200000000000000" pitchFamily="50" charset="-128"/>
                <a:ea typeface="Noto Sans JP" panose="020B0200000000000000" pitchFamily="50" charset="-128"/>
                <a:cs typeface="IBM Plex Sans JP"/>
                <a:sym typeface="IBM Plex Sans JP"/>
              </a:rPr>
              <a:t> </a:t>
            </a:r>
            <a:r>
              <a:rPr lang="en-US" sz="1000" dirty="0" err="1">
                <a:solidFill>
                  <a:schemeClr val="dk1"/>
                </a:solidFill>
                <a:latin typeface="Noto Sans JP" panose="020B0200000000000000" pitchFamily="50" charset="-128"/>
                <a:ea typeface="Noto Sans JP" panose="020B0200000000000000" pitchFamily="50" charset="-128"/>
                <a:cs typeface="IBM Plex Sans JP"/>
                <a:sym typeface="IBM Plex Sans JP"/>
              </a:rPr>
              <a:t>なってしまう事があります</a:t>
            </a:r>
            <a:r>
              <a:rPr lang="en-US" sz="1000" dirty="0">
                <a:solidFill>
                  <a:schemeClr val="dk1"/>
                </a:solidFill>
                <a:latin typeface="Noto Sans JP" panose="020B0200000000000000" pitchFamily="50" charset="-128"/>
                <a:ea typeface="Noto Sans JP" panose="020B0200000000000000" pitchFamily="50" charset="-128"/>
                <a:cs typeface="IBM Plex Sans JP"/>
                <a:sym typeface="IBM Plex Sans JP"/>
              </a:rPr>
              <a:t>。 </a:t>
            </a:r>
            <a:endParaRPr sz="1000" dirty="0">
              <a:solidFill>
                <a:schemeClr val="dk1"/>
              </a:solidFill>
              <a:latin typeface="Noto Sans JP" panose="020B0200000000000000" pitchFamily="50" charset="-128"/>
              <a:ea typeface="Noto Sans JP" panose="020B0200000000000000" pitchFamily="50" charset="-128"/>
              <a:cs typeface="IBM Plex Sans JP"/>
              <a:sym typeface="IBM Plex Sans JP"/>
            </a:endParaRPr>
          </a:p>
          <a:p>
            <a:pPr marL="0" marR="0" lvl="0" indent="0" algn="l" rtl="0">
              <a:spcBef>
                <a:spcPts val="0"/>
              </a:spcBef>
              <a:spcAft>
                <a:spcPts val="0"/>
              </a:spcAft>
              <a:buNone/>
            </a:pPr>
            <a:r>
              <a:rPr lang="en-US" sz="1000" dirty="0" err="1">
                <a:solidFill>
                  <a:schemeClr val="dk1"/>
                </a:solidFill>
                <a:latin typeface="Noto Sans JP" panose="020B0200000000000000" pitchFamily="50" charset="-128"/>
                <a:ea typeface="Noto Sans JP" panose="020B0200000000000000" pitchFamily="50" charset="-128"/>
                <a:cs typeface="IBM Plex Sans JP"/>
                <a:sym typeface="IBM Plex Sans JP"/>
              </a:rPr>
              <a:t>明暗差が小さい場合は気づきませんが、明暗差が大きい場合は十分に分かるレベルです。Blend</a:t>
            </a:r>
            <a:r>
              <a:rPr lang="en-US" sz="1000" dirty="0">
                <a:solidFill>
                  <a:schemeClr val="dk1"/>
                </a:solidFill>
                <a:latin typeface="Noto Sans JP" panose="020B0200000000000000" pitchFamily="50" charset="-128"/>
                <a:ea typeface="Noto Sans JP" panose="020B0200000000000000" pitchFamily="50" charset="-128"/>
                <a:cs typeface="IBM Plex Sans JP"/>
                <a:sym typeface="IBM Plex Sans JP"/>
              </a:rPr>
              <a:t> Filament </a:t>
            </a:r>
            <a:r>
              <a:rPr lang="en-US" sz="1000" dirty="0" err="1">
                <a:solidFill>
                  <a:schemeClr val="dk1"/>
                </a:solidFill>
                <a:latin typeface="Noto Sans JP" panose="020B0200000000000000" pitchFamily="50" charset="-128"/>
                <a:ea typeface="Noto Sans JP" panose="020B0200000000000000" pitchFamily="50" charset="-128"/>
                <a:cs typeface="IBM Plex Sans JP"/>
                <a:sym typeface="IBM Plex Sans JP"/>
              </a:rPr>
              <a:t>で薄いグレーの</a:t>
            </a:r>
            <a:r>
              <a:rPr lang="en-US" sz="1000" dirty="0">
                <a:solidFill>
                  <a:schemeClr val="dk1"/>
                </a:solidFill>
                <a:latin typeface="Noto Sans JP" panose="020B0200000000000000" pitchFamily="50" charset="-128"/>
                <a:ea typeface="Noto Sans JP" panose="020B0200000000000000" pitchFamily="50" charset="-128"/>
                <a:cs typeface="IBM Plex Sans JP"/>
                <a:sym typeface="IBM Plex Sans JP"/>
              </a:rPr>
              <a:t> </a:t>
            </a:r>
            <a:r>
              <a:rPr lang="en-US" sz="1000" dirty="0" err="1">
                <a:solidFill>
                  <a:schemeClr val="dk1"/>
                </a:solidFill>
                <a:latin typeface="Noto Sans JP" panose="020B0200000000000000" pitchFamily="50" charset="-128"/>
                <a:ea typeface="Noto Sans JP" panose="020B0200000000000000" pitchFamily="50" charset="-128"/>
                <a:cs typeface="IBM Plex Sans JP"/>
                <a:sym typeface="IBM Plex Sans JP"/>
              </a:rPr>
              <a:t>フィラメントを作成する場合は白と黒よりも白とグレーの組合せを推奨します</a:t>
            </a:r>
            <a:r>
              <a:rPr lang="en-US" sz="1000" dirty="0">
                <a:solidFill>
                  <a:schemeClr val="dk1"/>
                </a:solidFill>
                <a:latin typeface="Noto Sans JP" panose="020B0200000000000000" pitchFamily="50" charset="-128"/>
                <a:ea typeface="Noto Sans JP" panose="020B0200000000000000" pitchFamily="50" charset="-128"/>
                <a:cs typeface="IBM Plex Sans JP"/>
                <a:sym typeface="IBM Plex Sans JP"/>
              </a:rPr>
              <a:t>。 </a:t>
            </a:r>
            <a:endParaRPr sz="1000" dirty="0">
              <a:solidFill>
                <a:schemeClr val="dk1"/>
              </a:solidFill>
              <a:latin typeface="Noto Sans JP" panose="020B0200000000000000" pitchFamily="50" charset="-128"/>
              <a:ea typeface="Noto Sans JP" panose="020B0200000000000000" pitchFamily="50" charset="-128"/>
              <a:cs typeface="IBM Plex Sans JP"/>
              <a:sym typeface="IBM Plex Sans JP"/>
            </a:endParaRPr>
          </a:p>
        </p:txBody>
      </p:sp>
      <p:pic>
        <p:nvPicPr>
          <p:cNvPr id="174" name="Google Shape;174;p16">
            <a:extLst>
              <a:ext uri="{FF2B5EF4-FFF2-40B4-BE49-F238E27FC236}">
                <a16:creationId xmlns:a16="http://schemas.microsoft.com/office/drawing/2014/main" id="{4BE6AEAC-00A8-3E43-44EC-878EEFF8E93F}"/>
              </a:ext>
            </a:extLst>
          </p:cNvPr>
          <p:cNvPicPr preferRelativeResize="0"/>
          <p:nvPr/>
        </p:nvPicPr>
        <p:blipFill>
          <a:blip r:embed="rId3">
            <a:alphaModFix/>
          </a:blip>
          <a:stretch>
            <a:fillRect/>
          </a:stretch>
        </p:blipFill>
        <p:spPr>
          <a:xfrm>
            <a:off x="542588" y="2212973"/>
            <a:ext cx="5772827" cy="1863752"/>
          </a:xfrm>
          <a:prstGeom prst="rect">
            <a:avLst/>
          </a:prstGeom>
          <a:noFill/>
          <a:ln>
            <a:noFill/>
          </a:ln>
        </p:spPr>
      </p:pic>
      <p:sp>
        <p:nvSpPr>
          <p:cNvPr id="175" name="Google Shape;175;p16">
            <a:extLst>
              <a:ext uri="{FF2B5EF4-FFF2-40B4-BE49-F238E27FC236}">
                <a16:creationId xmlns:a16="http://schemas.microsoft.com/office/drawing/2014/main" id="{6D95C384-04BB-E5A5-4904-F8B24FE942E0}"/>
              </a:ext>
            </a:extLst>
          </p:cNvPr>
          <p:cNvSpPr txBox="1"/>
          <p:nvPr/>
        </p:nvSpPr>
        <p:spPr>
          <a:xfrm>
            <a:off x="666532" y="4269345"/>
            <a:ext cx="5642100" cy="12006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b="1" dirty="0" err="1">
                <a:solidFill>
                  <a:schemeClr val="dk1"/>
                </a:solidFill>
                <a:latin typeface="Noto Sans JP" panose="020B0200000000000000" pitchFamily="50" charset="-128"/>
                <a:ea typeface="Noto Sans JP" panose="020B0200000000000000" pitchFamily="50" charset="-128"/>
                <a:cs typeface="IBM Plex Sans JP"/>
                <a:sym typeface="IBM Plex Sans JP"/>
              </a:rPr>
              <a:t>材質による違い</a:t>
            </a:r>
            <a:endParaRPr sz="1200" dirty="0">
              <a:solidFill>
                <a:schemeClr val="dk1"/>
              </a:solidFill>
              <a:latin typeface="Noto Sans JP" panose="020B0200000000000000" pitchFamily="50" charset="-128"/>
              <a:ea typeface="Noto Sans JP" panose="020B0200000000000000" pitchFamily="50" charset="-128"/>
              <a:cs typeface="IBM Plex Sans JP"/>
              <a:sym typeface="IBM Plex Sans JP"/>
            </a:endParaRPr>
          </a:p>
          <a:p>
            <a:pPr marL="0" marR="0" lvl="0" indent="0" algn="l" rtl="0">
              <a:spcBef>
                <a:spcPts val="0"/>
              </a:spcBef>
              <a:spcAft>
                <a:spcPts val="0"/>
              </a:spcAft>
              <a:buNone/>
            </a:pPr>
            <a:endParaRPr sz="600" dirty="0">
              <a:solidFill>
                <a:schemeClr val="dk1"/>
              </a:solidFill>
              <a:latin typeface="Noto Sans JP" panose="020B0200000000000000" pitchFamily="50" charset="-128"/>
              <a:ea typeface="Noto Sans JP" panose="020B0200000000000000" pitchFamily="50" charset="-128"/>
              <a:cs typeface="IBM Plex Sans JP"/>
              <a:sym typeface="IBM Plex Sans JP"/>
            </a:endParaRPr>
          </a:p>
          <a:p>
            <a:pPr marL="0" marR="0" lvl="0" indent="0" algn="l" rtl="0">
              <a:spcBef>
                <a:spcPts val="0"/>
              </a:spcBef>
              <a:spcAft>
                <a:spcPts val="0"/>
              </a:spcAft>
              <a:buNone/>
            </a:pPr>
            <a:r>
              <a:rPr lang="en-US" sz="1000" dirty="0" err="1">
                <a:solidFill>
                  <a:schemeClr val="dk1"/>
                </a:solidFill>
                <a:latin typeface="Noto Sans JP" panose="020B0200000000000000" pitchFamily="50" charset="-128"/>
                <a:ea typeface="Noto Sans JP" panose="020B0200000000000000" pitchFamily="50" charset="-128"/>
                <a:cs typeface="IBM Plex Sans JP"/>
                <a:sym typeface="IBM Plex Sans JP"/>
              </a:rPr>
              <a:t>上記白と黒の印刷結果を見てもらうと分かりますが、PLAの混色結果とPETGの混色結果は異なります</a:t>
            </a:r>
            <a:r>
              <a:rPr lang="en-US" sz="1000" dirty="0">
                <a:solidFill>
                  <a:schemeClr val="dk1"/>
                </a:solidFill>
                <a:latin typeface="Noto Sans JP" panose="020B0200000000000000" pitchFamily="50" charset="-128"/>
                <a:ea typeface="Noto Sans JP" panose="020B0200000000000000" pitchFamily="50" charset="-128"/>
                <a:cs typeface="IBM Plex Sans JP"/>
                <a:sym typeface="IBM Plex Sans JP"/>
              </a:rPr>
              <a:t>。 </a:t>
            </a:r>
            <a:endParaRPr sz="1000" dirty="0">
              <a:solidFill>
                <a:schemeClr val="dk1"/>
              </a:solidFill>
              <a:latin typeface="Noto Sans JP" panose="020B0200000000000000" pitchFamily="50" charset="-128"/>
              <a:ea typeface="Noto Sans JP" panose="020B0200000000000000" pitchFamily="50" charset="-128"/>
              <a:cs typeface="IBM Plex Sans JP"/>
              <a:sym typeface="IBM Plex Sans JP"/>
            </a:endParaRPr>
          </a:p>
          <a:p>
            <a:pPr marL="0" marR="0" lvl="0" indent="0" algn="l" rtl="0">
              <a:spcBef>
                <a:spcPts val="0"/>
              </a:spcBef>
              <a:spcAft>
                <a:spcPts val="0"/>
              </a:spcAft>
              <a:buNone/>
            </a:pPr>
            <a:r>
              <a:rPr lang="en-US" sz="1000" dirty="0" err="1">
                <a:solidFill>
                  <a:schemeClr val="dk1"/>
                </a:solidFill>
                <a:latin typeface="Noto Sans JP" panose="020B0200000000000000" pitchFamily="50" charset="-128"/>
                <a:ea typeface="Noto Sans JP" panose="020B0200000000000000" pitchFamily="50" charset="-128"/>
                <a:cs typeface="IBM Plex Sans JP"/>
                <a:sym typeface="IBM Plex Sans JP"/>
              </a:rPr>
              <a:t>特にPLA</a:t>
            </a:r>
            <a:r>
              <a:rPr lang="en-US" sz="1000" dirty="0">
                <a:solidFill>
                  <a:schemeClr val="dk1"/>
                </a:solidFill>
                <a:latin typeface="Noto Sans JP" panose="020B0200000000000000" pitchFamily="50" charset="-128"/>
                <a:ea typeface="Noto Sans JP" panose="020B0200000000000000" pitchFamily="50" charset="-128"/>
                <a:cs typeface="IBM Plex Sans JP"/>
                <a:sym typeface="IBM Plex Sans JP"/>
              </a:rPr>
              <a:t> </a:t>
            </a:r>
            <a:r>
              <a:rPr lang="en-US" sz="1000" dirty="0" err="1">
                <a:solidFill>
                  <a:schemeClr val="dk1"/>
                </a:solidFill>
                <a:latin typeface="Noto Sans JP" panose="020B0200000000000000" pitchFamily="50" charset="-128"/>
                <a:ea typeface="Noto Sans JP" panose="020B0200000000000000" pitchFamily="50" charset="-128"/>
                <a:cs typeface="IBM Plex Sans JP"/>
                <a:sym typeface="IBM Plex Sans JP"/>
              </a:rPr>
              <a:t>Basicの白は透過性に優れているため、白の影響が極めて低い結果となりました</a:t>
            </a:r>
            <a:r>
              <a:rPr lang="en-US" sz="1000" dirty="0">
                <a:solidFill>
                  <a:schemeClr val="dk1"/>
                </a:solidFill>
                <a:latin typeface="Noto Sans JP" panose="020B0200000000000000" pitchFamily="50" charset="-128"/>
                <a:ea typeface="Noto Sans JP" panose="020B0200000000000000" pitchFamily="50" charset="-128"/>
                <a:cs typeface="IBM Plex Sans JP"/>
                <a:sym typeface="IBM Plex Sans JP"/>
              </a:rPr>
              <a:t>。 </a:t>
            </a:r>
            <a:r>
              <a:rPr lang="en-US" sz="1000" dirty="0" err="1">
                <a:solidFill>
                  <a:schemeClr val="dk1"/>
                </a:solidFill>
                <a:latin typeface="Noto Sans JP" panose="020B0200000000000000" pitchFamily="50" charset="-128"/>
                <a:ea typeface="Noto Sans JP" panose="020B0200000000000000" pitchFamily="50" charset="-128"/>
                <a:cs typeface="IBM Plex Sans JP"/>
                <a:sym typeface="IBM Plex Sans JP"/>
              </a:rPr>
              <a:t>一方でPETG</a:t>
            </a:r>
            <a:r>
              <a:rPr lang="en-US" sz="1000" dirty="0">
                <a:solidFill>
                  <a:schemeClr val="dk1"/>
                </a:solidFill>
                <a:latin typeface="Noto Sans JP" panose="020B0200000000000000" pitchFamily="50" charset="-128"/>
                <a:ea typeface="Noto Sans JP" panose="020B0200000000000000" pitchFamily="50" charset="-128"/>
                <a:cs typeface="IBM Plex Sans JP"/>
                <a:sym typeface="IBM Plex Sans JP"/>
              </a:rPr>
              <a:t> </a:t>
            </a:r>
            <a:r>
              <a:rPr lang="en-US" sz="1000" dirty="0" err="1">
                <a:solidFill>
                  <a:schemeClr val="dk1"/>
                </a:solidFill>
                <a:latin typeface="Noto Sans JP" panose="020B0200000000000000" pitchFamily="50" charset="-128"/>
                <a:ea typeface="Noto Sans JP" panose="020B0200000000000000" pitchFamily="50" charset="-128"/>
                <a:cs typeface="IBM Plex Sans JP"/>
                <a:sym typeface="IBM Plex Sans JP"/>
              </a:rPr>
              <a:t>HTの白は透過性が低く、PLA</a:t>
            </a:r>
            <a:r>
              <a:rPr lang="en-US" sz="1000" dirty="0">
                <a:solidFill>
                  <a:schemeClr val="dk1"/>
                </a:solidFill>
                <a:latin typeface="Noto Sans JP" panose="020B0200000000000000" pitchFamily="50" charset="-128"/>
                <a:ea typeface="Noto Sans JP" panose="020B0200000000000000" pitchFamily="50" charset="-128"/>
                <a:cs typeface="IBM Plex Sans JP"/>
                <a:sym typeface="IBM Plex Sans JP"/>
              </a:rPr>
              <a:t> </a:t>
            </a:r>
            <a:r>
              <a:rPr lang="en-US" sz="1000" dirty="0" err="1">
                <a:solidFill>
                  <a:schemeClr val="dk1"/>
                </a:solidFill>
                <a:latin typeface="Noto Sans JP" panose="020B0200000000000000" pitchFamily="50" charset="-128"/>
                <a:ea typeface="Noto Sans JP" panose="020B0200000000000000" pitchFamily="50" charset="-128"/>
                <a:cs typeface="IBM Plex Sans JP"/>
                <a:sym typeface="IBM Plex Sans JP"/>
              </a:rPr>
              <a:t>Basicよりも白の影響が強い結果となります</a:t>
            </a:r>
            <a:r>
              <a:rPr lang="en-US" sz="1000" dirty="0">
                <a:solidFill>
                  <a:schemeClr val="dk1"/>
                </a:solidFill>
                <a:latin typeface="Noto Sans JP" panose="020B0200000000000000" pitchFamily="50" charset="-128"/>
                <a:ea typeface="Noto Sans JP" panose="020B0200000000000000" pitchFamily="50" charset="-128"/>
                <a:cs typeface="IBM Plex Sans JP"/>
                <a:sym typeface="IBM Plex Sans JP"/>
              </a:rPr>
              <a:t>。 </a:t>
            </a:r>
            <a:endParaRPr sz="1000" dirty="0">
              <a:solidFill>
                <a:schemeClr val="dk1"/>
              </a:solidFill>
              <a:latin typeface="Noto Sans JP" panose="020B0200000000000000" pitchFamily="50" charset="-128"/>
              <a:ea typeface="Noto Sans JP" panose="020B0200000000000000" pitchFamily="50" charset="-128"/>
              <a:cs typeface="IBM Plex Sans JP"/>
              <a:sym typeface="IBM Plex Sans JP"/>
            </a:endParaRPr>
          </a:p>
          <a:p>
            <a:pPr marL="0" marR="0" lvl="0" indent="0" algn="l" rtl="0">
              <a:spcBef>
                <a:spcPts val="0"/>
              </a:spcBef>
              <a:spcAft>
                <a:spcPts val="0"/>
              </a:spcAft>
              <a:buNone/>
            </a:pPr>
            <a:endParaRPr sz="400" dirty="0">
              <a:solidFill>
                <a:schemeClr val="dk1"/>
              </a:solidFill>
              <a:latin typeface="Noto Sans JP" panose="020B0200000000000000" pitchFamily="50" charset="-128"/>
              <a:ea typeface="Noto Sans JP" panose="020B0200000000000000" pitchFamily="50" charset="-128"/>
              <a:cs typeface="IBM Plex Sans JP"/>
              <a:sym typeface="IBM Plex Sans JP"/>
            </a:endParaRPr>
          </a:p>
          <a:p>
            <a:pPr marL="0" marR="0" lvl="0" indent="0" algn="l" rtl="0">
              <a:spcBef>
                <a:spcPts val="0"/>
              </a:spcBef>
              <a:spcAft>
                <a:spcPts val="0"/>
              </a:spcAft>
              <a:buNone/>
            </a:pPr>
            <a:r>
              <a:rPr lang="en-US" sz="1000" dirty="0" err="1">
                <a:solidFill>
                  <a:schemeClr val="dk1"/>
                </a:solidFill>
                <a:latin typeface="Noto Sans JP" panose="020B0200000000000000" pitchFamily="50" charset="-128"/>
                <a:ea typeface="Noto Sans JP" panose="020B0200000000000000" pitchFamily="50" charset="-128"/>
                <a:cs typeface="IBM Plex Sans JP"/>
                <a:sym typeface="IBM Plex Sans JP"/>
              </a:rPr>
              <a:t>混色時にはベースとなるフィラメントの色だけではなく、透過性の影響も受けます</a:t>
            </a:r>
            <a:r>
              <a:rPr lang="en-US" sz="1000" dirty="0">
                <a:solidFill>
                  <a:schemeClr val="dk1"/>
                </a:solidFill>
                <a:latin typeface="Noto Sans JP" panose="020B0200000000000000" pitchFamily="50" charset="-128"/>
                <a:ea typeface="Noto Sans JP" panose="020B0200000000000000" pitchFamily="50" charset="-128"/>
                <a:cs typeface="IBM Plex Sans JP"/>
                <a:sym typeface="IBM Plex Sans JP"/>
              </a:rPr>
              <a:t>。  </a:t>
            </a:r>
            <a:endParaRPr sz="1000" dirty="0">
              <a:solidFill>
                <a:schemeClr val="dk1"/>
              </a:solidFill>
              <a:latin typeface="Noto Sans JP" panose="020B0200000000000000" pitchFamily="50" charset="-128"/>
              <a:ea typeface="Noto Sans JP" panose="020B0200000000000000" pitchFamily="50" charset="-128"/>
              <a:cs typeface="IBM Plex Sans JP"/>
              <a:sym typeface="IBM Plex Sans JP"/>
            </a:endParaRPr>
          </a:p>
        </p:txBody>
      </p:sp>
    </p:spTree>
    <p:extLst>
      <p:ext uri="{BB962C8B-B14F-4D97-AF65-F5344CB8AC3E}">
        <p14:creationId xmlns:p14="http://schemas.microsoft.com/office/powerpoint/2010/main" val="5905355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80">
          <a:extLst>
            <a:ext uri="{FF2B5EF4-FFF2-40B4-BE49-F238E27FC236}">
              <a16:creationId xmlns:a16="http://schemas.microsoft.com/office/drawing/2014/main" id="{9C81FD24-B58B-29A9-7E05-BC79A33AE2FC}"/>
            </a:ext>
          </a:extLst>
        </p:cNvPr>
        <p:cNvGrpSpPr/>
        <p:nvPr/>
      </p:nvGrpSpPr>
      <p:grpSpPr>
        <a:xfrm>
          <a:off x="0" y="0"/>
          <a:ext cx="0" cy="0"/>
          <a:chOff x="0" y="0"/>
          <a:chExt cx="0" cy="0"/>
        </a:xfrm>
      </p:grpSpPr>
      <p:sp>
        <p:nvSpPr>
          <p:cNvPr id="181" name="Google Shape;181;p17">
            <a:extLst>
              <a:ext uri="{FF2B5EF4-FFF2-40B4-BE49-F238E27FC236}">
                <a16:creationId xmlns:a16="http://schemas.microsoft.com/office/drawing/2014/main" id="{9273BBBB-99C2-AB77-42C0-0F6678CFB462}"/>
              </a:ext>
            </a:extLst>
          </p:cNvPr>
          <p:cNvSpPr/>
          <p:nvPr/>
        </p:nvSpPr>
        <p:spPr>
          <a:xfrm>
            <a:off x="51086" y="45268"/>
            <a:ext cx="6790099" cy="9053465"/>
          </a:xfrm>
          <a:prstGeom prst="rect">
            <a:avLst/>
          </a:prstGeom>
          <a:gradFill>
            <a:gsLst>
              <a:gs pos="0">
                <a:srgbClr val="EE00B0"/>
              </a:gs>
              <a:gs pos="10000">
                <a:srgbClr val="EE00B0"/>
              </a:gs>
              <a:gs pos="50000">
                <a:srgbClr val="6200E8"/>
              </a:gs>
              <a:gs pos="90000">
                <a:srgbClr val="0095E5"/>
              </a:gs>
              <a:gs pos="100000">
                <a:srgbClr val="0095E5"/>
              </a:gs>
            </a:gsLst>
            <a:lin ang="18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6" name="フリーフォーム: 図形 5">
            <a:extLst>
              <a:ext uri="{FF2B5EF4-FFF2-40B4-BE49-F238E27FC236}">
                <a16:creationId xmlns:a16="http://schemas.microsoft.com/office/drawing/2014/main" id="{71AAAAE9-1BBD-B7DF-6D99-23E6B134DBE0}"/>
              </a:ext>
            </a:extLst>
          </p:cNvPr>
          <p:cNvSpPr/>
          <p:nvPr/>
        </p:nvSpPr>
        <p:spPr>
          <a:xfrm>
            <a:off x="17051" y="5531"/>
            <a:ext cx="6858000" cy="9144000"/>
          </a:xfrm>
          <a:custGeom>
            <a:avLst/>
            <a:gdLst>
              <a:gd name="csX0" fmla="*/ 3717793 w 6858000"/>
              <a:gd name="csY0" fmla="*/ 8656386 h 9144000"/>
              <a:gd name="csX1" fmla="*/ 3717793 w 6858000"/>
              <a:gd name="csY1" fmla="*/ 8710386 h 9144000"/>
              <a:gd name="csX2" fmla="*/ 6309793 w 6858000"/>
              <a:gd name="csY2" fmla="*/ 8710386 h 9144000"/>
              <a:gd name="csX3" fmla="*/ 6309793 w 6858000"/>
              <a:gd name="csY3" fmla="*/ 8656386 h 9144000"/>
              <a:gd name="csX4" fmla="*/ 537487 w 6858000"/>
              <a:gd name="csY4" fmla="*/ 8656386 h 9144000"/>
              <a:gd name="csX5" fmla="*/ 537487 w 6858000"/>
              <a:gd name="csY5" fmla="*/ 8710386 h 9144000"/>
              <a:gd name="csX6" fmla="*/ 3129487 w 6858000"/>
              <a:gd name="csY6" fmla="*/ 8710386 h 9144000"/>
              <a:gd name="csX7" fmla="*/ 3129487 w 6858000"/>
              <a:gd name="csY7" fmla="*/ 8656386 h 9144000"/>
              <a:gd name="csX8" fmla="*/ 657249 w 6858000"/>
              <a:gd name="csY8" fmla="*/ 6953778 h 9144000"/>
              <a:gd name="csX9" fmla="*/ 594999 w 6858000"/>
              <a:gd name="csY9" fmla="*/ 7018728 h 9144000"/>
              <a:gd name="csX10" fmla="*/ 657249 w 6858000"/>
              <a:gd name="csY10" fmla="*/ 7083678 h 9144000"/>
              <a:gd name="csX11" fmla="*/ 719499 w 6858000"/>
              <a:gd name="csY11" fmla="*/ 7018728 h 9144000"/>
              <a:gd name="csX12" fmla="*/ 657249 w 6858000"/>
              <a:gd name="csY12" fmla="*/ 6953778 h 9144000"/>
              <a:gd name="csX13" fmla="*/ 657245 w 6858000"/>
              <a:gd name="csY13" fmla="*/ 4464919 h 9144000"/>
              <a:gd name="csX14" fmla="*/ 554945 w 6858000"/>
              <a:gd name="csY14" fmla="*/ 4567219 h 9144000"/>
              <a:gd name="csX15" fmla="*/ 657245 w 6858000"/>
              <a:gd name="csY15" fmla="*/ 4669519 h 9144000"/>
              <a:gd name="csX16" fmla="*/ 759545 w 6858000"/>
              <a:gd name="csY16" fmla="*/ 4567219 h 9144000"/>
              <a:gd name="csX17" fmla="*/ 657245 w 6858000"/>
              <a:gd name="csY17" fmla="*/ 4464919 h 9144000"/>
              <a:gd name="csX18" fmla="*/ 537486 w 6858000"/>
              <a:gd name="csY18" fmla="*/ 446937 h 9144000"/>
              <a:gd name="csX19" fmla="*/ 537486 w 6858000"/>
              <a:gd name="csY19" fmla="*/ 500937 h 9144000"/>
              <a:gd name="csX20" fmla="*/ 6293679 w 6858000"/>
              <a:gd name="csY20" fmla="*/ 500937 h 9144000"/>
              <a:gd name="csX21" fmla="*/ 6293679 w 6858000"/>
              <a:gd name="csY21" fmla="*/ 446937 h 9144000"/>
              <a:gd name="csX22" fmla="*/ 0 w 6858000"/>
              <a:gd name="csY22" fmla="*/ 0 h 9144000"/>
              <a:gd name="csX23" fmla="*/ 6858000 w 6858000"/>
              <a:gd name="csY23" fmla="*/ 0 h 9144000"/>
              <a:gd name="csX24" fmla="*/ 6858000 w 6858000"/>
              <a:gd name="csY24" fmla="*/ 9144000 h 9144000"/>
              <a:gd name="csX25" fmla="*/ 0 w 6858000"/>
              <a:gd name="csY25" fmla="*/ 9144000 h 9144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Lst>
            <a:rect l="l" t="t" r="r" b="b"/>
            <a:pathLst>
              <a:path w="6858000" h="9144000">
                <a:moveTo>
                  <a:pt x="3717793" y="8656386"/>
                </a:moveTo>
                <a:lnTo>
                  <a:pt x="3717793" y="8710386"/>
                </a:lnTo>
                <a:lnTo>
                  <a:pt x="6309793" y="8710386"/>
                </a:lnTo>
                <a:lnTo>
                  <a:pt x="6309793" y="8656386"/>
                </a:lnTo>
                <a:close/>
                <a:moveTo>
                  <a:pt x="537487" y="8656386"/>
                </a:moveTo>
                <a:lnTo>
                  <a:pt x="537487" y="8710386"/>
                </a:lnTo>
                <a:lnTo>
                  <a:pt x="3129487" y="8710386"/>
                </a:lnTo>
                <a:lnTo>
                  <a:pt x="3129487" y="8656386"/>
                </a:lnTo>
                <a:close/>
                <a:moveTo>
                  <a:pt x="657249" y="6953778"/>
                </a:moveTo>
                <a:cubicBezTo>
                  <a:pt x="622869" y="6953778"/>
                  <a:pt x="594999" y="6982857"/>
                  <a:pt x="594999" y="7018728"/>
                </a:cubicBezTo>
                <a:cubicBezTo>
                  <a:pt x="594999" y="7054599"/>
                  <a:pt x="622869" y="7083678"/>
                  <a:pt x="657249" y="7083678"/>
                </a:cubicBezTo>
                <a:cubicBezTo>
                  <a:pt x="691629" y="7083678"/>
                  <a:pt x="719499" y="7054599"/>
                  <a:pt x="719499" y="7018728"/>
                </a:cubicBezTo>
                <a:cubicBezTo>
                  <a:pt x="719499" y="6982857"/>
                  <a:pt x="691629" y="6953778"/>
                  <a:pt x="657249" y="6953778"/>
                </a:cubicBezTo>
                <a:close/>
                <a:moveTo>
                  <a:pt x="657245" y="4464919"/>
                </a:moveTo>
                <a:cubicBezTo>
                  <a:pt x="600746" y="4464919"/>
                  <a:pt x="554945" y="4510720"/>
                  <a:pt x="554945" y="4567219"/>
                </a:cubicBezTo>
                <a:cubicBezTo>
                  <a:pt x="554945" y="4623718"/>
                  <a:pt x="600746" y="4669519"/>
                  <a:pt x="657245" y="4669519"/>
                </a:cubicBezTo>
                <a:cubicBezTo>
                  <a:pt x="713744" y="4669519"/>
                  <a:pt x="759545" y="4623718"/>
                  <a:pt x="759545" y="4567219"/>
                </a:cubicBezTo>
                <a:cubicBezTo>
                  <a:pt x="759545" y="4510720"/>
                  <a:pt x="713744" y="4464919"/>
                  <a:pt x="657245" y="4464919"/>
                </a:cubicBezTo>
                <a:close/>
                <a:moveTo>
                  <a:pt x="537486" y="446937"/>
                </a:moveTo>
                <a:lnTo>
                  <a:pt x="537486" y="500937"/>
                </a:lnTo>
                <a:lnTo>
                  <a:pt x="6293679" y="500937"/>
                </a:lnTo>
                <a:lnTo>
                  <a:pt x="6293679" y="446937"/>
                </a:lnTo>
                <a:close/>
                <a:moveTo>
                  <a:pt x="0" y="0"/>
                </a:moveTo>
                <a:lnTo>
                  <a:pt x="6858000" y="0"/>
                </a:lnTo>
                <a:lnTo>
                  <a:pt x="6858000" y="9144000"/>
                </a:lnTo>
                <a:lnTo>
                  <a:pt x="0" y="9144000"/>
                </a:lnTo>
                <a:close/>
              </a:path>
            </a:pathLst>
          </a:cu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91" name="Google Shape;191;p17">
            <a:extLst>
              <a:ext uri="{FF2B5EF4-FFF2-40B4-BE49-F238E27FC236}">
                <a16:creationId xmlns:a16="http://schemas.microsoft.com/office/drawing/2014/main" id="{043B22FF-F932-F4B5-D292-94357590D0CA}"/>
              </a:ext>
            </a:extLst>
          </p:cNvPr>
          <p:cNvSpPr txBox="1"/>
          <p:nvPr/>
        </p:nvSpPr>
        <p:spPr>
          <a:xfrm>
            <a:off x="3163826" y="8511531"/>
            <a:ext cx="575734" cy="369332"/>
          </a:xfrm>
          <a:prstGeom prst="rect">
            <a:avLst/>
          </a:prstGeom>
          <a:noFill/>
          <a:ln>
            <a:noFill/>
          </a:ln>
        </p:spPr>
        <p:txBody>
          <a:bodyPr spcFirstLastPara="1" wrap="square" lIns="91425" tIns="45700" rIns="91425" bIns="45700" anchor="ctr" anchorCtr="0">
            <a:spAutoFit/>
          </a:bodyPr>
          <a:lstStyle/>
          <a:p>
            <a:pPr marL="0" marR="0" lvl="0" indent="0" algn="ctr" rtl="0">
              <a:spcBef>
                <a:spcPts val="0"/>
              </a:spcBef>
              <a:spcAft>
                <a:spcPts val="0"/>
              </a:spcAft>
              <a:buNone/>
            </a:pPr>
            <a:r>
              <a:rPr lang="en-US" sz="1800" dirty="0">
                <a:solidFill>
                  <a:schemeClr val="dk1"/>
                </a:solidFill>
                <a:latin typeface="Jost" pitchFamily="2" charset="0"/>
                <a:ea typeface="Jost" pitchFamily="2" charset="0"/>
                <a:sym typeface="Arial"/>
              </a:rPr>
              <a:t>4</a:t>
            </a:r>
            <a:endParaRPr sz="1800" dirty="0">
              <a:solidFill>
                <a:schemeClr val="dk1"/>
              </a:solidFill>
              <a:latin typeface="Jost" pitchFamily="2" charset="0"/>
              <a:ea typeface="Jost" pitchFamily="2" charset="0"/>
              <a:sym typeface="Arial"/>
            </a:endParaRPr>
          </a:p>
        </p:txBody>
      </p:sp>
      <p:sp>
        <p:nvSpPr>
          <p:cNvPr id="193" name="Google Shape;193;p17">
            <a:extLst>
              <a:ext uri="{FF2B5EF4-FFF2-40B4-BE49-F238E27FC236}">
                <a16:creationId xmlns:a16="http://schemas.microsoft.com/office/drawing/2014/main" id="{8DBCDF84-B670-5804-490F-4E83A4E0C091}"/>
              </a:ext>
            </a:extLst>
          </p:cNvPr>
          <p:cNvSpPr txBox="1"/>
          <p:nvPr/>
        </p:nvSpPr>
        <p:spPr>
          <a:xfrm>
            <a:off x="731981" y="4407439"/>
            <a:ext cx="3097741" cy="40006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dirty="0">
                <a:solidFill>
                  <a:schemeClr val="dk1"/>
                </a:solidFill>
                <a:latin typeface="Noto Sans JP" panose="020B0200000000000000" pitchFamily="50" charset="-128"/>
                <a:ea typeface="Noto Sans JP" panose="020B0200000000000000" pitchFamily="50" charset="-128"/>
                <a:cs typeface="IBM Plex Sans JP SemiBold"/>
                <a:sym typeface="IBM Plex Sans JP SemiBold"/>
              </a:rPr>
              <a:t>５．使用上の注意 </a:t>
            </a:r>
            <a:endParaRPr sz="2400" b="1" dirty="0">
              <a:solidFill>
                <a:schemeClr val="dk1"/>
              </a:solidFill>
              <a:latin typeface="Noto Sans JP" panose="020B0200000000000000" pitchFamily="50" charset="-128"/>
              <a:ea typeface="Noto Sans JP" panose="020B0200000000000000" pitchFamily="50" charset="-128"/>
              <a:cs typeface="IBM Plex Sans JP SemiBold"/>
              <a:sym typeface="IBM Plex Sans JP SemiBold"/>
            </a:endParaRPr>
          </a:p>
        </p:txBody>
      </p:sp>
      <p:sp>
        <p:nvSpPr>
          <p:cNvPr id="194" name="Google Shape;194;p17">
            <a:extLst>
              <a:ext uri="{FF2B5EF4-FFF2-40B4-BE49-F238E27FC236}">
                <a16:creationId xmlns:a16="http://schemas.microsoft.com/office/drawing/2014/main" id="{F33A499D-6AC1-0284-DE40-7EA7BA59810C}"/>
              </a:ext>
            </a:extLst>
          </p:cNvPr>
          <p:cNvSpPr txBox="1"/>
          <p:nvPr/>
        </p:nvSpPr>
        <p:spPr>
          <a:xfrm>
            <a:off x="672873" y="4754382"/>
            <a:ext cx="5649600" cy="7080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000" b="1" dirty="0">
                <a:solidFill>
                  <a:schemeClr val="dk1"/>
                </a:solidFill>
                <a:latin typeface="Noto Sans JP" panose="020B0200000000000000" pitchFamily="50" charset="-128"/>
                <a:ea typeface="Noto Sans JP" panose="020B0200000000000000" pitchFamily="50" charset="-128"/>
                <a:cs typeface="IBM Plex Sans JP"/>
                <a:sym typeface="IBM Plex Sans JP"/>
              </a:rPr>
              <a:t>印刷手順：</a:t>
            </a:r>
            <a:r>
              <a:rPr lang="en-US" sz="1000" dirty="0">
                <a:solidFill>
                  <a:schemeClr val="dk1"/>
                </a:solidFill>
                <a:latin typeface="Noto Sans JP" panose="020B0200000000000000" pitchFamily="50" charset="-128"/>
                <a:ea typeface="Noto Sans JP" panose="020B0200000000000000" pitchFamily="50" charset="-128"/>
                <a:cs typeface="IBM Plex Sans JP"/>
                <a:sym typeface="IBM Plex Sans JP"/>
              </a:rPr>
              <a:t>本モデルは混色フィラメントを作るためのものです。2色の市販のフィラメントを用いて混色フィラメントを印刷＃1します。 この混色フィラメントを使って作りたいモデルを印刷#2します。 </a:t>
            </a:r>
            <a:endParaRPr sz="1000" dirty="0">
              <a:solidFill>
                <a:schemeClr val="dk1"/>
              </a:solidFill>
              <a:latin typeface="Noto Sans JP" panose="020B0200000000000000" pitchFamily="50" charset="-128"/>
              <a:ea typeface="Noto Sans JP" panose="020B0200000000000000" pitchFamily="50" charset="-128"/>
              <a:cs typeface="IBM Plex Sans JP"/>
              <a:sym typeface="IBM Plex Sans JP"/>
            </a:endParaRPr>
          </a:p>
          <a:p>
            <a:pPr marL="0" marR="0" lvl="0" indent="0" algn="l" rtl="0">
              <a:spcBef>
                <a:spcPts val="0"/>
              </a:spcBef>
              <a:spcAft>
                <a:spcPts val="0"/>
              </a:spcAft>
              <a:buNone/>
            </a:pPr>
            <a:r>
              <a:rPr lang="en-US" sz="1000" dirty="0">
                <a:solidFill>
                  <a:schemeClr val="dk1"/>
                </a:solidFill>
                <a:latin typeface="Noto Sans JP" panose="020B0200000000000000" pitchFamily="50" charset="-128"/>
                <a:ea typeface="Noto Sans JP" panose="020B0200000000000000" pitchFamily="50" charset="-128"/>
                <a:cs typeface="IBM Plex Sans JP"/>
                <a:sym typeface="IBM Plex Sans JP"/>
              </a:rPr>
              <a:t>この様に2段階の印刷で作りたい形の物を好きな色で作ることが出来ます。 </a:t>
            </a:r>
            <a:endParaRPr sz="1000" dirty="0">
              <a:latin typeface="Noto Sans JP" panose="020B0200000000000000" pitchFamily="50" charset="-128"/>
              <a:ea typeface="Noto Sans JP" panose="020B0200000000000000" pitchFamily="50" charset="-128"/>
            </a:endParaRPr>
          </a:p>
        </p:txBody>
      </p:sp>
      <p:sp>
        <p:nvSpPr>
          <p:cNvPr id="195" name="Google Shape;195;p17">
            <a:extLst>
              <a:ext uri="{FF2B5EF4-FFF2-40B4-BE49-F238E27FC236}">
                <a16:creationId xmlns:a16="http://schemas.microsoft.com/office/drawing/2014/main" id="{FD8330F1-8E0B-754D-776B-BA7AD6F01243}"/>
              </a:ext>
            </a:extLst>
          </p:cNvPr>
          <p:cNvSpPr txBox="1"/>
          <p:nvPr/>
        </p:nvSpPr>
        <p:spPr>
          <a:xfrm>
            <a:off x="677258" y="694682"/>
            <a:ext cx="5649600" cy="1462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000" dirty="0" err="1">
                <a:solidFill>
                  <a:schemeClr val="dk1"/>
                </a:solidFill>
                <a:latin typeface="Noto Sans JP" panose="020B0200000000000000" pitchFamily="50" charset="-128"/>
                <a:ea typeface="Noto Sans JP" panose="020B0200000000000000" pitchFamily="50" charset="-128"/>
                <a:cs typeface="IBM Plex Sans JP"/>
                <a:sym typeface="IBM Plex Sans JP"/>
              </a:rPr>
              <a:t>Cyan・Magenta・Yellow</a:t>
            </a:r>
            <a:r>
              <a:rPr lang="en-US" sz="1000" dirty="0">
                <a:solidFill>
                  <a:schemeClr val="dk1"/>
                </a:solidFill>
                <a:latin typeface="Noto Sans JP" panose="020B0200000000000000" pitchFamily="50" charset="-128"/>
                <a:ea typeface="Noto Sans JP" panose="020B0200000000000000" pitchFamily="50" charset="-128"/>
                <a:cs typeface="IBM Plex Sans JP"/>
                <a:sym typeface="IBM Plex Sans JP"/>
              </a:rPr>
              <a:t> は、色相環上で等間隔に並んでおり、理想的な組み合わせですが、５０％混合色は彩度若干落ちます。ユーザーによってはイメージする“鮮やかな中間色”から外れるかもしれません。 </a:t>
            </a:r>
            <a:endParaRPr sz="1000" dirty="0">
              <a:solidFill>
                <a:schemeClr val="dk1"/>
              </a:solidFill>
              <a:latin typeface="Noto Sans JP" panose="020B0200000000000000" pitchFamily="50" charset="-128"/>
              <a:ea typeface="Noto Sans JP" panose="020B0200000000000000" pitchFamily="50" charset="-128"/>
              <a:cs typeface="IBM Plex Sans JP"/>
              <a:sym typeface="IBM Plex Sans JP"/>
            </a:endParaRPr>
          </a:p>
          <a:p>
            <a:pPr marL="0" marR="0" lvl="0" indent="0" algn="l" rtl="0">
              <a:spcBef>
                <a:spcPts val="0"/>
              </a:spcBef>
              <a:spcAft>
                <a:spcPts val="0"/>
              </a:spcAft>
              <a:buNone/>
            </a:pPr>
            <a:r>
              <a:rPr lang="en-US" sz="1000" dirty="0" err="1">
                <a:solidFill>
                  <a:schemeClr val="dk1"/>
                </a:solidFill>
                <a:latin typeface="Noto Sans JP" panose="020B0200000000000000" pitchFamily="50" charset="-128"/>
                <a:ea typeface="Noto Sans JP" panose="020B0200000000000000" pitchFamily="50" charset="-128"/>
                <a:cs typeface="IBM Plex Sans JP"/>
                <a:sym typeface="IBM Plex Sans JP"/>
              </a:rPr>
              <a:t>また、Jade</a:t>
            </a:r>
            <a:r>
              <a:rPr lang="en-US" sz="1000" dirty="0">
                <a:solidFill>
                  <a:schemeClr val="dk1"/>
                </a:solidFill>
                <a:latin typeface="Noto Sans JP" panose="020B0200000000000000" pitchFamily="50" charset="-128"/>
                <a:ea typeface="Noto Sans JP" panose="020B0200000000000000" pitchFamily="50" charset="-128"/>
                <a:cs typeface="IBM Plex Sans JP"/>
                <a:sym typeface="IBM Plex Sans JP"/>
              </a:rPr>
              <a:t> White </a:t>
            </a:r>
            <a:r>
              <a:rPr lang="en-US" sz="1000" dirty="0" err="1">
                <a:solidFill>
                  <a:schemeClr val="dk1"/>
                </a:solidFill>
                <a:latin typeface="Noto Sans JP" panose="020B0200000000000000" pitchFamily="50" charset="-128"/>
                <a:ea typeface="Noto Sans JP" panose="020B0200000000000000" pitchFamily="50" charset="-128"/>
                <a:cs typeface="IBM Plex Sans JP"/>
                <a:sym typeface="IBM Plex Sans JP"/>
              </a:rPr>
              <a:t>とBlack</a:t>
            </a:r>
            <a:r>
              <a:rPr lang="en-US" sz="1000" dirty="0">
                <a:solidFill>
                  <a:schemeClr val="dk1"/>
                </a:solidFill>
                <a:latin typeface="Noto Sans JP" panose="020B0200000000000000" pitchFamily="50" charset="-128"/>
                <a:ea typeface="Noto Sans JP" panose="020B0200000000000000" pitchFamily="50" charset="-128"/>
                <a:cs typeface="IBM Plex Sans JP"/>
                <a:sym typeface="IBM Plex Sans JP"/>
              </a:rPr>
              <a:t> </a:t>
            </a:r>
            <a:r>
              <a:rPr lang="en-US" sz="1000" dirty="0" err="1">
                <a:solidFill>
                  <a:schemeClr val="dk1"/>
                </a:solidFill>
                <a:latin typeface="Noto Sans JP" panose="020B0200000000000000" pitchFamily="50" charset="-128"/>
                <a:ea typeface="Noto Sans JP" panose="020B0200000000000000" pitchFamily="50" charset="-128"/>
                <a:cs typeface="IBM Plex Sans JP"/>
                <a:sym typeface="IBM Plex Sans JP"/>
              </a:rPr>
              <a:t>は明度差が大きくまだらになってしまう傾向にあります</a:t>
            </a:r>
            <a:r>
              <a:rPr lang="en-US" sz="1000" dirty="0">
                <a:solidFill>
                  <a:schemeClr val="dk1"/>
                </a:solidFill>
                <a:latin typeface="Noto Sans JP" panose="020B0200000000000000" pitchFamily="50" charset="-128"/>
                <a:ea typeface="Noto Sans JP" panose="020B0200000000000000" pitchFamily="50" charset="-128"/>
                <a:cs typeface="IBM Plex Sans JP"/>
                <a:sym typeface="IBM Plex Sans JP"/>
              </a:rPr>
              <a:t>。 </a:t>
            </a:r>
            <a:endParaRPr sz="1000" dirty="0">
              <a:solidFill>
                <a:schemeClr val="dk1"/>
              </a:solidFill>
              <a:latin typeface="Noto Sans JP" panose="020B0200000000000000" pitchFamily="50" charset="-128"/>
              <a:ea typeface="Noto Sans JP" panose="020B0200000000000000" pitchFamily="50" charset="-128"/>
              <a:cs typeface="IBM Plex Sans JP"/>
              <a:sym typeface="IBM Plex Sans JP"/>
            </a:endParaRPr>
          </a:p>
          <a:p>
            <a:pPr marL="0" marR="0" lvl="0" indent="0" algn="l" rtl="0">
              <a:spcBef>
                <a:spcPts val="0"/>
              </a:spcBef>
              <a:spcAft>
                <a:spcPts val="0"/>
              </a:spcAft>
              <a:buNone/>
            </a:pPr>
            <a:endParaRPr sz="1000" dirty="0">
              <a:solidFill>
                <a:schemeClr val="dk1"/>
              </a:solidFill>
              <a:latin typeface="Noto Sans JP" panose="020B0200000000000000" pitchFamily="50" charset="-128"/>
              <a:ea typeface="Noto Sans JP" panose="020B0200000000000000" pitchFamily="50" charset="-128"/>
              <a:cs typeface="IBM Plex Sans JP"/>
              <a:sym typeface="IBM Plex Sans JP"/>
            </a:endParaRPr>
          </a:p>
          <a:p>
            <a:pPr marL="0" marR="0" lvl="0" indent="0" algn="l" rtl="0">
              <a:spcBef>
                <a:spcPts val="0"/>
              </a:spcBef>
              <a:spcAft>
                <a:spcPts val="0"/>
              </a:spcAft>
              <a:buNone/>
            </a:pPr>
            <a:r>
              <a:rPr lang="en-US" sz="1000" dirty="0" err="1">
                <a:solidFill>
                  <a:schemeClr val="dk1"/>
                </a:solidFill>
                <a:latin typeface="Noto Sans JP" panose="020B0200000000000000" pitchFamily="50" charset="-128"/>
                <a:ea typeface="Noto Sans JP" panose="020B0200000000000000" pitchFamily="50" charset="-128"/>
                <a:cs typeface="IBM Plex Sans JP"/>
                <a:sym typeface="IBM Plex Sans JP"/>
              </a:rPr>
              <a:t>そこで、これらの区間に対しては</a:t>
            </a:r>
            <a:r>
              <a:rPr lang="en-US" sz="1000" dirty="0">
                <a:solidFill>
                  <a:schemeClr val="dk1"/>
                </a:solidFill>
                <a:latin typeface="Noto Sans JP" panose="020B0200000000000000" pitchFamily="50" charset="-128"/>
                <a:ea typeface="Noto Sans JP" panose="020B0200000000000000" pitchFamily="50" charset="-128"/>
                <a:cs typeface="IBM Plex Sans JP"/>
                <a:sym typeface="IBM Plex Sans JP"/>
              </a:rPr>
              <a:t> ： </a:t>
            </a:r>
            <a:r>
              <a:rPr lang="en-US" sz="900" dirty="0">
                <a:solidFill>
                  <a:schemeClr val="dk1"/>
                </a:solidFill>
                <a:latin typeface="Noto Sans JP" panose="020B0200000000000000" pitchFamily="50" charset="-128"/>
                <a:ea typeface="Noto Sans JP" panose="020B0200000000000000" pitchFamily="50" charset="-128"/>
                <a:cs typeface="IBM Plex Sans JP"/>
                <a:sym typeface="IBM Plex Sans JP"/>
              </a:rPr>
              <a:t>Cyan–Yellow → Bamboo Green, </a:t>
            </a:r>
            <a:endParaRPr sz="900" dirty="0">
              <a:solidFill>
                <a:schemeClr val="dk1"/>
              </a:solidFill>
              <a:latin typeface="Noto Sans JP" panose="020B0200000000000000" pitchFamily="50" charset="-128"/>
              <a:ea typeface="Noto Sans JP" panose="020B0200000000000000" pitchFamily="50" charset="-128"/>
              <a:cs typeface="IBM Plex Sans JP"/>
              <a:sym typeface="IBM Plex Sans JP"/>
            </a:endParaRPr>
          </a:p>
          <a:p>
            <a:pPr marL="0" marR="0" lvl="0" indent="0" algn="l" rtl="0">
              <a:spcBef>
                <a:spcPts val="0"/>
              </a:spcBef>
              <a:spcAft>
                <a:spcPts val="0"/>
              </a:spcAft>
              <a:buNone/>
            </a:pPr>
            <a:r>
              <a:rPr lang="en-US" sz="1000" dirty="0">
                <a:solidFill>
                  <a:schemeClr val="dk1"/>
                </a:solidFill>
                <a:latin typeface="Noto Sans JP" panose="020B0200000000000000" pitchFamily="50" charset="-128"/>
                <a:ea typeface="Noto Sans JP" panose="020B0200000000000000" pitchFamily="50" charset="-128"/>
                <a:cs typeface="IBM Plex Sans JP"/>
                <a:sym typeface="IBM Plex Sans JP"/>
              </a:rPr>
              <a:t>                                                                         </a:t>
            </a:r>
            <a:r>
              <a:rPr lang="en-US" sz="900" dirty="0">
                <a:solidFill>
                  <a:schemeClr val="dk1"/>
                </a:solidFill>
                <a:latin typeface="Noto Sans JP" panose="020B0200000000000000" pitchFamily="50" charset="-128"/>
                <a:ea typeface="Noto Sans JP" panose="020B0200000000000000" pitchFamily="50" charset="-128"/>
                <a:cs typeface="IBM Plex Sans JP"/>
                <a:sym typeface="IBM Plex Sans JP"/>
              </a:rPr>
              <a:t>Magenta-Cyan → Purple ,</a:t>
            </a:r>
            <a:endParaRPr sz="900" dirty="0">
              <a:solidFill>
                <a:schemeClr val="dk1"/>
              </a:solidFill>
              <a:latin typeface="Noto Sans JP" panose="020B0200000000000000" pitchFamily="50" charset="-128"/>
              <a:ea typeface="Noto Sans JP" panose="020B0200000000000000" pitchFamily="50" charset="-128"/>
              <a:cs typeface="IBM Plex Sans JP"/>
              <a:sym typeface="IBM Plex Sans JP"/>
            </a:endParaRPr>
          </a:p>
          <a:p>
            <a:pPr marL="0" marR="0" lvl="0" indent="0" algn="l" rtl="0">
              <a:spcBef>
                <a:spcPts val="0"/>
              </a:spcBef>
              <a:spcAft>
                <a:spcPts val="0"/>
              </a:spcAft>
              <a:buNone/>
            </a:pPr>
            <a:endParaRPr sz="900" dirty="0">
              <a:solidFill>
                <a:schemeClr val="dk1"/>
              </a:solidFill>
              <a:latin typeface="Noto Sans JP" panose="020B0200000000000000" pitchFamily="50" charset="-128"/>
              <a:ea typeface="Noto Sans JP" panose="020B0200000000000000" pitchFamily="50" charset="-128"/>
              <a:cs typeface="IBM Plex Sans JP"/>
              <a:sym typeface="IBM Plex Sans JP"/>
            </a:endParaRPr>
          </a:p>
          <a:p>
            <a:pPr marL="0" marR="0" lvl="0" indent="0" algn="l" rtl="0">
              <a:spcBef>
                <a:spcPts val="0"/>
              </a:spcBef>
              <a:spcAft>
                <a:spcPts val="0"/>
              </a:spcAft>
              <a:buNone/>
            </a:pPr>
            <a:r>
              <a:rPr lang="en-US" sz="1000" dirty="0" err="1">
                <a:solidFill>
                  <a:schemeClr val="dk1"/>
                </a:solidFill>
                <a:latin typeface="Noto Sans JP" panose="020B0200000000000000" pitchFamily="50" charset="-128"/>
                <a:ea typeface="Noto Sans JP" panose="020B0200000000000000" pitchFamily="50" charset="-128"/>
                <a:cs typeface="IBM Plex Sans JP"/>
                <a:sym typeface="IBM Plex Sans JP"/>
              </a:rPr>
              <a:t>といったブリッジ色</a:t>
            </a:r>
            <a:r>
              <a:rPr lang="en-US" sz="1000" dirty="0">
                <a:solidFill>
                  <a:schemeClr val="dk1"/>
                </a:solidFill>
                <a:latin typeface="Noto Sans JP" panose="020B0200000000000000" pitchFamily="50" charset="-128"/>
                <a:ea typeface="Noto Sans JP" panose="020B0200000000000000" pitchFamily="50" charset="-128"/>
                <a:cs typeface="IBM Plex Sans JP"/>
                <a:sym typeface="IBM Plex Sans JP"/>
              </a:rPr>
              <a:t>(</a:t>
            </a:r>
            <a:r>
              <a:rPr lang="en-US" sz="1000" dirty="0" err="1">
                <a:solidFill>
                  <a:schemeClr val="dk1"/>
                </a:solidFill>
                <a:latin typeface="Noto Sans JP" panose="020B0200000000000000" pitchFamily="50" charset="-128"/>
                <a:ea typeface="Noto Sans JP" panose="020B0200000000000000" pitchFamily="50" charset="-128"/>
                <a:cs typeface="IBM Plex Sans JP"/>
                <a:sym typeface="IBM Plex Sans JP"/>
              </a:rPr>
              <a:t>フィラメント</a:t>
            </a:r>
            <a:r>
              <a:rPr lang="en-US" sz="1000" dirty="0">
                <a:solidFill>
                  <a:schemeClr val="dk1"/>
                </a:solidFill>
                <a:latin typeface="Noto Sans JP" panose="020B0200000000000000" pitchFamily="50" charset="-128"/>
                <a:ea typeface="Noto Sans JP" panose="020B0200000000000000" pitchFamily="50" charset="-128"/>
                <a:cs typeface="IBM Plex Sans JP"/>
                <a:sym typeface="IBM Plex Sans JP"/>
              </a:rPr>
              <a:t>)</a:t>
            </a:r>
            <a:r>
              <a:rPr lang="en-US" sz="1000" dirty="0" err="1">
                <a:solidFill>
                  <a:schemeClr val="dk1"/>
                </a:solidFill>
                <a:latin typeface="Noto Sans JP" panose="020B0200000000000000" pitchFamily="50" charset="-128"/>
                <a:ea typeface="Noto Sans JP" panose="020B0200000000000000" pitchFamily="50" charset="-128"/>
                <a:cs typeface="IBM Plex Sans JP"/>
                <a:sym typeface="IBM Plex Sans JP"/>
              </a:rPr>
              <a:t>を提案いたします</a:t>
            </a:r>
            <a:r>
              <a:rPr lang="en-US" sz="1000" dirty="0">
                <a:solidFill>
                  <a:schemeClr val="dk1"/>
                </a:solidFill>
                <a:latin typeface="Noto Sans JP" panose="020B0200000000000000" pitchFamily="50" charset="-128"/>
                <a:ea typeface="Noto Sans JP" panose="020B0200000000000000" pitchFamily="50" charset="-128"/>
                <a:cs typeface="IBM Plex Sans JP"/>
                <a:sym typeface="IBM Plex Sans JP"/>
              </a:rPr>
              <a:t>。 </a:t>
            </a:r>
            <a:endParaRPr sz="1000" b="1" dirty="0">
              <a:solidFill>
                <a:schemeClr val="dk1"/>
              </a:solidFill>
              <a:latin typeface="Noto Sans JP" panose="020B0200000000000000" pitchFamily="50" charset="-128"/>
              <a:ea typeface="Noto Sans JP" panose="020B0200000000000000" pitchFamily="50" charset="-128"/>
              <a:cs typeface="IBM Plex Sans JP"/>
              <a:sym typeface="IBM Plex Sans JP"/>
            </a:endParaRPr>
          </a:p>
        </p:txBody>
      </p:sp>
      <p:sp>
        <p:nvSpPr>
          <p:cNvPr id="196" name="Google Shape;196;p17">
            <a:extLst>
              <a:ext uri="{FF2B5EF4-FFF2-40B4-BE49-F238E27FC236}">
                <a16:creationId xmlns:a16="http://schemas.microsoft.com/office/drawing/2014/main" id="{EE1507CE-388D-E94A-0B76-C130B54C6801}"/>
              </a:ext>
            </a:extLst>
          </p:cNvPr>
          <p:cNvSpPr txBox="1"/>
          <p:nvPr/>
        </p:nvSpPr>
        <p:spPr>
          <a:xfrm>
            <a:off x="4590934" y="1475548"/>
            <a:ext cx="1664700" cy="3693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900">
                <a:solidFill>
                  <a:schemeClr val="dk1"/>
                </a:solidFill>
                <a:latin typeface="IBM Plex Sans JP"/>
                <a:ea typeface="IBM Plex Sans JP"/>
                <a:cs typeface="IBM Plex Sans JP"/>
                <a:sym typeface="IBM Plex Sans JP"/>
              </a:rPr>
              <a:t>Yellow–Magenta → Orange </a:t>
            </a:r>
            <a:endParaRPr sz="900">
              <a:solidFill>
                <a:schemeClr val="dk1"/>
              </a:solidFill>
              <a:latin typeface="IBM Plex Sans JP"/>
              <a:ea typeface="IBM Plex Sans JP"/>
              <a:cs typeface="IBM Plex Sans JP"/>
              <a:sym typeface="IBM Plex Sans JP"/>
            </a:endParaRPr>
          </a:p>
          <a:p>
            <a:pPr marL="0" marR="0" lvl="0" indent="0" algn="l" rtl="0">
              <a:spcBef>
                <a:spcPts val="0"/>
              </a:spcBef>
              <a:spcAft>
                <a:spcPts val="0"/>
              </a:spcAft>
              <a:buNone/>
            </a:pPr>
            <a:r>
              <a:rPr lang="en-US" sz="900">
                <a:solidFill>
                  <a:schemeClr val="dk1"/>
                </a:solidFill>
                <a:latin typeface="IBM Plex Sans JP"/>
                <a:ea typeface="IBM Plex Sans JP"/>
                <a:cs typeface="IBM Plex Sans JP"/>
                <a:sym typeface="IBM Plex Sans JP"/>
              </a:rPr>
              <a:t>Jade White-Black → Gray </a:t>
            </a:r>
            <a:endParaRPr sz="900">
              <a:solidFill>
                <a:schemeClr val="dk1"/>
              </a:solidFill>
              <a:latin typeface="IBM Plex Sans JP"/>
              <a:ea typeface="IBM Plex Sans JP"/>
              <a:cs typeface="IBM Plex Sans JP"/>
              <a:sym typeface="IBM Plex Sans JP"/>
            </a:endParaRPr>
          </a:p>
        </p:txBody>
      </p:sp>
      <p:pic>
        <p:nvPicPr>
          <p:cNvPr id="197" name="Google Shape;197;p17">
            <a:extLst>
              <a:ext uri="{FF2B5EF4-FFF2-40B4-BE49-F238E27FC236}">
                <a16:creationId xmlns:a16="http://schemas.microsoft.com/office/drawing/2014/main" id="{DEA6D3DB-A8B9-4CD7-A174-D55D36CD8CFD}"/>
              </a:ext>
            </a:extLst>
          </p:cNvPr>
          <p:cNvPicPr preferRelativeResize="0"/>
          <p:nvPr/>
        </p:nvPicPr>
        <p:blipFill>
          <a:blip r:embed="rId3">
            <a:alphaModFix/>
          </a:blip>
          <a:stretch>
            <a:fillRect/>
          </a:stretch>
        </p:blipFill>
        <p:spPr>
          <a:xfrm>
            <a:off x="785500" y="2258112"/>
            <a:ext cx="5536976" cy="2111324"/>
          </a:xfrm>
          <a:prstGeom prst="rect">
            <a:avLst/>
          </a:prstGeom>
          <a:noFill/>
          <a:ln>
            <a:noFill/>
          </a:ln>
        </p:spPr>
      </p:pic>
      <p:pic>
        <p:nvPicPr>
          <p:cNvPr id="199" name="Google Shape;199;p17">
            <a:extLst>
              <a:ext uri="{FF2B5EF4-FFF2-40B4-BE49-F238E27FC236}">
                <a16:creationId xmlns:a16="http://schemas.microsoft.com/office/drawing/2014/main" id="{7BD12271-DDF2-9145-4943-1C91B617B8F7}"/>
              </a:ext>
            </a:extLst>
          </p:cNvPr>
          <p:cNvPicPr preferRelativeResize="0"/>
          <p:nvPr/>
        </p:nvPicPr>
        <p:blipFill>
          <a:blip r:embed="rId4">
            <a:alphaModFix/>
          </a:blip>
          <a:stretch>
            <a:fillRect/>
          </a:stretch>
        </p:blipFill>
        <p:spPr>
          <a:xfrm>
            <a:off x="689488" y="5489451"/>
            <a:ext cx="5479024" cy="1295775"/>
          </a:xfrm>
          <a:prstGeom prst="rect">
            <a:avLst/>
          </a:prstGeom>
          <a:noFill/>
          <a:ln>
            <a:noFill/>
          </a:ln>
        </p:spPr>
      </p:pic>
      <p:sp>
        <p:nvSpPr>
          <p:cNvPr id="200" name="Google Shape;200;p17">
            <a:extLst>
              <a:ext uri="{FF2B5EF4-FFF2-40B4-BE49-F238E27FC236}">
                <a16:creationId xmlns:a16="http://schemas.microsoft.com/office/drawing/2014/main" id="{EFDE0C16-EBE7-3BB4-D01D-BA55162775DF}"/>
              </a:ext>
            </a:extLst>
          </p:cNvPr>
          <p:cNvSpPr txBox="1"/>
          <p:nvPr/>
        </p:nvSpPr>
        <p:spPr>
          <a:xfrm>
            <a:off x="672873" y="6904231"/>
            <a:ext cx="5649600" cy="1462200"/>
          </a:xfrm>
          <a:prstGeom prst="rect">
            <a:avLst/>
          </a:prstGeom>
          <a:noFill/>
          <a:ln>
            <a:noFill/>
          </a:ln>
        </p:spPr>
        <p:txBody>
          <a:bodyPr spcFirstLastPara="1" wrap="square" lIns="91425" tIns="45700" rIns="91425" bIns="45700" anchor="t" anchorCtr="0">
            <a:spAutoFit/>
          </a:bodyPr>
          <a:lstStyle/>
          <a:p>
            <a:pPr marL="0" lvl="0" indent="0" algn="l" rtl="0">
              <a:spcBef>
                <a:spcPts val="0"/>
              </a:spcBef>
              <a:spcAft>
                <a:spcPts val="0"/>
              </a:spcAft>
              <a:buNone/>
            </a:pPr>
            <a:r>
              <a:rPr lang="en-US" sz="1200" b="1" dirty="0" err="1">
                <a:latin typeface="Noto Sans JP" panose="020B0200000000000000" pitchFamily="50" charset="-128"/>
                <a:ea typeface="Noto Sans JP" panose="020B0200000000000000" pitchFamily="50" charset="-128"/>
              </a:rPr>
              <a:t>印刷</a:t>
            </a:r>
            <a:r>
              <a:rPr lang="en-US" sz="1200" b="1" dirty="0">
                <a:latin typeface="Noto Sans JP" panose="020B0200000000000000" pitchFamily="50" charset="-128"/>
                <a:ea typeface="Noto Sans JP" panose="020B0200000000000000" pitchFamily="50" charset="-128"/>
              </a:rPr>
              <a:t> #1（Blend Filament </a:t>
            </a:r>
            <a:r>
              <a:rPr lang="en-US" sz="1200" b="1" dirty="0" err="1">
                <a:latin typeface="Noto Sans JP" panose="020B0200000000000000" pitchFamily="50" charset="-128"/>
                <a:ea typeface="Noto Sans JP" panose="020B0200000000000000" pitchFamily="50" charset="-128"/>
              </a:rPr>
              <a:t>の印刷）前</a:t>
            </a:r>
            <a:endParaRPr sz="1200" b="1" dirty="0">
              <a:latin typeface="Noto Sans JP" panose="020B0200000000000000" pitchFamily="50" charset="-128"/>
              <a:ea typeface="Noto Sans JP" panose="020B0200000000000000" pitchFamily="50" charset="-128"/>
            </a:endParaRPr>
          </a:p>
          <a:p>
            <a:pPr marL="0" lvl="0" indent="0" algn="l" rtl="0">
              <a:spcBef>
                <a:spcPts val="0"/>
              </a:spcBef>
              <a:spcAft>
                <a:spcPts val="0"/>
              </a:spcAft>
              <a:buNone/>
            </a:pPr>
            <a:endParaRPr sz="500" b="1" dirty="0">
              <a:latin typeface="Noto Sans JP" panose="020B0200000000000000" pitchFamily="50" charset="-128"/>
              <a:ea typeface="Noto Sans JP" panose="020B0200000000000000" pitchFamily="50" charset="-128"/>
            </a:endParaRPr>
          </a:p>
          <a:p>
            <a:pPr marL="0" lvl="0" indent="0" algn="l" rtl="0">
              <a:spcBef>
                <a:spcPts val="0"/>
              </a:spcBef>
              <a:spcAft>
                <a:spcPts val="0"/>
              </a:spcAft>
              <a:buNone/>
            </a:pPr>
            <a:r>
              <a:rPr lang="en-US" sz="1000" b="1" dirty="0" err="1">
                <a:latin typeface="Noto Sans JP" panose="020B0200000000000000" pitchFamily="50" charset="-128"/>
                <a:ea typeface="Noto Sans JP" panose="020B0200000000000000" pitchFamily="50" charset="-128"/>
              </a:rPr>
              <a:t>必須の項目</a:t>
            </a:r>
            <a:r>
              <a:rPr lang="en-US" sz="1000" b="1" dirty="0">
                <a:latin typeface="Noto Sans JP" panose="020B0200000000000000" pitchFamily="50" charset="-128"/>
                <a:ea typeface="Noto Sans JP" panose="020B0200000000000000" pitchFamily="50" charset="-128"/>
              </a:rPr>
              <a:t> </a:t>
            </a:r>
            <a:endParaRPr sz="1000" b="1" dirty="0">
              <a:latin typeface="Noto Sans JP" panose="020B0200000000000000" pitchFamily="50" charset="-128"/>
              <a:ea typeface="Noto Sans JP" panose="020B0200000000000000" pitchFamily="50" charset="-128"/>
            </a:endParaRPr>
          </a:p>
          <a:p>
            <a:pPr marL="0" lvl="0" indent="0" algn="l" rtl="0">
              <a:spcBef>
                <a:spcPts val="0"/>
              </a:spcBef>
              <a:spcAft>
                <a:spcPts val="0"/>
              </a:spcAft>
              <a:buNone/>
            </a:pPr>
            <a:endParaRPr sz="400" b="1" dirty="0">
              <a:latin typeface="Noto Sans JP" panose="020B0200000000000000" pitchFamily="50" charset="-128"/>
              <a:ea typeface="Noto Sans JP" panose="020B0200000000000000" pitchFamily="50" charset="-128"/>
            </a:endParaRPr>
          </a:p>
          <a:p>
            <a:pPr marL="0" lvl="0" indent="0" algn="l" rtl="0">
              <a:spcBef>
                <a:spcPts val="0"/>
              </a:spcBef>
              <a:spcAft>
                <a:spcPts val="0"/>
              </a:spcAft>
              <a:buNone/>
            </a:pPr>
            <a:r>
              <a:rPr lang="en-US" sz="1000" dirty="0">
                <a:latin typeface="Noto Sans JP" panose="020B0200000000000000" pitchFamily="50" charset="-128"/>
                <a:ea typeface="Noto Sans JP" panose="020B0200000000000000" pitchFamily="50" charset="-128"/>
              </a:rPr>
              <a:t>・AMS </a:t>
            </a:r>
            <a:r>
              <a:rPr lang="en-US" sz="1000" dirty="0" err="1">
                <a:latin typeface="Noto Sans JP" panose="020B0200000000000000" pitchFamily="50" charset="-128"/>
                <a:ea typeface="Noto Sans JP" panose="020B0200000000000000" pitchFamily="50" charset="-128"/>
              </a:rPr>
              <a:t>必須</a:t>
            </a:r>
            <a:r>
              <a:rPr lang="en-US" sz="1000" dirty="0">
                <a:latin typeface="Noto Sans JP" panose="020B0200000000000000" pitchFamily="50" charset="-128"/>
                <a:ea typeface="Noto Sans JP" panose="020B0200000000000000" pitchFamily="50" charset="-128"/>
              </a:rPr>
              <a:t> </a:t>
            </a:r>
            <a:endParaRPr sz="1000" dirty="0">
              <a:latin typeface="Noto Sans JP" panose="020B0200000000000000" pitchFamily="50" charset="-128"/>
              <a:ea typeface="Noto Sans JP" panose="020B0200000000000000" pitchFamily="50" charset="-128"/>
            </a:endParaRPr>
          </a:p>
          <a:p>
            <a:pPr marL="0" lvl="0" indent="0" algn="l" rtl="0">
              <a:spcBef>
                <a:spcPts val="0"/>
              </a:spcBef>
              <a:spcAft>
                <a:spcPts val="0"/>
              </a:spcAft>
              <a:buNone/>
            </a:pPr>
            <a:r>
              <a:rPr lang="en-US" sz="900" dirty="0">
                <a:latin typeface="Noto Sans JP" panose="020B0200000000000000" pitchFamily="50" charset="-128"/>
                <a:ea typeface="Noto Sans JP" panose="020B0200000000000000" pitchFamily="50" charset="-128"/>
              </a:rPr>
              <a:t>2 </a:t>
            </a:r>
            <a:r>
              <a:rPr lang="en-US" sz="900" dirty="0" err="1">
                <a:latin typeface="Noto Sans JP" panose="020B0200000000000000" pitchFamily="50" charset="-128"/>
                <a:ea typeface="Noto Sans JP" panose="020B0200000000000000" pitchFamily="50" charset="-128"/>
              </a:rPr>
              <a:t>色の頻繁な色の切り替えが必要です。AMSまたは同等のマルチマテリアルシステム必須です</a:t>
            </a:r>
            <a:r>
              <a:rPr lang="en-US" sz="900" dirty="0">
                <a:latin typeface="Noto Sans JP" panose="020B0200000000000000" pitchFamily="50" charset="-128"/>
                <a:ea typeface="Noto Sans JP" panose="020B0200000000000000" pitchFamily="50" charset="-128"/>
              </a:rPr>
              <a:t>。</a:t>
            </a:r>
            <a:r>
              <a:rPr lang="en-US" sz="1000" dirty="0">
                <a:latin typeface="Noto Sans JP" panose="020B0200000000000000" pitchFamily="50" charset="-128"/>
                <a:ea typeface="Noto Sans JP" panose="020B0200000000000000" pitchFamily="50" charset="-128"/>
              </a:rPr>
              <a:t> </a:t>
            </a:r>
            <a:endParaRPr sz="1000" dirty="0">
              <a:latin typeface="Noto Sans JP" panose="020B0200000000000000" pitchFamily="50" charset="-128"/>
              <a:ea typeface="Noto Sans JP" panose="020B0200000000000000" pitchFamily="50" charset="-128"/>
            </a:endParaRPr>
          </a:p>
          <a:p>
            <a:pPr marL="0" lvl="0" indent="0" algn="l" rtl="0">
              <a:spcBef>
                <a:spcPts val="0"/>
              </a:spcBef>
              <a:spcAft>
                <a:spcPts val="0"/>
              </a:spcAft>
              <a:buNone/>
            </a:pPr>
            <a:endParaRPr sz="1000" dirty="0">
              <a:latin typeface="Noto Sans JP" panose="020B0200000000000000" pitchFamily="50" charset="-128"/>
              <a:ea typeface="Noto Sans JP" panose="020B0200000000000000" pitchFamily="50" charset="-128"/>
            </a:endParaRPr>
          </a:p>
          <a:p>
            <a:pPr marL="0" lvl="0" indent="0" algn="l" rtl="0">
              <a:spcBef>
                <a:spcPts val="0"/>
              </a:spcBef>
              <a:spcAft>
                <a:spcPts val="0"/>
              </a:spcAft>
              <a:buNone/>
            </a:pPr>
            <a:r>
              <a:rPr lang="en-US" sz="1000" dirty="0">
                <a:latin typeface="Noto Sans JP" panose="020B0200000000000000" pitchFamily="50" charset="-128"/>
                <a:ea typeface="Noto Sans JP" panose="020B0200000000000000" pitchFamily="50" charset="-128"/>
              </a:rPr>
              <a:t>・0.4 mm </a:t>
            </a:r>
            <a:r>
              <a:rPr lang="en-US" sz="1000" dirty="0" err="1">
                <a:latin typeface="Noto Sans JP" panose="020B0200000000000000" pitchFamily="50" charset="-128"/>
                <a:ea typeface="Noto Sans JP" panose="020B0200000000000000" pitchFamily="50" charset="-128"/>
              </a:rPr>
              <a:t>ノズル必須</a:t>
            </a:r>
            <a:r>
              <a:rPr lang="en-US" sz="1000" dirty="0">
                <a:latin typeface="Noto Sans JP" panose="020B0200000000000000" pitchFamily="50" charset="-128"/>
                <a:ea typeface="Noto Sans JP" panose="020B0200000000000000" pitchFamily="50" charset="-128"/>
              </a:rPr>
              <a:t> </a:t>
            </a:r>
            <a:endParaRPr sz="1000" dirty="0">
              <a:latin typeface="Noto Sans JP" panose="020B0200000000000000" pitchFamily="50" charset="-128"/>
              <a:ea typeface="Noto Sans JP" panose="020B0200000000000000" pitchFamily="50" charset="-128"/>
            </a:endParaRPr>
          </a:p>
          <a:p>
            <a:pPr marL="0" lvl="0" indent="0" algn="l" rtl="0">
              <a:spcBef>
                <a:spcPts val="0"/>
              </a:spcBef>
              <a:spcAft>
                <a:spcPts val="0"/>
              </a:spcAft>
              <a:buNone/>
            </a:pPr>
            <a:r>
              <a:rPr lang="en-US" sz="900" dirty="0">
                <a:latin typeface="Noto Sans JP" panose="020B0200000000000000" pitchFamily="50" charset="-128"/>
                <a:ea typeface="Noto Sans JP" panose="020B0200000000000000" pitchFamily="50" charset="-128"/>
              </a:rPr>
              <a:t>定着のため、比較的厚い1層目と混合比の確保のための薄い一般層と言う組み合わせのため、0.4mmノズルが必須となります。0.4mm大流量ノズルは問題ありません。 </a:t>
            </a:r>
            <a:endParaRPr sz="900" dirty="0">
              <a:latin typeface="Noto Sans JP" panose="020B0200000000000000" pitchFamily="50" charset="-128"/>
              <a:ea typeface="Noto Sans JP" panose="020B0200000000000000" pitchFamily="50" charset="-128"/>
            </a:endParaRPr>
          </a:p>
        </p:txBody>
      </p:sp>
    </p:spTree>
    <p:extLst>
      <p:ext uri="{BB962C8B-B14F-4D97-AF65-F5344CB8AC3E}">
        <p14:creationId xmlns:p14="http://schemas.microsoft.com/office/powerpoint/2010/main" val="34394477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04">
          <a:extLst>
            <a:ext uri="{FF2B5EF4-FFF2-40B4-BE49-F238E27FC236}">
              <a16:creationId xmlns:a16="http://schemas.microsoft.com/office/drawing/2014/main" id="{6776C3E5-1E14-91C2-9180-A6355DE98DD4}"/>
            </a:ext>
          </a:extLst>
        </p:cNvPr>
        <p:cNvGrpSpPr/>
        <p:nvPr/>
      </p:nvGrpSpPr>
      <p:grpSpPr>
        <a:xfrm>
          <a:off x="0" y="0"/>
          <a:ext cx="0" cy="0"/>
          <a:chOff x="0" y="0"/>
          <a:chExt cx="0" cy="0"/>
        </a:xfrm>
      </p:grpSpPr>
      <p:sp>
        <p:nvSpPr>
          <p:cNvPr id="205" name="Google Shape;205;p18">
            <a:extLst>
              <a:ext uri="{FF2B5EF4-FFF2-40B4-BE49-F238E27FC236}">
                <a16:creationId xmlns:a16="http://schemas.microsoft.com/office/drawing/2014/main" id="{DA22200D-E4DF-6983-6917-052BBC07E225}"/>
              </a:ext>
            </a:extLst>
          </p:cNvPr>
          <p:cNvSpPr/>
          <p:nvPr/>
        </p:nvSpPr>
        <p:spPr>
          <a:xfrm>
            <a:off x="51086" y="45268"/>
            <a:ext cx="6790200" cy="9053400"/>
          </a:xfrm>
          <a:prstGeom prst="rect">
            <a:avLst/>
          </a:prstGeom>
          <a:gradFill>
            <a:gsLst>
              <a:gs pos="0">
                <a:srgbClr val="EE00B0"/>
              </a:gs>
              <a:gs pos="10000">
                <a:srgbClr val="EE00B0"/>
              </a:gs>
              <a:gs pos="50000">
                <a:srgbClr val="6200E8"/>
              </a:gs>
              <a:gs pos="90000">
                <a:srgbClr val="0095E5"/>
              </a:gs>
              <a:gs pos="100000">
                <a:srgbClr val="0095E5"/>
              </a:gs>
            </a:gsLst>
            <a:lin ang="1800004"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5" name="フリーフォーム: 図形 4">
            <a:extLst>
              <a:ext uri="{FF2B5EF4-FFF2-40B4-BE49-F238E27FC236}">
                <a16:creationId xmlns:a16="http://schemas.microsoft.com/office/drawing/2014/main" id="{C560E2BA-54BE-D0AF-986B-26631574ECF2}"/>
              </a:ext>
            </a:extLst>
          </p:cNvPr>
          <p:cNvSpPr/>
          <p:nvPr/>
        </p:nvSpPr>
        <p:spPr>
          <a:xfrm>
            <a:off x="17051" y="5531"/>
            <a:ext cx="6858000" cy="9144000"/>
          </a:xfrm>
          <a:custGeom>
            <a:avLst/>
            <a:gdLst>
              <a:gd name="csX0" fmla="*/ 3717793 w 6858000"/>
              <a:gd name="csY0" fmla="*/ 8656386 h 9144000"/>
              <a:gd name="csX1" fmla="*/ 3717793 w 6858000"/>
              <a:gd name="csY1" fmla="*/ 8710386 h 9144000"/>
              <a:gd name="csX2" fmla="*/ 6309793 w 6858000"/>
              <a:gd name="csY2" fmla="*/ 8710386 h 9144000"/>
              <a:gd name="csX3" fmla="*/ 6309793 w 6858000"/>
              <a:gd name="csY3" fmla="*/ 8656386 h 9144000"/>
              <a:gd name="csX4" fmla="*/ 537487 w 6858000"/>
              <a:gd name="csY4" fmla="*/ 8656386 h 9144000"/>
              <a:gd name="csX5" fmla="*/ 537487 w 6858000"/>
              <a:gd name="csY5" fmla="*/ 8710386 h 9144000"/>
              <a:gd name="csX6" fmla="*/ 3129487 w 6858000"/>
              <a:gd name="csY6" fmla="*/ 8710386 h 9144000"/>
              <a:gd name="csX7" fmla="*/ 3129487 w 6858000"/>
              <a:gd name="csY7" fmla="*/ 8656386 h 9144000"/>
              <a:gd name="csX8" fmla="*/ 657249 w 6858000"/>
              <a:gd name="csY8" fmla="*/ 7170193 h 9144000"/>
              <a:gd name="csX9" fmla="*/ 594999 w 6858000"/>
              <a:gd name="csY9" fmla="*/ 7235143 h 9144000"/>
              <a:gd name="csX10" fmla="*/ 657249 w 6858000"/>
              <a:gd name="csY10" fmla="*/ 7300093 h 9144000"/>
              <a:gd name="csX11" fmla="*/ 719499 w 6858000"/>
              <a:gd name="csY11" fmla="*/ 7235143 h 9144000"/>
              <a:gd name="csX12" fmla="*/ 657249 w 6858000"/>
              <a:gd name="csY12" fmla="*/ 7170193 h 9144000"/>
              <a:gd name="csX13" fmla="*/ 537486 w 6858000"/>
              <a:gd name="csY13" fmla="*/ 446937 h 9144000"/>
              <a:gd name="csX14" fmla="*/ 537486 w 6858000"/>
              <a:gd name="csY14" fmla="*/ 500937 h 9144000"/>
              <a:gd name="csX15" fmla="*/ 6293586 w 6858000"/>
              <a:gd name="csY15" fmla="*/ 500937 h 9144000"/>
              <a:gd name="csX16" fmla="*/ 6293586 w 6858000"/>
              <a:gd name="csY16" fmla="*/ 446937 h 9144000"/>
              <a:gd name="csX17" fmla="*/ 0 w 6858000"/>
              <a:gd name="csY17" fmla="*/ 0 h 9144000"/>
              <a:gd name="csX18" fmla="*/ 6858000 w 6858000"/>
              <a:gd name="csY18" fmla="*/ 0 h 9144000"/>
              <a:gd name="csX19" fmla="*/ 6858000 w 6858000"/>
              <a:gd name="csY19" fmla="*/ 9144000 h 9144000"/>
              <a:gd name="csX20" fmla="*/ 0 w 6858000"/>
              <a:gd name="csY20" fmla="*/ 9144000 h 9144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Lst>
            <a:rect l="l" t="t" r="r" b="b"/>
            <a:pathLst>
              <a:path w="6858000" h="9144000">
                <a:moveTo>
                  <a:pt x="3717793" y="8656386"/>
                </a:moveTo>
                <a:lnTo>
                  <a:pt x="3717793" y="8710386"/>
                </a:lnTo>
                <a:lnTo>
                  <a:pt x="6309793" y="8710386"/>
                </a:lnTo>
                <a:lnTo>
                  <a:pt x="6309793" y="8656386"/>
                </a:lnTo>
                <a:close/>
                <a:moveTo>
                  <a:pt x="537487" y="8656386"/>
                </a:moveTo>
                <a:lnTo>
                  <a:pt x="537487" y="8710386"/>
                </a:lnTo>
                <a:lnTo>
                  <a:pt x="3129487" y="8710386"/>
                </a:lnTo>
                <a:lnTo>
                  <a:pt x="3129487" y="8656386"/>
                </a:lnTo>
                <a:close/>
                <a:moveTo>
                  <a:pt x="657249" y="7170193"/>
                </a:moveTo>
                <a:cubicBezTo>
                  <a:pt x="622869" y="7170193"/>
                  <a:pt x="594999" y="7199272"/>
                  <a:pt x="594999" y="7235143"/>
                </a:cubicBezTo>
                <a:cubicBezTo>
                  <a:pt x="594999" y="7271014"/>
                  <a:pt x="622869" y="7300093"/>
                  <a:pt x="657249" y="7300093"/>
                </a:cubicBezTo>
                <a:cubicBezTo>
                  <a:pt x="691629" y="7300093"/>
                  <a:pt x="719499" y="7271014"/>
                  <a:pt x="719499" y="7235143"/>
                </a:cubicBezTo>
                <a:cubicBezTo>
                  <a:pt x="719499" y="7199272"/>
                  <a:pt x="691629" y="7170193"/>
                  <a:pt x="657249" y="7170193"/>
                </a:cubicBezTo>
                <a:close/>
                <a:moveTo>
                  <a:pt x="537486" y="446937"/>
                </a:moveTo>
                <a:lnTo>
                  <a:pt x="537486" y="500937"/>
                </a:lnTo>
                <a:lnTo>
                  <a:pt x="6293586" y="500937"/>
                </a:lnTo>
                <a:lnTo>
                  <a:pt x="6293586" y="446937"/>
                </a:lnTo>
                <a:close/>
                <a:moveTo>
                  <a:pt x="0" y="0"/>
                </a:moveTo>
                <a:lnTo>
                  <a:pt x="6858000" y="0"/>
                </a:lnTo>
                <a:lnTo>
                  <a:pt x="6858000" y="9144000"/>
                </a:lnTo>
                <a:lnTo>
                  <a:pt x="0" y="9144000"/>
                </a:lnTo>
                <a:close/>
              </a:path>
            </a:pathLst>
          </a:cu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215" name="Google Shape;215;p18">
            <a:extLst>
              <a:ext uri="{FF2B5EF4-FFF2-40B4-BE49-F238E27FC236}">
                <a16:creationId xmlns:a16="http://schemas.microsoft.com/office/drawing/2014/main" id="{0331ADCD-B3B3-91CC-B2B5-1FF8E37BF3C7}"/>
              </a:ext>
            </a:extLst>
          </p:cNvPr>
          <p:cNvSpPr txBox="1"/>
          <p:nvPr/>
        </p:nvSpPr>
        <p:spPr>
          <a:xfrm>
            <a:off x="3163826" y="8511531"/>
            <a:ext cx="575700" cy="369300"/>
          </a:xfrm>
          <a:prstGeom prst="rect">
            <a:avLst/>
          </a:prstGeom>
          <a:noFill/>
          <a:ln>
            <a:noFill/>
          </a:ln>
        </p:spPr>
        <p:txBody>
          <a:bodyPr spcFirstLastPara="1" wrap="square" lIns="91425" tIns="45700" rIns="91425" bIns="45700" anchor="ctr" anchorCtr="0">
            <a:spAutoFit/>
          </a:bodyPr>
          <a:lstStyle/>
          <a:p>
            <a:pPr marL="0" marR="0" lvl="0" indent="0" algn="ctr" rtl="0">
              <a:spcBef>
                <a:spcPts val="0"/>
              </a:spcBef>
              <a:spcAft>
                <a:spcPts val="0"/>
              </a:spcAft>
              <a:buNone/>
            </a:pPr>
            <a:r>
              <a:rPr lang="en-US" sz="1800" dirty="0">
                <a:solidFill>
                  <a:schemeClr val="dk1"/>
                </a:solidFill>
                <a:latin typeface="Jost" pitchFamily="2" charset="0"/>
                <a:ea typeface="Jost" pitchFamily="2" charset="0"/>
              </a:rPr>
              <a:t>5</a:t>
            </a:r>
            <a:endParaRPr sz="1800" dirty="0">
              <a:solidFill>
                <a:schemeClr val="dk1"/>
              </a:solidFill>
              <a:latin typeface="Jost" pitchFamily="2" charset="0"/>
              <a:ea typeface="Jost" pitchFamily="2" charset="0"/>
              <a:sym typeface="Arial"/>
            </a:endParaRPr>
          </a:p>
        </p:txBody>
      </p:sp>
      <p:sp>
        <p:nvSpPr>
          <p:cNvPr id="216" name="Google Shape;216;p18">
            <a:extLst>
              <a:ext uri="{FF2B5EF4-FFF2-40B4-BE49-F238E27FC236}">
                <a16:creationId xmlns:a16="http://schemas.microsoft.com/office/drawing/2014/main" id="{E863C95B-50E7-1333-E5E5-8ED4851AD5B5}"/>
              </a:ext>
            </a:extLst>
          </p:cNvPr>
          <p:cNvSpPr txBox="1"/>
          <p:nvPr/>
        </p:nvSpPr>
        <p:spPr>
          <a:xfrm>
            <a:off x="672873" y="5382265"/>
            <a:ext cx="5649600" cy="15237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000" b="1" dirty="0" err="1">
                <a:solidFill>
                  <a:schemeClr val="dk1"/>
                </a:solidFill>
                <a:latin typeface="Noto Sans JP" panose="020B0200000000000000" pitchFamily="50" charset="-128"/>
                <a:ea typeface="Noto Sans JP" panose="020B0200000000000000" pitchFamily="50" charset="-128"/>
                <a:cs typeface="IBM Plex Sans JP"/>
                <a:sym typeface="IBM Plex Sans JP"/>
              </a:rPr>
              <a:t>非推奨の項目</a:t>
            </a:r>
            <a:r>
              <a:rPr lang="en-US" sz="1000" b="1" dirty="0">
                <a:solidFill>
                  <a:schemeClr val="dk1"/>
                </a:solidFill>
                <a:latin typeface="Noto Sans JP" panose="020B0200000000000000" pitchFamily="50" charset="-128"/>
                <a:ea typeface="Noto Sans JP" panose="020B0200000000000000" pitchFamily="50" charset="-128"/>
                <a:cs typeface="IBM Plex Sans JP"/>
                <a:sym typeface="IBM Plex Sans JP"/>
              </a:rPr>
              <a:t> </a:t>
            </a:r>
            <a:endParaRPr sz="1000" b="1" dirty="0">
              <a:solidFill>
                <a:schemeClr val="dk1"/>
              </a:solidFill>
              <a:latin typeface="Noto Sans JP" panose="020B0200000000000000" pitchFamily="50" charset="-128"/>
              <a:ea typeface="Noto Sans JP" panose="020B0200000000000000" pitchFamily="50" charset="-128"/>
              <a:cs typeface="IBM Plex Sans JP"/>
              <a:sym typeface="IBM Plex Sans JP"/>
            </a:endParaRPr>
          </a:p>
          <a:p>
            <a:pPr marL="0" marR="0" lvl="0" indent="0" algn="l" rtl="0">
              <a:spcBef>
                <a:spcPts val="0"/>
              </a:spcBef>
              <a:spcAft>
                <a:spcPts val="0"/>
              </a:spcAft>
              <a:buNone/>
            </a:pPr>
            <a:endParaRPr sz="400" b="1" dirty="0">
              <a:solidFill>
                <a:schemeClr val="dk1"/>
              </a:solidFill>
              <a:latin typeface="Noto Sans JP" panose="020B0200000000000000" pitchFamily="50" charset="-128"/>
              <a:ea typeface="Noto Sans JP" panose="020B0200000000000000" pitchFamily="50" charset="-128"/>
              <a:cs typeface="IBM Plex Sans JP"/>
              <a:sym typeface="IBM Plex Sans JP"/>
            </a:endParaRPr>
          </a:p>
          <a:p>
            <a:pPr marL="0" marR="0" lvl="0" indent="0" algn="l" rtl="0">
              <a:spcBef>
                <a:spcPts val="0"/>
              </a:spcBef>
              <a:spcAft>
                <a:spcPts val="0"/>
              </a:spcAft>
              <a:buNone/>
            </a:pPr>
            <a:r>
              <a:rPr lang="en-US" sz="1000" dirty="0">
                <a:solidFill>
                  <a:schemeClr val="dk1"/>
                </a:solidFill>
                <a:latin typeface="Noto Sans JP" panose="020B0200000000000000" pitchFamily="50" charset="-128"/>
                <a:ea typeface="Noto Sans JP" panose="020B0200000000000000" pitchFamily="50" charset="-128"/>
                <a:cs typeface="IBM Plex Sans JP"/>
                <a:sym typeface="IBM Plex Sans JP"/>
              </a:rPr>
              <a:t>・</a:t>
            </a:r>
            <a:r>
              <a:rPr lang="en-US" sz="1000" dirty="0" err="1">
                <a:solidFill>
                  <a:schemeClr val="dk1"/>
                </a:solidFill>
                <a:latin typeface="Noto Sans JP" panose="020B0200000000000000" pitchFamily="50" charset="-128"/>
                <a:ea typeface="Noto Sans JP" panose="020B0200000000000000" pitchFamily="50" charset="-128"/>
                <a:cs typeface="IBM Plex Sans JP"/>
                <a:sym typeface="IBM Plex Sans JP"/>
              </a:rPr>
              <a:t>糊の使用</a:t>
            </a:r>
            <a:r>
              <a:rPr lang="en-US" sz="1000" dirty="0">
                <a:solidFill>
                  <a:schemeClr val="dk1"/>
                </a:solidFill>
                <a:latin typeface="Noto Sans JP" panose="020B0200000000000000" pitchFamily="50" charset="-128"/>
                <a:ea typeface="Noto Sans JP" panose="020B0200000000000000" pitchFamily="50" charset="-128"/>
                <a:cs typeface="IBM Plex Sans JP"/>
                <a:sym typeface="IBM Plex Sans JP"/>
              </a:rPr>
              <a:t> </a:t>
            </a:r>
            <a:endParaRPr sz="1000" dirty="0">
              <a:solidFill>
                <a:schemeClr val="dk1"/>
              </a:solidFill>
              <a:latin typeface="Noto Sans JP" panose="020B0200000000000000" pitchFamily="50" charset="-128"/>
              <a:ea typeface="Noto Sans JP" panose="020B0200000000000000" pitchFamily="50" charset="-128"/>
              <a:cs typeface="IBM Plex Sans JP"/>
              <a:sym typeface="IBM Plex Sans JP"/>
            </a:endParaRPr>
          </a:p>
          <a:p>
            <a:pPr marL="0" marR="0" lvl="0" indent="0" algn="l" rtl="0">
              <a:spcBef>
                <a:spcPts val="0"/>
              </a:spcBef>
              <a:spcAft>
                <a:spcPts val="0"/>
              </a:spcAft>
              <a:buNone/>
            </a:pPr>
            <a:r>
              <a:rPr lang="en-US" sz="900" dirty="0" err="1">
                <a:solidFill>
                  <a:schemeClr val="dk1"/>
                </a:solidFill>
                <a:latin typeface="Noto Sans JP" panose="020B0200000000000000" pitchFamily="50" charset="-128"/>
                <a:ea typeface="Noto Sans JP" panose="020B0200000000000000" pitchFamily="50" charset="-128"/>
                <a:cs typeface="IBM Plex Sans JP"/>
                <a:sym typeface="IBM Plex Sans JP"/>
              </a:rPr>
              <a:t>印刷</a:t>
            </a:r>
            <a:r>
              <a:rPr lang="en-US" sz="900" dirty="0">
                <a:solidFill>
                  <a:schemeClr val="dk1"/>
                </a:solidFill>
                <a:latin typeface="Noto Sans JP" panose="020B0200000000000000" pitchFamily="50" charset="-128"/>
                <a:ea typeface="Noto Sans JP" panose="020B0200000000000000" pitchFamily="50" charset="-128"/>
                <a:cs typeface="IBM Plex Sans JP"/>
                <a:sym typeface="IBM Plex Sans JP"/>
              </a:rPr>
              <a:t> #2 </a:t>
            </a:r>
            <a:r>
              <a:rPr lang="en-US" sz="900" dirty="0" err="1">
                <a:solidFill>
                  <a:schemeClr val="dk1"/>
                </a:solidFill>
                <a:latin typeface="Noto Sans JP" panose="020B0200000000000000" pitchFamily="50" charset="-128"/>
                <a:ea typeface="Noto Sans JP" panose="020B0200000000000000" pitchFamily="50" charset="-128"/>
                <a:cs typeface="IBM Plex Sans JP"/>
                <a:sym typeface="IBM Plex Sans JP"/>
              </a:rPr>
              <a:t>にて糊がノズルに詰まる可能性があります</a:t>
            </a:r>
            <a:r>
              <a:rPr lang="en-US" sz="900" dirty="0">
                <a:solidFill>
                  <a:schemeClr val="dk1"/>
                </a:solidFill>
                <a:latin typeface="Noto Sans JP" panose="020B0200000000000000" pitchFamily="50" charset="-128"/>
                <a:ea typeface="Noto Sans JP" panose="020B0200000000000000" pitchFamily="50" charset="-128"/>
                <a:cs typeface="IBM Plex Sans JP"/>
                <a:sym typeface="IBM Plex Sans JP"/>
              </a:rPr>
              <a:t>。 </a:t>
            </a:r>
            <a:endParaRPr sz="900" dirty="0">
              <a:solidFill>
                <a:schemeClr val="dk1"/>
              </a:solidFill>
              <a:latin typeface="Noto Sans JP" panose="020B0200000000000000" pitchFamily="50" charset="-128"/>
              <a:ea typeface="Noto Sans JP" panose="020B0200000000000000" pitchFamily="50" charset="-128"/>
              <a:cs typeface="IBM Plex Sans JP"/>
              <a:sym typeface="IBM Plex Sans JP"/>
            </a:endParaRPr>
          </a:p>
          <a:p>
            <a:pPr marL="0" marR="0" lvl="0" indent="0" algn="l" rtl="0">
              <a:spcBef>
                <a:spcPts val="0"/>
              </a:spcBef>
              <a:spcAft>
                <a:spcPts val="0"/>
              </a:spcAft>
              <a:buNone/>
            </a:pPr>
            <a:endParaRPr sz="1000" dirty="0">
              <a:solidFill>
                <a:schemeClr val="dk1"/>
              </a:solidFill>
              <a:latin typeface="Noto Sans JP" panose="020B0200000000000000" pitchFamily="50" charset="-128"/>
              <a:ea typeface="Noto Sans JP" panose="020B0200000000000000" pitchFamily="50" charset="-128"/>
              <a:cs typeface="IBM Plex Sans JP"/>
              <a:sym typeface="IBM Plex Sans JP"/>
            </a:endParaRPr>
          </a:p>
          <a:p>
            <a:pPr marL="0" marR="0" lvl="0" indent="0" algn="l" rtl="0">
              <a:spcBef>
                <a:spcPts val="0"/>
              </a:spcBef>
              <a:spcAft>
                <a:spcPts val="0"/>
              </a:spcAft>
              <a:buNone/>
            </a:pPr>
            <a:r>
              <a:rPr lang="en-US" sz="1000" dirty="0">
                <a:solidFill>
                  <a:schemeClr val="dk1"/>
                </a:solidFill>
                <a:latin typeface="Noto Sans JP" panose="020B0200000000000000" pitchFamily="50" charset="-128"/>
                <a:ea typeface="Noto Sans JP" panose="020B0200000000000000" pitchFamily="50" charset="-128"/>
                <a:cs typeface="IBM Plex Sans JP"/>
                <a:sym typeface="IBM Plex Sans JP"/>
              </a:rPr>
              <a:t>・</a:t>
            </a:r>
            <a:r>
              <a:rPr lang="en-US" sz="1000" dirty="0" err="1">
                <a:solidFill>
                  <a:schemeClr val="dk1"/>
                </a:solidFill>
                <a:latin typeface="Noto Sans JP" panose="020B0200000000000000" pitchFamily="50" charset="-128"/>
                <a:ea typeface="Noto Sans JP" panose="020B0200000000000000" pitchFamily="50" charset="-128"/>
                <a:cs typeface="IBM Plex Sans JP"/>
                <a:sym typeface="IBM Plex Sans JP"/>
              </a:rPr>
              <a:t>異素材混合</a:t>
            </a:r>
            <a:r>
              <a:rPr lang="en-US" sz="1000" dirty="0">
                <a:solidFill>
                  <a:schemeClr val="dk1"/>
                </a:solidFill>
                <a:latin typeface="Noto Sans JP" panose="020B0200000000000000" pitchFamily="50" charset="-128"/>
                <a:ea typeface="Noto Sans JP" panose="020B0200000000000000" pitchFamily="50" charset="-128"/>
                <a:cs typeface="IBM Plex Sans JP"/>
                <a:sym typeface="IBM Plex Sans JP"/>
              </a:rPr>
              <a:t> </a:t>
            </a:r>
            <a:endParaRPr sz="1000" dirty="0">
              <a:solidFill>
                <a:schemeClr val="dk1"/>
              </a:solidFill>
              <a:latin typeface="Noto Sans JP" panose="020B0200000000000000" pitchFamily="50" charset="-128"/>
              <a:ea typeface="Noto Sans JP" panose="020B0200000000000000" pitchFamily="50" charset="-128"/>
              <a:cs typeface="IBM Plex Sans JP"/>
              <a:sym typeface="IBM Plex Sans JP"/>
            </a:endParaRPr>
          </a:p>
          <a:p>
            <a:pPr marL="0" marR="0" lvl="0" indent="0" algn="l" rtl="0">
              <a:spcBef>
                <a:spcPts val="0"/>
              </a:spcBef>
              <a:spcAft>
                <a:spcPts val="0"/>
              </a:spcAft>
              <a:buNone/>
            </a:pPr>
            <a:r>
              <a:rPr lang="en-US" sz="900" dirty="0">
                <a:solidFill>
                  <a:schemeClr val="dk1"/>
                </a:solidFill>
                <a:latin typeface="Noto Sans JP" panose="020B0200000000000000" pitchFamily="50" charset="-128"/>
                <a:ea typeface="Noto Sans JP" panose="020B0200000000000000" pitchFamily="50" charset="-128"/>
                <a:cs typeface="IBM Plex Sans JP"/>
                <a:sym typeface="IBM Plex Sans JP"/>
              </a:rPr>
              <a:t>印刷温度が異なる素材の混合フィラメントは、印刷＃２にてノズルが詰まる可能性があります。 PLA Basic と PLA Matte </a:t>
            </a:r>
            <a:r>
              <a:rPr lang="en-US" sz="900" dirty="0" err="1">
                <a:solidFill>
                  <a:schemeClr val="dk1"/>
                </a:solidFill>
                <a:latin typeface="Noto Sans JP" panose="020B0200000000000000" pitchFamily="50" charset="-128"/>
                <a:ea typeface="Noto Sans JP" panose="020B0200000000000000" pitchFamily="50" charset="-128"/>
                <a:cs typeface="IBM Plex Sans JP"/>
                <a:sym typeface="IBM Plex Sans JP"/>
              </a:rPr>
              <a:t>の様に印刷温度が一致しており、同素材であれば使用できる可能性はあります</a:t>
            </a:r>
            <a:r>
              <a:rPr lang="en-US" sz="900" dirty="0">
                <a:solidFill>
                  <a:schemeClr val="dk1"/>
                </a:solidFill>
                <a:latin typeface="Noto Sans JP" panose="020B0200000000000000" pitchFamily="50" charset="-128"/>
                <a:ea typeface="Noto Sans JP" panose="020B0200000000000000" pitchFamily="50" charset="-128"/>
                <a:cs typeface="IBM Plex Sans JP"/>
                <a:sym typeface="IBM Plex Sans JP"/>
              </a:rPr>
              <a:t>。 </a:t>
            </a:r>
            <a:endParaRPr sz="900" dirty="0">
              <a:solidFill>
                <a:schemeClr val="dk1"/>
              </a:solidFill>
              <a:latin typeface="Noto Sans JP" panose="020B0200000000000000" pitchFamily="50" charset="-128"/>
              <a:ea typeface="Noto Sans JP" panose="020B0200000000000000" pitchFamily="50" charset="-128"/>
              <a:cs typeface="IBM Plex Sans JP"/>
              <a:sym typeface="IBM Plex Sans JP"/>
            </a:endParaRPr>
          </a:p>
          <a:p>
            <a:pPr marL="0" marR="0" lvl="0" indent="0" algn="l" rtl="0">
              <a:spcBef>
                <a:spcPts val="0"/>
              </a:spcBef>
              <a:spcAft>
                <a:spcPts val="0"/>
              </a:spcAft>
              <a:buNone/>
            </a:pPr>
            <a:endParaRPr sz="400" dirty="0">
              <a:solidFill>
                <a:schemeClr val="dk1"/>
              </a:solidFill>
              <a:latin typeface="Noto Sans JP" panose="020B0200000000000000" pitchFamily="50" charset="-128"/>
              <a:ea typeface="Noto Sans JP" panose="020B0200000000000000" pitchFamily="50" charset="-128"/>
              <a:cs typeface="IBM Plex Sans JP"/>
              <a:sym typeface="IBM Plex Sans JP"/>
            </a:endParaRPr>
          </a:p>
          <a:p>
            <a:pPr marL="0" marR="0" lvl="0" indent="0" algn="l" rtl="0">
              <a:spcBef>
                <a:spcPts val="0"/>
              </a:spcBef>
              <a:spcAft>
                <a:spcPts val="0"/>
              </a:spcAft>
              <a:buNone/>
            </a:pPr>
            <a:r>
              <a:rPr lang="en-US" sz="900" dirty="0" err="1">
                <a:solidFill>
                  <a:schemeClr val="dk1"/>
                </a:solidFill>
                <a:latin typeface="Noto Sans JP" panose="020B0200000000000000" pitchFamily="50" charset="-128"/>
                <a:ea typeface="Noto Sans JP" panose="020B0200000000000000" pitchFamily="50" charset="-128"/>
                <a:cs typeface="IBM Plex Sans JP"/>
                <a:sym typeface="IBM Plex Sans JP"/>
              </a:rPr>
              <a:t>基本的に</a:t>
            </a:r>
            <a:r>
              <a:rPr lang="en-US" sz="900" b="1" dirty="0" err="1">
                <a:solidFill>
                  <a:schemeClr val="dk1"/>
                </a:solidFill>
                <a:latin typeface="Noto Sans JP" panose="020B0200000000000000" pitchFamily="50" charset="-128"/>
                <a:ea typeface="Noto Sans JP" panose="020B0200000000000000" pitchFamily="50" charset="-128"/>
                <a:cs typeface="IBM Plex Sans JP"/>
                <a:sym typeface="IBM Plex Sans JP"/>
              </a:rPr>
              <a:t>同一メーカー同一商品の色違いを使うことを推奨</a:t>
            </a:r>
            <a:r>
              <a:rPr lang="en-US" sz="900" dirty="0" err="1">
                <a:solidFill>
                  <a:schemeClr val="dk1"/>
                </a:solidFill>
                <a:latin typeface="Noto Sans JP" panose="020B0200000000000000" pitchFamily="50" charset="-128"/>
                <a:ea typeface="Noto Sans JP" panose="020B0200000000000000" pitchFamily="50" charset="-128"/>
                <a:cs typeface="IBM Plex Sans JP"/>
                <a:sym typeface="IBM Plex Sans JP"/>
              </a:rPr>
              <a:t>します。挑戦する場合は自己責任でお願いします</a:t>
            </a:r>
            <a:r>
              <a:rPr lang="en-US" sz="900" dirty="0">
                <a:solidFill>
                  <a:schemeClr val="dk1"/>
                </a:solidFill>
                <a:latin typeface="Noto Sans JP" panose="020B0200000000000000" pitchFamily="50" charset="-128"/>
                <a:ea typeface="Noto Sans JP" panose="020B0200000000000000" pitchFamily="50" charset="-128"/>
                <a:cs typeface="IBM Plex Sans JP"/>
                <a:sym typeface="IBM Plex Sans JP"/>
              </a:rPr>
              <a:t>。 </a:t>
            </a:r>
            <a:endParaRPr sz="900" dirty="0">
              <a:latin typeface="Noto Sans JP" panose="020B0200000000000000" pitchFamily="50" charset="-128"/>
              <a:ea typeface="Noto Sans JP" panose="020B0200000000000000" pitchFamily="50" charset="-128"/>
            </a:endParaRPr>
          </a:p>
        </p:txBody>
      </p:sp>
      <p:sp>
        <p:nvSpPr>
          <p:cNvPr id="217" name="Google Shape;217;p18">
            <a:extLst>
              <a:ext uri="{FF2B5EF4-FFF2-40B4-BE49-F238E27FC236}">
                <a16:creationId xmlns:a16="http://schemas.microsoft.com/office/drawing/2014/main" id="{FD475EB6-9883-9AC1-BE32-3515CDB0C641}"/>
              </a:ext>
            </a:extLst>
          </p:cNvPr>
          <p:cNvSpPr txBox="1"/>
          <p:nvPr/>
        </p:nvSpPr>
        <p:spPr>
          <a:xfrm>
            <a:off x="672873" y="646903"/>
            <a:ext cx="5649600" cy="985200"/>
          </a:xfrm>
          <a:prstGeom prst="rect">
            <a:avLst/>
          </a:prstGeom>
          <a:noFill/>
          <a:ln>
            <a:noFill/>
          </a:ln>
        </p:spPr>
        <p:txBody>
          <a:bodyPr spcFirstLastPara="1" wrap="square" lIns="91425" tIns="45700" rIns="91425" bIns="45700" anchor="t" anchorCtr="0">
            <a:spAutoFit/>
          </a:bodyPr>
          <a:lstStyle/>
          <a:p>
            <a:pPr marL="0" lvl="0" indent="0" algn="l" rtl="0">
              <a:spcBef>
                <a:spcPts val="0"/>
              </a:spcBef>
              <a:spcAft>
                <a:spcPts val="0"/>
              </a:spcAft>
              <a:buNone/>
            </a:pPr>
            <a:r>
              <a:rPr lang="en-US" sz="1000" dirty="0">
                <a:latin typeface="Noto Sans JP" panose="020B0200000000000000" pitchFamily="50" charset="-128"/>
                <a:ea typeface="Noto Sans JP" panose="020B0200000000000000" pitchFamily="50" charset="-128"/>
              </a:rPr>
              <a:t>・</a:t>
            </a:r>
            <a:r>
              <a:rPr lang="en-US" sz="1000" dirty="0" err="1">
                <a:latin typeface="Noto Sans JP" panose="020B0200000000000000" pitchFamily="50" charset="-128"/>
                <a:ea typeface="Noto Sans JP" panose="020B0200000000000000" pitchFamily="50" charset="-128"/>
              </a:rPr>
              <a:t>プレートと手の脱脂</a:t>
            </a:r>
            <a:r>
              <a:rPr lang="en-US" sz="1000" dirty="0">
                <a:latin typeface="Noto Sans JP" panose="020B0200000000000000" pitchFamily="50" charset="-128"/>
                <a:ea typeface="Noto Sans JP" panose="020B0200000000000000" pitchFamily="50" charset="-128"/>
              </a:rPr>
              <a:t> </a:t>
            </a:r>
            <a:endParaRPr sz="1000" dirty="0">
              <a:latin typeface="Noto Sans JP" panose="020B0200000000000000" pitchFamily="50" charset="-128"/>
              <a:ea typeface="Noto Sans JP" panose="020B0200000000000000" pitchFamily="50" charset="-128"/>
            </a:endParaRPr>
          </a:p>
          <a:p>
            <a:pPr marL="0" lvl="0" indent="0" algn="l" rtl="0">
              <a:spcBef>
                <a:spcPts val="0"/>
              </a:spcBef>
              <a:spcAft>
                <a:spcPts val="0"/>
              </a:spcAft>
              <a:buNone/>
            </a:pPr>
            <a:r>
              <a:rPr lang="en-US" sz="900" dirty="0" err="1">
                <a:latin typeface="Noto Sans JP" panose="020B0200000000000000" pitchFamily="50" charset="-128"/>
                <a:ea typeface="Noto Sans JP" panose="020B0200000000000000" pitchFamily="50" charset="-128"/>
              </a:rPr>
              <a:t>本モデルは定着性がシビアです。十分な脱脂を行って、定着性を高めてください</a:t>
            </a:r>
            <a:r>
              <a:rPr lang="en-US" sz="900" dirty="0">
                <a:latin typeface="Noto Sans JP" panose="020B0200000000000000" pitchFamily="50" charset="-128"/>
                <a:ea typeface="Noto Sans JP" panose="020B0200000000000000" pitchFamily="50" charset="-128"/>
              </a:rPr>
              <a:t>。 定着が困難な場合は1サイズ小さいモデルを検討してください。 </a:t>
            </a:r>
            <a:endParaRPr sz="900" dirty="0">
              <a:latin typeface="Noto Sans JP" panose="020B0200000000000000" pitchFamily="50" charset="-128"/>
              <a:ea typeface="Noto Sans JP" panose="020B0200000000000000" pitchFamily="50" charset="-128"/>
            </a:endParaRPr>
          </a:p>
          <a:p>
            <a:pPr marL="0" lvl="0" indent="0" algn="l" rtl="0">
              <a:spcBef>
                <a:spcPts val="0"/>
              </a:spcBef>
              <a:spcAft>
                <a:spcPts val="0"/>
              </a:spcAft>
              <a:buNone/>
            </a:pPr>
            <a:endParaRPr sz="1000" dirty="0">
              <a:latin typeface="Noto Sans JP" panose="020B0200000000000000" pitchFamily="50" charset="-128"/>
              <a:ea typeface="Noto Sans JP" panose="020B0200000000000000" pitchFamily="50" charset="-128"/>
            </a:endParaRPr>
          </a:p>
          <a:p>
            <a:pPr marL="0" lvl="0" indent="0" algn="l" rtl="0">
              <a:spcBef>
                <a:spcPts val="0"/>
              </a:spcBef>
              <a:spcAft>
                <a:spcPts val="0"/>
              </a:spcAft>
              <a:buNone/>
            </a:pPr>
            <a:r>
              <a:rPr lang="en-US" sz="1000" dirty="0" err="1">
                <a:latin typeface="Noto Sans JP" panose="020B0200000000000000" pitchFamily="50" charset="-128"/>
                <a:ea typeface="Noto Sans JP" panose="020B0200000000000000" pitchFamily="50" charset="-128"/>
              </a:rPr>
              <a:t>定着のしやすさ</a:t>
            </a:r>
            <a:r>
              <a:rPr lang="en-US" sz="1000" dirty="0">
                <a:latin typeface="Noto Sans JP" panose="020B0200000000000000" pitchFamily="50" charset="-128"/>
                <a:ea typeface="Noto Sans JP" panose="020B0200000000000000" pitchFamily="50" charset="-128"/>
              </a:rPr>
              <a:t> </a:t>
            </a:r>
            <a:endParaRPr sz="1000" dirty="0">
              <a:latin typeface="Noto Sans JP" panose="020B0200000000000000" pitchFamily="50" charset="-128"/>
              <a:ea typeface="Noto Sans JP" panose="020B0200000000000000" pitchFamily="50" charset="-128"/>
            </a:endParaRPr>
          </a:p>
          <a:p>
            <a:pPr marL="0" lvl="0" indent="0" algn="l" rtl="0">
              <a:spcBef>
                <a:spcPts val="0"/>
              </a:spcBef>
              <a:spcAft>
                <a:spcPts val="0"/>
              </a:spcAft>
              <a:buNone/>
            </a:pPr>
            <a:r>
              <a:rPr lang="en-US" sz="1000" dirty="0" err="1">
                <a:latin typeface="Noto Sans JP" panose="020B0200000000000000" pitchFamily="50" charset="-128"/>
                <a:ea typeface="Noto Sans JP" panose="020B0200000000000000" pitchFamily="50" charset="-128"/>
              </a:rPr>
              <a:t>ビ</a:t>
            </a:r>
            <a:r>
              <a:rPr lang="en-US" sz="900" dirty="0" err="1">
                <a:latin typeface="Noto Sans JP" panose="020B0200000000000000" pitchFamily="50" charset="-128"/>
                <a:ea typeface="Noto Sans JP" panose="020B0200000000000000" pitchFamily="50" charset="-128"/>
              </a:rPr>
              <a:t>ルドプレートとフィラメントによって定着性が変わります。下表を参考にしてください</a:t>
            </a:r>
            <a:r>
              <a:rPr lang="en-US" sz="900" dirty="0">
                <a:latin typeface="Noto Sans JP" panose="020B0200000000000000" pitchFamily="50" charset="-128"/>
                <a:ea typeface="Noto Sans JP" panose="020B0200000000000000" pitchFamily="50" charset="-128"/>
              </a:rPr>
              <a:t>。 </a:t>
            </a:r>
            <a:endParaRPr sz="900" dirty="0">
              <a:latin typeface="Noto Sans JP" panose="020B0200000000000000" pitchFamily="50" charset="-128"/>
              <a:ea typeface="Noto Sans JP" panose="020B0200000000000000" pitchFamily="50" charset="-128"/>
            </a:endParaRPr>
          </a:p>
        </p:txBody>
      </p:sp>
      <p:sp>
        <p:nvSpPr>
          <p:cNvPr id="218" name="Google Shape;218;p18">
            <a:extLst>
              <a:ext uri="{FF2B5EF4-FFF2-40B4-BE49-F238E27FC236}">
                <a16:creationId xmlns:a16="http://schemas.microsoft.com/office/drawing/2014/main" id="{86991EEE-AAFF-B96E-A398-2EBEFE3770C9}"/>
              </a:ext>
            </a:extLst>
          </p:cNvPr>
          <p:cNvSpPr txBox="1"/>
          <p:nvPr/>
        </p:nvSpPr>
        <p:spPr>
          <a:xfrm>
            <a:off x="672873" y="3717678"/>
            <a:ext cx="5649600" cy="400200"/>
          </a:xfrm>
          <a:prstGeom prst="rect">
            <a:avLst/>
          </a:prstGeom>
          <a:noFill/>
          <a:ln>
            <a:noFill/>
          </a:ln>
        </p:spPr>
        <p:txBody>
          <a:bodyPr spcFirstLastPara="1" wrap="square" lIns="91425" tIns="45700" rIns="91425" bIns="45700" anchor="t" anchorCtr="0">
            <a:spAutoFit/>
          </a:bodyPr>
          <a:lstStyle/>
          <a:p>
            <a:pPr marL="0" lvl="0" indent="0" algn="l" rtl="0">
              <a:spcBef>
                <a:spcPts val="0"/>
              </a:spcBef>
              <a:spcAft>
                <a:spcPts val="0"/>
              </a:spcAft>
              <a:buNone/>
            </a:pPr>
            <a:r>
              <a:rPr lang="en-US" sz="1000"/>
              <a:t>・プレートと手の脱脂 本モデルは定着性がシビアです。十分な脱脂を行って、定着性を高めてください。 定着が困難な場合は1サイズ小さいモデルを検討してください。 </a:t>
            </a:r>
            <a:endParaRPr sz="1000"/>
          </a:p>
        </p:txBody>
      </p:sp>
      <p:pic>
        <p:nvPicPr>
          <p:cNvPr id="219" name="Google Shape;219;p18">
            <a:extLst>
              <a:ext uri="{FF2B5EF4-FFF2-40B4-BE49-F238E27FC236}">
                <a16:creationId xmlns:a16="http://schemas.microsoft.com/office/drawing/2014/main" id="{765F7173-771F-7BF6-7ED8-6CC7FDE832F7}"/>
              </a:ext>
            </a:extLst>
          </p:cNvPr>
          <p:cNvPicPr preferRelativeResize="0"/>
          <p:nvPr/>
        </p:nvPicPr>
        <p:blipFill>
          <a:blip r:embed="rId3">
            <a:alphaModFix/>
          </a:blip>
          <a:stretch>
            <a:fillRect/>
          </a:stretch>
        </p:blipFill>
        <p:spPr>
          <a:xfrm>
            <a:off x="540573" y="1660755"/>
            <a:ext cx="5776852" cy="3506716"/>
          </a:xfrm>
          <a:prstGeom prst="rect">
            <a:avLst/>
          </a:prstGeom>
          <a:noFill/>
          <a:ln>
            <a:noFill/>
          </a:ln>
        </p:spPr>
      </p:pic>
      <p:sp>
        <p:nvSpPr>
          <p:cNvPr id="220" name="Google Shape;220;p18">
            <a:extLst>
              <a:ext uri="{FF2B5EF4-FFF2-40B4-BE49-F238E27FC236}">
                <a16:creationId xmlns:a16="http://schemas.microsoft.com/office/drawing/2014/main" id="{A011C00D-99FC-4127-EFAE-832C307DC1D7}"/>
              </a:ext>
            </a:extLst>
          </p:cNvPr>
          <p:cNvSpPr txBox="1"/>
          <p:nvPr/>
        </p:nvSpPr>
        <p:spPr>
          <a:xfrm>
            <a:off x="672873" y="7120761"/>
            <a:ext cx="5649600" cy="13698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b="1">
                <a:solidFill>
                  <a:schemeClr val="dk1"/>
                </a:solidFill>
                <a:latin typeface="Noto Sans JP" panose="020B0200000000000000" pitchFamily="50" charset="-128"/>
                <a:ea typeface="Noto Sans JP" panose="020B0200000000000000" pitchFamily="50" charset="-128"/>
                <a:cs typeface="IBM Plex Sans JP"/>
                <a:sym typeface="IBM Plex Sans JP"/>
              </a:rPr>
              <a:t>印刷 #2（本番造形）前</a:t>
            </a:r>
            <a:endParaRPr sz="1200" b="1">
              <a:solidFill>
                <a:schemeClr val="dk1"/>
              </a:solidFill>
              <a:latin typeface="Noto Sans JP" panose="020B0200000000000000" pitchFamily="50" charset="-128"/>
              <a:ea typeface="Noto Sans JP" panose="020B0200000000000000" pitchFamily="50" charset="-128"/>
              <a:cs typeface="IBM Plex Sans JP"/>
              <a:sym typeface="IBM Plex Sans JP"/>
            </a:endParaRPr>
          </a:p>
          <a:p>
            <a:pPr marL="0" marR="0" lvl="0" indent="0" algn="l" rtl="0">
              <a:spcBef>
                <a:spcPts val="0"/>
              </a:spcBef>
              <a:spcAft>
                <a:spcPts val="0"/>
              </a:spcAft>
              <a:buNone/>
            </a:pPr>
            <a:endParaRPr sz="500" b="1">
              <a:solidFill>
                <a:schemeClr val="dk1"/>
              </a:solidFill>
              <a:latin typeface="Noto Sans JP" panose="020B0200000000000000" pitchFamily="50" charset="-128"/>
              <a:ea typeface="Noto Sans JP" panose="020B0200000000000000" pitchFamily="50" charset="-128"/>
              <a:cs typeface="IBM Plex Sans JP"/>
              <a:sym typeface="IBM Plex Sans JP"/>
            </a:endParaRPr>
          </a:p>
          <a:p>
            <a:pPr marL="0" marR="0" lvl="0" indent="0" algn="l" rtl="0">
              <a:spcBef>
                <a:spcPts val="0"/>
              </a:spcBef>
              <a:spcAft>
                <a:spcPts val="0"/>
              </a:spcAft>
              <a:buNone/>
            </a:pPr>
            <a:r>
              <a:rPr lang="en-US" sz="1000">
                <a:solidFill>
                  <a:schemeClr val="dk1"/>
                </a:solidFill>
                <a:latin typeface="Noto Sans JP" panose="020B0200000000000000" pitchFamily="50" charset="-128"/>
                <a:ea typeface="Noto Sans JP" panose="020B0200000000000000" pitchFamily="50" charset="-128"/>
                <a:cs typeface="IBM Plex Sans JP"/>
                <a:sym typeface="IBM Plex Sans JP"/>
              </a:rPr>
              <a:t>・ブリムの除去 </a:t>
            </a:r>
            <a:endParaRPr sz="1000">
              <a:solidFill>
                <a:schemeClr val="dk1"/>
              </a:solidFill>
              <a:latin typeface="Noto Sans JP" panose="020B0200000000000000" pitchFamily="50" charset="-128"/>
              <a:ea typeface="Noto Sans JP" panose="020B0200000000000000" pitchFamily="50" charset="-128"/>
              <a:cs typeface="IBM Plex Sans JP"/>
              <a:sym typeface="IBM Plex Sans JP"/>
            </a:endParaRPr>
          </a:p>
          <a:p>
            <a:pPr marL="0" marR="0" lvl="0" indent="0" algn="l" rtl="0">
              <a:spcBef>
                <a:spcPts val="0"/>
              </a:spcBef>
              <a:spcAft>
                <a:spcPts val="0"/>
              </a:spcAft>
              <a:buNone/>
            </a:pPr>
            <a:r>
              <a:rPr lang="en-US" sz="900">
                <a:solidFill>
                  <a:schemeClr val="dk1"/>
                </a:solidFill>
                <a:latin typeface="Noto Sans JP" panose="020B0200000000000000" pitchFamily="50" charset="-128"/>
                <a:ea typeface="Noto Sans JP" panose="020B0200000000000000" pitchFamily="50" charset="-128"/>
                <a:cs typeface="IBM Plex Sans JP"/>
                <a:sym typeface="IBM Plex Sans JP"/>
              </a:rPr>
              <a:t>印刷時にはブリムを除去してください。 すぐに印刷しない場合はブリムはつけたままにしてください。ブリムの刻印でサイズと混合比が確認できます。 </a:t>
            </a:r>
            <a:endParaRPr sz="900">
              <a:solidFill>
                <a:schemeClr val="dk1"/>
              </a:solidFill>
              <a:latin typeface="Noto Sans JP" panose="020B0200000000000000" pitchFamily="50" charset="-128"/>
              <a:ea typeface="Noto Sans JP" panose="020B0200000000000000" pitchFamily="50" charset="-128"/>
              <a:cs typeface="IBM Plex Sans JP"/>
              <a:sym typeface="IBM Plex Sans JP"/>
            </a:endParaRPr>
          </a:p>
          <a:p>
            <a:pPr marL="0" marR="0" lvl="0" indent="0" algn="l" rtl="0">
              <a:spcBef>
                <a:spcPts val="0"/>
              </a:spcBef>
              <a:spcAft>
                <a:spcPts val="0"/>
              </a:spcAft>
              <a:buNone/>
            </a:pPr>
            <a:endParaRPr sz="1000">
              <a:solidFill>
                <a:schemeClr val="dk1"/>
              </a:solidFill>
              <a:latin typeface="Noto Sans JP" panose="020B0200000000000000" pitchFamily="50" charset="-128"/>
              <a:ea typeface="Noto Sans JP" panose="020B0200000000000000" pitchFamily="50" charset="-128"/>
              <a:cs typeface="IBM Plex Sans JP"/>
              <a:sym typeface="IBM Plex Sans JP"/>
            </a:endParaRPr>
          </a:p>
          <a:p>
            <a:pPr marL="0" marR="0" lvl="0" indent="0" algn="l" rtl="0">
              <a:spcBef>
                <a:spcPts val="0"/>
              </a:spcBef>
              <a:spcAft>
                <a:spcPts val="0"/>
              </a:spcAft>
              <a:buNone/>
            </a:pPr>
            <a:r>
              <a:rPr lang="en-US" sz="1000">
                <a:solidFill>
                  <a:schemeClr val="dk1"/>
                </a:solidFill>
                <a:latin typeface="Noto Sans JP" panose="020B0200000000000000" pitchFamily="50" charset="-128"/>
                <a:ea typeface="Noto Sans JP" panose="020B0200000000000000" pitchFamily="50" charset="-128"/>
                <a:cs typeface="IBM Plex Sans JP"/>
                <a:sym typeface="IBM Plex Sans JP"/>
              </a:rPr>
              <a:t>・バリの除去 </a:t>
            </a:r>
            <a:endParaRPr sz="1000">
              <a:solidFill>
                <a:schemeClr val="dk1"/>
              </a:solidFill>
              <a:latin typeface="Noto Sans JP" panose="020B0200000000000000" pitchFamily="50" charset="-128"/>
              <a:ea typeface="Noto Sans JP" panose="020B0200000000000000" pitchFamily="50" charset="-128"/>
              <a:cs typeface="IBM Plex Sans JP"/>
              <a:sym typeface="IBM Plex Sans JP"/>
            </a:endParaRPr>
          </a:p>
          <a:p>
            <a:pPr marL="0" marR="0" lvl="0" indent="0" algn="l" rtl="0">
              <a:spcBef>
                <a:spcPts val="0"/>
              </a:spcBef>
              <a:spcAft>
                <a:spcPts val="0"/>
              </a:spcAft>
              <a:buNone/>
            </a:pPr>
            <a:r>
              <a:rPr lang="en-US" sz="900">
                <a:solidFill>
                  <a:schemeClr val="dk1"/>
                </a:solidFill>
                <a:latin typeface="Noto Sans JP" panose="020B0200000000000000" pitchFamily="50" charset="-128"/>
                <a:ea typeface="Noto Sans JP" panose="020B0200000000000000" pitchFamily="50" charset="-128"/>
                <a:cs typeface="IBM Plex Sans JP"/>
                <a:sym typeface="IBM Plex Sans JP"/>
              </a:rPr>
              <a:t>まれにバリが発生することがあります。発生したバリはニッパーやカッターなどで除去してください。 大きなバリはエクストルーダー送り不良を起こすことがあります。</a:t>
            </a:r>
            <a:endParaRPr sz="900">
              <a:latin typeface="Noto Sans JP" panose="020B0200000000000000" pitchFamily="50" charset="-128"/>
              <a:ea typeface="Noto Sans JP" panose="020B0200000000000000" pitchFamily="50" charset="-128"/>
            </a:endParaRPr>
          </a:p>
        </p:txBody>
      </p:sp>
    </p:spTree>
    <p:extLst>
      <p:ext uri="{BB962C8B-B14F-4D97-AF65-F5344CB8AC3E}">
        <p14:creationId xmlns:p14="http://schemas.microsoft.com/office/powerpoint/2010/main" val="5993315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25">
          <a:extLst>
            <a:ext uri="{FF2B5EF4-FFF2-40B4-BE49-F238E27FC236}">
              <a16:creationId xmlns:a16="http://schemas.microsoft.com/office/drawing/2014/main" id="{27F8204C-13BF-613B-E072-E2D53F09411A}"/>
            </a:ext>
          </a:extLst>
        </p:cNvPr>
        <p:cNvGrpSpPr/>
        <p:nvPr/>
      </p:nvGrpSpPr>
      <p:grpSpPr>
        <a:xfrm>
          <a:off x="0" y="0"/>
          <a:ext cx="0" cy="0"/>
          <a:chOff x="0" y="0"/>
          <a:chExt cx="0" cy="0"/>
        </a:xfrm>
      </p:grpSpPr>
      <p:sp>
        <p:nvSpPr>
          <p:cNvPr id="226" name="Google Shape;226;p19">
            <a:extLst>
              <a:ext uri="{FF2B5EF4-FFF2-40B4-BE49-F238E27FC236}">
                <a16:creationId xmlns:a16="http://schemas.microsoft.com/office/drawing/2014/main" id="{F4FD12D1-F8D3-43FC-F561-B9789C6BF005}"/>
              </a:ext>
            </a:extLst>
          </p:cNvPr>
          <p:cNvSpPr/>
          <p:nvPr/>
        </p:nvSpPr>
        <p:spPr>
          <a:xfrm>
            <a:off x="51086" y="45268"/>
            <a:ext cx="6790200" cy="9053400"/>
          </a:xfrm>
          <a:prstGeom prst="rect">
            <a:avLst/>
          </a:prstGeom>
          <a:gradFill>
            <a:gsLst>
              <a:gs pos="0">
                <a:srgbClr val="EE00B0"/>
              </a:gs>
              <a:gs pos="10000">
                <a:srgbClr val="EE00B0"/>
              </a:gs>
              <a:gs pos="50000">
                <a:srgbClr val="6200E8"/>
              </a:gs>
              <a:gs pos="90000">
                <a:srgbClr val="0095E5"/>
              </a:gs>
              <a:gs pos="100000">
                <a:srgbClr val="0095E5"/>
              </a:gs>
            </a:gsLst>
            <a:lin ang="1800004"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6" name="フリーフォーム: 図形 5">
            <a:extLst>
              <a:ext uri="{FF2B5EF4-FFF2-40B4-BE49-F238E27FC236}">
                <a16:creationId xmlns:a16="http://schemas.microsoft.com/office/drawing/2014/main" id="{469277EE-571B-580C-84C6-8E9A14ACF2F3}"/>
              </a:ext>
            </a:extLst>
          </p:cNvPr>
          <p:cNvSpPr/>
          <p:nvPr/>
        </p:nvSpPr>
        <p:spPr>
          <a:xfrm>
            <a:off x="17051" y="5531"/>
            <a:ext cx="6858000" cy="9144000"/>
          </a:xfrm>
          <a:custGeom>
            <a:avLst/>
            <a:gdLst>
              <a:gd name="csX0" fmla="*/ 3717793 w 6858000"/>
              <a:gd name="csY0" fmla="*/ 8656386 h 9144000"/>
              <a:gd name="csX1" fmla="*/ 3717793 w 6858000"/>
              <a:gd name="csY1" fmla="*/ 8710386 h 9144000"/>
              <a:gd name="csX2" fmla="*/ 6309793 w 6858000"/>
              <a:gd name="csY2" fmla="*/ 8710386 h 9144000"/>
              <a:gd name="csX3" fmla="*/ 6309793 w 6858000"/>
              <a:gd name="csY3" fmla="*/ 8656386 h 9144000"/>
              <a:gd name="csX4" fmla="*/ 537487 w 6858000"/>
              <a:gd name="csY4" fmla="*/ 8656386 h 9144000"/>
              <a:gd name="csX5" fmla="*/ 537487 w 6858000"/>
              <a:gd name="csY5" fmla="*/ 8710386 h 9144000"/>
              <a:gd name="csX6" fmla="*/ 3129487 w 6858000"/>
              <a:gd name="csY6" fmla="*/ 8710386 h 9144000"/>
              <a:gd name="csX7" fmla="*/ 3129487 w 6858000"/>
              <a:gd name="csY7" fmla="*/ 8656386 h 9144000"/>
              <a:gd name="csX8" fmla="*/ 666135 w 6858000"/>
              <a:gd name="csY8" fmla="*/ 2876799 h 9144000"/>
              <a:gd name="csX9" fmla="*/ 563835 w 6858000"/>
              <a:gd name="csY9" fmla="*/ 2979099 h 9144000"/>
              <a:gd name="csX10" fmla="*/ 666135 w 6858000"/>
              <a:gd name="csY10" fmla="*/ 3081399 h 9144000"/>
              <a:gd name="csX11" fmla="*/ 768435 w 6858000"/>
              <a:gd name="csY11" fmla="*/ 2979099 h 9144000"/>
              <a:gd name="csX12" fmla="*/ 666135 w 6858000"/>
              <a:gd name="csY12" fmla="*/ 2876799 h 9144000"/>
              <a:gd name="csX13" fmla="*/ 666147 w 6858000"/>
              <a:gd name="csY13" fmla="*/ 1465299 h 9144000"/>
              <a:gd name="csX14" fmla="*/ 563847 w 6858000"/>
              <a:gd name="csY14" fmla="*/ 1567599 h 9144000"/>
              <a:gd name="csX15" fmla="*/ 666147 w 6858000"/>
              <a:gd name="csY15" fmla="*/ 1669899 h 9144000"/>
              <a:gd name="csX16" fmla="*/ 768447 w 6858000"/>
              <a:gd name="csY16" fmla="*/ 1567599 h 9144000"/>
              <a:gd name="csX17" fmla="*/ 666147 w 6858000"/>
              <a:gd name="csY17" fmla="*/ 1465299 h 9144000"/>
              <a:gd name="csX18" fmla="*/ 537486 w 6858000"/>
              <a:gd name="csY18" fmla="*/ 446937 h 9144000"/>
              <a:gd name="csX19" fmla="*/ 537486 w 6858000"/>
              <a:gd name="csY19" fmla="*/ 500937 h 9144000"/>
              <a:gd name="csX20" fmla="*/ 6293586 w 6858000"/>
              <a:gd name="csY20" fmla="*/ 500937 h 9144000"/>
              <a:gd name="csX21" fmla="*/ 6293586 w 6858000"/>
              <a:gd name="csY21" fmla="*/ 446937 h 9144000"/>
              <a:gd name="csX22" fmla="*/ 0 w 6858000"/>
              <a:gd name="csY22" fmla="*/ 0 h 9144000"/>
              <a:gd name="csX23" fmla="*/ 6858000 w 6858000"/>
              <a:gd name="csY23" fmla="*/ 0 h 9144000"/>
              <a:gd name="csX24" fmla="*/ 6858000 w 6858000"/>
              <a:gd name="csY24" fmla="*/ 9144000 h 9144000"/>
              <a:gd name="csX25" fmla="*/ 0 w 6858000"/>
              <a:gd name="csY25" fmla="*/ 9144000 h 9144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Lst>
            <a:rect l="l" t="t" r="r" b="b"/>
            <a:pathLst>
              <a:path w="6858000" h="9144000">
                <a:moveTo>
                  <a:pt x="3717793" y="8656386"/>
                </a:moveTo>
                <a:lnTo>
                  <a:pt x="3717793" y="8710386"/>
                </a:lnTo>
                <a:lnTo>
                  <a:pt x="6309793" y="8710386"/>
                </a:lnTo>
                <a:lnTo>
                  <a:pt x="6309793" y="8656386"/>
                </a:lnTo>
                <a:close/>
                <a:moveTo>
                  <a:pt x="537487" y="8656386"/>
                </a:moveTo>
                <a:lnTo>
                  <a:pt x="537487" y="8710386"/>
                </a:lnTo>
                <a:lnTo>
                  <a:pt x="3129487" y="8710386"/>
                </a:lnTo>
                <a:lnTo>
                  <a:pt x="3129487" y="8656386"/>
                </a:lnTo>
                <a:close/>
                <a:moveTo>
                  <a:pt x="666135" y="2876799"/>
                </a:moveTo>
                <a:cubicBezTo>
                  <a:pt x="609636" y="2876799"/>
                  <a:pt x="563835" y="2922600"/>
                  <a:pt x="563835" y="2979099"/>
                </a:cubicBezTo>
                <a:cubicBezTo>
                  <a:pt x="563835" y="3035598"/>
                  <a:pt x="609636" y="3081399"/>
                  <a:pt x="666135" y="3081399"/>
                </a:cubicBezTo>
                <a:cubicBezTo>
                  <a:pt x="722634" y="3081399"/>
                  <a:pt x="768435" y="3035598"/>
                  <a:pt x="768435" y="2979099"/>
                </a:cubicBezTo>
                <a:cubicBezTo>
                  <a:pt x="768435" y="2922600"/>
                  <a:pt x="722634" y="2876799"/>
                  <a:pt x="666135" y="2876799"/>
                </a:cubicBezTo>
                <a:close/>
                <a:moveTo>
                  <a:pt x="666147" y="1465299"/>
                </a:moveTo>
                <a:cubicBezTo>
                  <a:pt x="609648" y="1465299"/>
                  <a:pt x="563847" y="1511100"/>
                  <a:pt x="563847" y="1567599"/>
                </a:cubicBezTo>
                <a:cubicBezTo>
                  <a:pt x="563847" y="1624098"/>
                  <a:pt x="609648" y="1669899"/>
                  <a:pt x="666147" y="1669899"/>
                </a:cubicBezTo>
                <a:cubicBezTo>
                  <a:pt x="722646" y="1669899"/>
                  <a:pt x="768447" y="1624098"/>
                  <a:pt x="768447" y="1567599"/>
                </a:cubicBezTo>
                <a:cubicBezTo>
                  <a:pt x="768447" y="1511100"/>
                  <a:pt x="722646" y="1465299"/>
                  <a:pt x="666147" y="1465299"/>
                </a:cubicBezTo>
                <a:close/>
                <a:moveTo>
                  <a:pt x="537486" y="446937"/>
                </a:moveTo>
                <a:lnTo>
                  <a:pt x="537486" y="500937"/>
                </a:lnTo>
                <a:lnTo>
                  <a:pt x="6293586" y="500937"/>
                </a:lnTo>
                <a:lnTo>
                  <a:pt x="6293586" y="446937"/>
                </a:lnTo>
                <a:close/>
                <a:moveTo>
                  <a:pt x="0" y="0"/>
                </a:moveTo>
                <a:lnTo>
                  <a:pt x="6858000" y="0"/>
                </a:lnTo>
                <a:lnTo>
                  <a:pt x="6858000" y="9144000"/>
                </a:lnTo>
                <a:lnTo>
                  <a:pt x="0" y="9144000"/>
                </a:lnTo>
                <a:close/>
              </a:path>
            </a:pathLst>
          </a:cu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236" name="Google Shape;236;p19">
            <a:extLst>
              <a:ext uri="{FF2B5EF4-FFF2-40B4-BE49-F238E27FC236}">
                <a16:creationId xmlns:a16="http://schemas.microsoft.com/office/drawing/2014/main" id="{956AB1D5-BAA5-6621-1C78-1BAE096CF0EA}"/>
              </a:ext>
            </a:extLst>
          </p:cNvPr>
          <p:cNvSpPr txBox="1"/>
          <p:nvPr/>
        </p:nvSpPr>
        <p:spPr>
          <a:xfrm>
            <a:off x="3163826" y="8511531"/>
            <a:ext cx="575700" cy="369300"/>
          </a:xfrm>
          <a:prstGeom prst="rect">
            <a:avLst/>
          </a:prstGeom>
          <a:noFill/>
          <a:ln>
            <a:noFill/>
          </a:ln>
        </p:spPr>
        <p:txBody>
          <a:bodyPr spcFirstLastPara="1" wrap="square" lIns="91425" tIns="45700" rIns="91425" bIns="45700" anchor="ctr" anchorCtr="0">
            <a:spAutoFit/>
          </a:bodyPr>
          <a:lstStyle/>
          <a:p>
            <a:pPr marL="0" marR="0" lvl="0" indent="0" algn="ctr" rtl="0">
              <a:spcBef>
                <a:spcPts val="0"/>
              </a:spcBef>
              <a:spcAft>
                <a:spcPts val="0"/>
              </a:spcAft>
              <a:buNone/>
            </a:pPr>
            <a:r>
              <a:rPr lang="en-US" sz="1800" dirty="0">
                <a:solidFill>
                  <a:schemeClr val="dk1"/>
                </a:solidFill>
                <a:latin typeface="Jost" pitchFamily="2" charset="0"/>
                <a:ea typeface="Jost" pitchFamily="2" charset="0"/>
              </a:rPr>
              <a:t>6</a:t>
            </a:r>
            <a:endParaRPr sz="1800" dirty="0">
              <a:solidFill>
                <a:schemeClr val="dk1"/>
              </a:solidFill>
              <a:latin typeface="Jost" pitchFamily="2" charset="0"/>
              <a:ea typeface="Jost" pitchFamily="2" charset="0"/>
              <a:sym typeface="Arial"/>
            </a:endParaRPr>
          </a:p>
        </p:txBody>
      </p:sp>
      <p:sp>
        <p:nvSpPr>
          <p:cNvPr id="238" name="Google Shape;238;p19">
            <a:extLst>
              <a:ext uri="{FF2B5EF4-FFF2-40B4-BE49-F238E27FC236}">
                <a16:creationId xmlns:a16="http://schemas.microsoft.com/office/drawing/2014/main" id="{355E0655-AF7D-EC4F-8DA0-08AF36534C71}"/>
              </a:ext>
            </a:extLst>
          </p:cNvPr>
          <p:cNvSpPr txBox="1"/>
          <p:nvPr/>
        </p:nvSpPr>
        <p:spPr>
          <a:xfrm>
            <a:off x="812651" y="2847881"/>
            <a:ext cx="2313092" cy="33851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b="1" dirty="0">
                <a:solidFill>
                  <a:schemeClr val="dk1"/>
                </a:solidFill>
                <a:latin typeface="Noto Sans JP" panose="020B0200000000000000" pitchFamily="50" charset="-128"/>
                <a:ea typeface="Noto Sans JP" panose="020B0200000000000000" pitchFamily="50" charset="-128"/>
                <a:cs typeface="IBM Plex Sans JP SemiBold"/>
                <a:sym typeface="IBM Plex Sans JP SemiBold"/>
              </a:rPr>
              <a:t>7. </a:t>
            </a:r>
            <a:r>
              <a:rPr lang="ja-JP" altLang="en-US" sz="1600" b="1" dirty="0">
                <a:solidFill>
                  <a:schemeClr val="dk1"/>
                </a:solidFill>
                <a:latin typeface="Noto Sans JP" panose="020B0200000000000000" pitchFamily="50" charset="-128"/>
                <a:ea typeface="Noto Sans JP" panose="020B0200000000000000" pitchFamily="50" charset="-128"/>
                <a:cs typeface="IBM Plex Sans JP SemiBold"/>
                <a:sym typeface="IBM Plex Sans JP SemiBold"/>
              </a:rPr>
              <a:t>更新履歴</a:t>
            </a:r>
            <a:endParaRPr sz="1800" b="1" dirty="0">
              <a:solidFill>
                <a:schemeClr val="dk1"/>
              </a:solidFill>
              <a:latin typeface="Noto Sans JP" panose="020B0200000000000000" pitchFamily="50" charset="-128"/>
              <a:ea typeface="Noto Sans JP" panose="020B0200000000000000" pitchFamily="50" charset="-128"/>
              <a:cs typeface="IBM Plex Sans JP SemiBold"/>
              <a:sym typeface="IBM Plex Sans JP SemiBold"/>
            </a:endParaRPr>
          </a:p>
        </p:txBody>
      </p:sp>
      <p:sp>
        <p:nvSpPr>
          <p:cNvPr id="239" name="Google Shape;239;p19">
            <a:extLst>
              <a:ext uri="{FF2B5EF4-FFF2-40B4-BE49-F238E27FC236}">
                <a16:creationId xmlns:a16="http://schemas.microsoft.com/office/drawing/2014/main" id="{8387ED89-E665-33E9-39AC-022A87D01B17}"/>
              </a:ext>
            </a:extLst>
          </p:cNvPr>
          <p:cNvSpPr txBox="1"/>
          <p:nvPr/>
        </p:nvSpPr>
        <p:spPr>
          <a:xfrm>
            <a:off x="672860" y="3162690"/>
            <a:ext cx="5649600" cy="646290"/>
          </a:xfrm>
          <a:prstGeom prst="rect">
            <a:avLst/>
          </a:prstGeom>
          <a:noFill/>
          <a:ln>
            <a:noFill/>
          </a:ln>
        </p:spPr>
        <p:txBody>
          <a:bodyPr spcFirstLastPara="1" wrap="square" lIns="91425" tIns="45700" rIns="91425" bIns="45700" anchor="t" anchorCtr="0">
            <a:spAutoFit/>
          </a:bodyPr>
          <a:lstStyle/>
          <a:p>
            <a:pPr lvl="0"/>
            <a:r>
              <a:rPr lang="ja-JP" altLang="ja-JP" sz="900" dirty="0">
                <a:latin typeface="Noto Sans JP" panose="020B0200000000000000" pitchFamily="50" charset="-128"/>
                <a:ea typeface="Noto Sans JP" panose="020B0200000000000000" pitchFamily="50" charset="-128"/>
              </a:rPr>
              <a:t>Ver.1.0</a:t>
            </a:r>
            <a:r>
              <a:rPr lang="en-US" altLang="ja-JP" sz="900" dirty="0">
                <a:latin typeface="Noto Sans JP" panose="020B0200000000000000" pitchFamily="50" charset="-128"/>
                <a:ea typeface="Noto Sans JP" panose="020B0200000000000000" pitchFamily="50" charset="-128"/>
              </a:rPr>
              <a:t>0</a:t>
            </a:r>
            <a:r>
              <a:rPr lang="ja-JP" altLang="ja-JP" sz="900" dirty="0">
                <a:latin typeface="Noto Sans JP" panose="020B0200000000000000" pitchFamily="50" charset="-128"/>
                <a:ea typeface="Noto Sans JP" panose="020B0200000000000000" pitchFamily="50" charset="-128"/>
              </a:rPr>
              <a:t> 2026-03-24 初版公開 </a:t>
            </a:r>
            <a:endParaRPr lang="en-US" altLang="ja-JP" sz="900" dirty="0">
              <a:latin typeface="Noto Sans JP" panose="020B0200000000000000" pitchFamily="50" charset="-128"/>
              <a:ea typeface="Noto Sans JP" panose="020B0200000000000000" pitchFamily="50" charset="-128"/>
            </a:endParaRPr>
          </a:p>
          <a:p>
            <a:pPr lvl="0"/>
            <a:r>
              <a:rPr lang="ja-JP" altLang="ja-JP" sz="900" dirty="0">
                <a:latin typeface="Noto Sans JP" panose="020B0200000000000000" pitchFamily="50" charset="-128"/>
                <a:ea typeface="Noto Sans JP" panose="020B0200000000000000" pitchFamily="50" charset="-128"/>
              </a:rPr>
              <a:t>Ver</a:t>
            </a:r>
            <a:r>
              <a:rPr lang="en-US" altLang="ja-JP" sz="900" dirty="0">
                <a:latin typeface="Noto Sans JP" panose="020B0200000000000000" pitchFamily="50" charset="-128"/>
                <a:ea typeface="Noto Sans JP" panose="020B0200000000000000" pitchFamily="50" charset="-128"/>
              </a:rPr>
              <a:t>.</a:t>
            </a:r>
            <a:r>
              <a:rPr lang="ja-JP" altLang="ja-JP" sz="900" dirty="0">
                <a:latin typeface="Noto Sans JP" panose="020B0200000000000000" pitchFamily="50" charset="-128"/>
                <a:ea typeface="Noto Sans JP" panose="020B0200000000000000" pitchFamily="50" charset="-128"/>
              </a:rPr>
              <a:t>2.0</a:t>
            </a:r>
            <a:r>
              <a:rPr lang="en-US" altLang="ja-JP" sz="900" dirty="0">
                <a:latin typeface="Noto Sans JP" panose="020B0200000000000000" pitchFamily="50" charset="-128"/>
                <a:ea typeface="Noto Sans JP" panose="020B0200000000000000" pitchFamily="50" charset="-128"/>
              </a:rPr>
              <a:t>0</a:t>
            </a:r>
            <a:r>
              <a:rPr lang="ja-JP" altLang="ja-JP" sz="900" dirty="0">
                <a:latin typeface="Noto Sans JP" panose="020B0200000000000000" pitchFamily="50" charset="-128"/>
                <a:ea typeface="Noto Sans JP" panose="020B0200000000000000" pitchFamily="50" charset="-128"/>
              </a:rPr>
              <a:t> 2026-06-19 混色比の数値修正、グラフのアップデート、ブリッジフィラメント</a:t>
            </a:r>
            <a:endParaRPr lang="en-US" altLang="ja-JP" sz="900" dirty="0">
              <a:latin typeface="Noto Sans JP" panose="020B0200000000000000" pitchFamily="50" charset="-128"/>
              <a:ea typeface="Noto Sans JP" panose="020B0200000000000000" pitchFamily="50" charset="-128"/>
            </a:endParaRPr>
          </a:p>
          <a:p>
            <a:r>
              <a:rPr lang="ja-JP" altLang="ja-JP" sz="900" dirty="0">
                <a:latin typeface="Noto Sans JP" panose="020B0200000000000000" pitchFamily="50" charset="-128"/>
                <a:ea typeface="Noto Sans JP" panose="020B0200000000000000" pitchFamily="50" charset="-128"/>
              </a:rPr>
              <a:t>Ver</a:t>
            </a:r>
            <a:r>
              <a:rPr lang="en-US" altLang="ja-JP" sz="900" dirty="0">
                <a:latin typeface="Noto Sans JP" panose="020B0200000000000000" pitchFamily="50" charset="-128"/>
                <a:ea typeface="Noto Sans JP" panose="020B0200000000000000" pitchFamily="50" charset="-128"/>
              </a:rPr>
              <a:t>.</a:t>
            </a:r>
            <a:r>
              <a:rPr lang="ja-JP" altLang="ja-JP" sz="900" dirty="0">
                <a:latin typeface="Noto Sans JP" panose="020B0200000000000000" pitchFamily="50" charset="-128"/>
                <a:ea typeface="Noto Sans JP" panose="020B0200000000000000" pitchFamily="50" charset="-128"/>
              </a:rPr>
              <a:t>2.</a:t>
            </a:r>
            <a:r>
              <a:rPr lang="en-US" altLang="ja-JP" sz="900" dirty="0">
                <a:latin typeface="Noto Sans JP" panose="020B0200000000000000" pitchFamily="50" charset="-128"/>
                <a:ea typeface="Noto Sans JP" panose="020B0200000000000000" pitchFamily="50" charset="-128"/>
              </a:rPr>
              <a:t>10</a:t>
            </a:r>
            <a:r>
              <a:rPr lang="ja-JP" altLang="ja-JP" sz="900" dirty="0">
                <a:latin typeface="Noto Sans JP" panose="020B0200000000000000" pitchFamily="50" charset="-128"/>
                <a:ea typeface="Noto Sans JP" panose="020B0200000000000000" pitchFamily="50" charset="-128"/>
              </a:rPr>
              <a:t> 2026-0</a:t>
            </a:r>
            <a:r>
              <a:rPr lang="en-US" altLang="ja-JP" sz="900" dirty="0">
                <a:latin typeface="Noto Sans JP" panose="020B0200000000000000" pitchFamily="50" charset="-128"/>
                <a:ea typeface="Noto Sans JP" panose="020B0200000000000000" pitchFamily="50" charset="-128"/>
              </a:rPr>
              <a:t>8</a:t>
            </a:r>
            <a:r>
              <a:rPr lang="ja-JP" altLang="ja-JP" sz="900" dirty="0">
                <a:latin typeface="Noto Sans JP" panose="020B0200000000000000" pitchFamily="50" charset="-128"/>
                <a:ea typeface="Noto Sans JP" panose="020B0200000000000000" pitchFamily="50" charset="-128"/>
              </a:rPr>
              <a:t>-</a:t>
            </a:r>
            <a:r>
              <a:rPr lang="en-US" altLang="ja-JP" sz="900" dirty="0">
                <a:latin typeface="Noto Sans JP" panose="020B0200000000000000" pitchFamily="50" charset="-128"/>
                <a:ea typeface="Noto Sans JP" panose="020B0200000000000000" pitchFamily="50" charset="-128"/>
              </a:rPr>
              <a:t>16</a:t>
            </a:r>
            <a:r>
              <a:rPr lang="ja-JP" altLang="en-US" sz="900" dirty="0">
                <a:latin typeface="Noto Sans JP" panose="020B0200000000000000" pitchFamily="50" charset="-128"/>
                <a:ea typeface="Noto Sans JP" panose="020B0200000000000000" pitchFamily="50" charset="-128"/>
              </a:rPr>
              <a:t> 統一デザイン反映</a:t>
            </a:r>
            <a:endParaRPr lang="en-US" altLang="ja-JP" sz="900" dirty="0">
              <a:latin typeface="Noto Sans JP" panose="020B0200000000000000" pitchFamily="50" charset="-128"/>
              <a:ea typeface="Noto Sans JP" panose="020B0200000000000000" pitchFamily="50" charset="-128"/>
            </a:endParaRPr>
          </a:p>
          <a:p>
            <a:r>
              <a:rPr lang="ja-JP" altLang="ja-JP" sz="900" dirty="0">
                <a:latin typeface="Noto Sans JP" panose="020B0200000000000000" pitchFamily="50" charset="-128"/>
                <a:ea typeface="Noto Sans JP" panose="020B0200000000000000" pitchFamily="50" charset="-128"/>
              </a:rPr>
              <a:t>Ver</a:t>
            </a:r>
            <a:r>
              <a:rPr lang="en-US" altLang="ja-JP" sz="900" dirty="0">
                <a:latin typeface="Noto Sans JP" panose="020B0200000000000000" pitchFamily="50" charset="-128"/>
                <a:ea typeface="Noto Sans JP" panose="020B0200000000000000" pitchFamily="50" charset="-128"/>
              </a:rPr>
              <a:t>.</a:t>
            </a:r>
            <a:r>
              <a:rPr lang="ja-JP" altLang="ja-JP" sz="900" dirty="0">
                <a:latin typeface="Noto Sans JP" panose="020B0200000000000000" pitchFamily="50" charset="-128"/>
                <a:ea typeface="Noto Sans JP" panose="020B0200000000000000" pitchFamily="50" charset="-128"/>
              </a:rPr>
              <a:t>2.</a:t>
            </a:r>
            <a:r>
              <a:rPr lang="en-US" altLang="ja-JP" sz="900" dirty="0">
                <a:latin typeface="Noto Sans JP" panose="020B0200000000000000" pitchFamily="50" charset="-128"/>
                <a:ea typeface="Noto Sans JP" panose="020B0200000000000000" pitchFamily="50" charset="-128"/>
              </a:rPr>
              <a:t>11</a:t>
            </a:r>
            <a:r>
              <a:rPr lang="ja-JP" altLang="ja-JP" sz="900" dirty="0">
                <a:latin typeface="Noto Sans JP" panose="020B0200000000000000" pitchFamily="50" charset="-128"/>
                <a:ea typeface="Noto Sans JP" panose="020B0200000000000000" pitchFamily="50" charset="-128"/>
              </a:rPr>
              <a:t> 2026-0</a:t>
            </a:r>
            <a:r>
              <a:rPr lang="en-US" altLang="ja-JP" sz="900" dirty="0">
                <a:latin typeface="Noto Sans JP" panose="020B0200000000000000" pitchFamily="50" charset="-128"/>
                <a:ea typeface="Noto Sans JP" panose="020B0200000000000000" pitchFamily="50" charset="-128"/>
              </a:rPr>
              <a:t>9</a:t>
            </a:r>
            <a:r>
              <a:rPr lang="ja-JP" altLang="ja-JP" sz="900" dirty="0">
                <a:latin typeface="Noto Sans JP" panose="020B0200000000000000" pitchFamily="50" charset="-128"/>
                <a:ea typeface="Noto Sans JP" panose="020B0200000000000000" pitchFamily="50" charset="-128"/>
              </a:rPr>
              <a:t>-</a:t>
            </a:r>
            <a:r>
              <a:rPr lang="en-US" altLang="ja-JP" sz="900" dirty="0">
                <a:latin typeface="Noto Sans JP" panose="020B0200000000000000" pitchFamily="50" charset="-128"/>
                <a:ea typeface="Noto Sans JP" panose="020B0200000000000000" pitchFamily="50" charset="-128"/>
              </a:rPr>
              <a:t>16</a:t>
            </a:r>
            <a:r>
              <a:rPr lang="ja-JP" altLang="en-US" sz="900" dirty="0">
                <a:latin typeface="Noto Sans JP" panose="020B0200000000000000" pitchFamily="50" charset="-128"/>
                <a:ea typeface="Noto Sans JP" panose="020B0200000000000000" pitchFamily="50" charset="-128"/>
              </a:rPr>
              <a:t>ブランド用書体の適用</a:t>
            </a:r>
            <a:endParaRPr lang="en-US" altLang="ja-JP" sz="900" dirty="0">
              <a:latin typeface="Noto Sans JP" panose="020B0200000000000000" pitchFamily="50" charset="-128"/>
              <a:ea typeface="Noto Sans JP" panose="020B0200000000000000" pitchFamily="50" charset="-128"/>
            </a:endParaRPr>
          </a:p>
        </p:txBody>
      </p:sp>
      <p:sp>
        <p:nvSpPr>
          <p:cNvPr id="240" name="Google Shape;240;p19">
            <a:extLst>
              <a:ext uri="{FF2B5EF4-FFF2-40B4-BE49-F238E27FC236}">
                <a16:creationId xmlns:a16="http://schemas.microsoft.com/office/drawing/2014/main" id="{57FC65A7-A674-6A95-667F-5A07CFABD2ED}"/>
              </a:ext>
            </a:extLst>
          </p:cNvPr>
          <p:cNvSpPr txBox="1"/>
          <p:nvPr/>
        </p:nvSpPr>
        <p:spPr>
          <a:xfrm>
            <a:off x="672873" y="681673"/>
            <a:ext cx="5649600" cy="523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000" dirty="0">
                <a:solidFill>
                  <a:schemeClr val="dk1"/>
                </a:solidFill>
                <a:latin typeface="Noto Sans JP" panose="020B0200000000000000" pitchFamily="50" charset="-128"/>
                <a:ea typeface="Noto Sans JP" panose="020B0200000000000000" pitchFamily="50" charset="-128"/>
                <a:cs typeface="IBM Plex Sans JP"/>
                <a:sym typeface="IBM Plex Sans JP"/>
              </a:rPr>
              <a:t> ・印刷＃２におけるノズルの影響</a:t>
            </a:r>
            <a:endParaRPr sz="1000" dirty="0">
              <a:solidFill>
                <a:schemeClr val="dk1"/>
              </a:solidFill>
              <a:latin typeface="Noto Sans JP" panose="020B0200000000000000" pitchFamily="50" charset="-128"/>
              <a:ea typeface="Noto Sans JP" panose="020B0200000000000000" pitchFamily="50" charset="-128"/>
              <a:cs typeface="IBM Plex Sans JP"/>
              <a:sym typeface="IBM Plex Sans JP"/>
            </a:endParaRPr>
          </a:p>
          <a:p>
            <a:pPr marL="0" marR="0" lvl="0" indent="0" algn="l" rtl="0">
              <a:spcBef>
                <a:spcPts val="0"/>
              </a:spcBef>
              <a:spcAft>
                <a:spcPts val="0"/>
              </a:spcAft>
              <a:buNone/>
            </a:pPr>
            <a:r>
              <a:rPr lang="en-US" sz="900" dirty="0">
                <a:solidFill>
                  <a:schemeClr val="dk1"/>
                </a:solidFill>
                <a:latin typeface="Noto Sans JP" panose="020B0200000000000000" pitchFamily="50" charset="-128"/>
                <a:ea typeface="Noto Sans JP" panose="020B0200000000000000" pitchFamily="50" charset="-128"/>
                <a:cs typeface="IBM Plex Sans JP"/>
                <a:sym typeface="IBM Plex Sans JP"/>
              </a:rPr>
              <a:t> </a:t>
            </a:r>
            <a:r>
              <a:rPr lang="en-US" sz="900" dirty="0" err="1">
                <a:solidFill>
                  <a:schemeClr val="dk1"/>
                </a:solidFill>
                <a:latin typeface="Noto Sans JP" panose="020B0200000000000000" pitchFamily="50" charset="-128"/>
                <a:ea typeface="Noto Sans JP" panose="020B0200000000000000" pitchFamily="50" charset="-128"/>
                <a:cs typeface="IBM Plex Sans JP"/>
                <a:sym typeface="IBM Plex Sans JP"/>
              </a:rPr>
              <a:t>ノズルの種類によって混ざりやすさが異なります。標準ノズルよりも高流動ノズルの方が混ざりやすい傾向にあります</a:t>
            </a:r>
            <a:r>
              <a:rPr lang="en-US" sz="900" dirty="0">
                <a:solidFill>
                  <a:schemeClr val="dk1"/>
                </a:solidFill>
                <a:latin typeface="Noto Sans JP" panose="020B0200000000000000" pitchFamily="50" charset="-128"/>
                <a:ea typeface="Noto Sans JP" panose="020B0200000000000000" pitchFamily="50" charset="-128"/>
                <a:cs typeface="IBM Plex Sans JP"/>
                <a:sym typeface="IBM Plex Sans JP"/>
              </a:rPr>
              <a:t>。  </a:t>
            </a:r>
            <a:endParaRPr sz="900" dirty="0">
              <a:latin typeface="Noto Sans JP" panose="020B0200000000000000" pitchFamily="50" charset="-128"/>
              <a:ea typeface="Noto Sans JP" panose="020B0200000000000000" pitchFamily="50" charset="-128"/>
            </a:endParaRPr>
          </a:p>
        </p:txBody>
      </p:sp>
      <p:sp>
        <p:nvSpPr>
          <p:cNvPr id="242" name="Google Shape;242;p19">
            <a:extLst>
              <a:ext uri="{FF2B5EF4-FFF2-40B4-BE49-F238E27FC236}">
                <a16:creationId xmlns:a16="http://schemas.microsoft.com/office/drawing/2014/main" id="{A9D338B4-7655-8560-18D1-1293963109C1}"/>
              </a:ext>
            </a:extLst>
          </p:cNvPr>
          <p:cNvSpPr txBox="1"/>
          <p:nvPr/>
        </p:nvSpPr>
        <p:spPr>
          <a:xfrm>
            <a:off x="764253" y="1427106"/>
            <a:ext cx="1923900" cy="3387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b="1" dirty="0">
                <a:solidFill>
                  <a:schemeClr val="dk1"/>
                </a:solidFill>
                <a:latin typeface="Noto Sans JP" panose="020B0200000000000000" pitchFamily="50" charset="-128"/>
                <a:ea typeface="Noto Sans JP" panose="020B0200000000000000" pitchFamily="50" charset="-128"/>
                <a:cs typeface="IBM Plex Sans JP SemiBold"/>
                <a:sym typeface="IBM Plex Sans JP SemiBold"/>
              </a:rPr>
              <a:t>６．最後に </a:t>
            </a:r>
            <a:endParaRPr sz="1800" b="1" dirty="0">
              <a:solidFill>
                <a:schemeClr val="dk1"/>
              </a:solidFill>
              <a:latin typeface="Noto Sans JP" panose="020B0200000000000000" pitchFamily="50" charset="-128"/>
              <a:ea typeface="Noto Sans JP" panose="020B0200000000000000" pitchFamily="50" charset="-128"/>
              <a:cs typeface="IBM Plex Sans JP SemiBold"/>
              <a:sym typeface="IBM Plex Sans JP SemiBold"/>
            </a:endParaRPr>
          </a:p>
        </p:txBody>
      </p:sp>
      <p:sp>
        <p:nvSpPr>
          <p:cNvPr id="243" name="Google Shape;243;p19">
            <a:extLst>
              <a:ext uri="{FF2B5EF4-FFF2-40B4-BE49-F238E27FC236}">
                <a16:creationId xmlns:a16="http://schemas.microsoft.com/office/drawing/2014/main" id="{728CF5A7-EB66-E8F6-C40F-A1D4851761BC}"/>
              </a:ext>
            </a:extLst>
          </p:cNvPr>
          <p:cNvSpPr txBox="1"/>
          <p:nvPr/>
        </p:nvSpPr>
        <p:spPr>
          <a:xfrm>
            <a:off x="672873" y="1828465"/>
            <a:ext cx="5649600" cy="76940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000" dirty="0" err="1">
                <a:solidFill>
                  <a:schemeClr val="dk1"/>
                </a:solidFill>
                <a:latin typeface="Noto Sans JP" panose="020B0200000000000000" pitchFamily="50" charset="-128"/>
                <a:ea typeface="Noto Sans JP" panose="020B0200000000000000" pitchFamily="50" charset="-128"/>
                <a:cs typeface="IBM Plex Sans JP"/>
                <a:sym typeface="IBM Plex Sans JP"/>
              </a:rPr>
              <a:t>お読みいただきありがとうございます</a:t>
            </a:r>
            <a:r>
              <a:rPr lang="en-US" sz="1000" dirty="0">
                <a:solidFill>
                  <a:schemeClr val="dk1"/>
                </a:solidFill>
                <a:latin typeface="Noto Sans JP" panose="020B0200000000000000" pitchFamily="50" charset="-128"/>
                <a:ea typeface="Noto Sans JP" panose="020B0200000000000000" pitchFamily="50" charset="-128"/>
                <a:cs typeface="IBM Plex Sans JP"/>
                <a:sym typeface="IBM Plex Sans JP"/>
              </a:rPr>
              <a:t>。 </a:t>
            </a:r>
            <a:endParaRPr sz="1000" dirty="0">
              <a:solidFill>
                <a:schemeClr val="dk1"/>
              </a:solidFill>
              <a:latin typeface="Noto Sans JP" panose="020B0200000000000000" pitchFamily="50" charset="-128"/>
              <a:ea typeface="Noto Sans JP" panose="020B0200000000000000" pitchFamily="50" charset="-128"/>
              <a:cs typeface="IBM Plex Sans JP"/>
              <a:sym typeface="IBM Plex Sans JP"/>
            </a:endParaRPr>
          </a:p>
          <a:p>
            <a:pPr marL="0" marR="0" lvl="0" indent="0" algn="l" rtl="0">
              <a:spcBef>
                <a:spcPts val="0"/>
              </a:spcBef>
              <a:spcAft>
                <a:spcPts val="0"/>
              </a:spcAft>
              <a:buNone/>
            </a:pPr>
            <a:r>
              <a:rPr lang="en-US" sz="1000" dirty="0">
                <a:solidFill>
                  <a:schemeClr val="dk1"/>
                </a:solidFill>
                <a:latin typeface="Jost SemiBold" pitchFamily="2" charset="0"/>
                <a:ea typeface="Jost SemiBold" pitchFamily="2" charset="0"/>
                <a:cs typeface="IBM Plex Sans JP"/>
                <a:sym typeface="IBM Plex Sans JP"/>
              </a:rPr>
              <a:t>FlexChroma</a:t>
            </a:r>
            <a:r>
              <a:rPr lang="en-US" sz="1000" dirty="0">
                <a:solidFill>
                  <a:schemeClr val="dk1"/>
                </a:solidFill>
                <a:latin typeface="Noto Sans JP" panose="020B0200000000000000" pitchFamily="50" charset="-128"/>
                <a:ea typeface="Noto Sans JP" panose="020B0200000000000000" pitchFamily="50" charset="-128"/>
                <a:cs typeface="IBM Plex Sans JP"/>
                <a:sym typeface="IBM Plex Sans JP"/>
              </a:rPr>
              <a:t> </a:t>
            </a:r>
            <a:r>
              <a:rPr lang="en-US" sz="1000" dirty="0" err="1">
                <a:solidFill>
                  <a:schemeClr val="dk1"/>
                </a:solidFill>
                <a:latin typeface="Noto Sans JP" panose="020B0200000000000000" pitchFamily="50" charset="-128"/>
                <a:ea typeface="Noto Sans JP" panose="020B0200000000000000" pitchFamily="50" charset="-128"/>
                <a:cs typeface="IBM Plex Sans JP"/>
                <a:sym typeface="IBM Plex Sans JP"/>
              </a:rPr>
              <a:t>が、皆さまの造形表現をより広げることを願っています</a:t>
            </a:r>
            <a:r>
              <a:rPr lang="en-US" sz="1000" dirty="0">
                <a:solidFill>
                  <a:schemeClr val="dk1"/>
                </a:solidFill>
                <a:latin typeface="Noto Sans JP" panose="020B0200000000000000" pitchFamily="50" charset="-128"/>
                <a:ea typeface="Noto Sans JP" panose="020B0200000000000000" pitchFamily="50" charset="-128"/>
                <a:cs typeface="IBM Plex Sans JP"/>
                <a:sym typeface="IBM Plex Sans JP"/>
              </a:rPr>
              <a:t>。 </a:t>
            </a:r>
            <a:endParaRPr sz="1000" dirty="0">
              <a:solidFill>
                <a:schemeClr val="dk1"/>
              </a:solidFill>
              <a:latin typeface="Noto Sans JP" panose="020B0200000000000000" pitchFamily="50" charset="-128"/>
              <a:ea typeface="Noto Sans JP" panose="020B0200000000000000" pitchFamily="50" charset="-128"/>
              <a:cs typeface="IBM Plex Sans JP"/>
              <a:sym typeface="IBM Plex Sans JP"/>
            </a:endParaRPr>
          </a:p>
          <a:p>
            <a:pPr marL="0" marR="0" lvl="0" indent="0" algn="l" rtl="0">
              <a:spcBef>
                <a:spcPts val="0"/>
              </a:spcBef>
              <a:spcAft>
                <a:spcPts val="0"/>
              </a:spcAft>
              <a:buNone/>
            </a:pPr>
            <a:endParaRPr sz="1000" dirty="0">
              <a:solidFill>
                <a:schemeClr val="dk1"/>
              </a:solidFill>
              <a:latin typeface="Noto Sans JP" panose="020B0200000000000000" pitchFamily="50" charset="-128"/>
              <a:ea typeface="Noto Sans JP" panose="020B0200000000000000" pitchFamily="50" charset="-128"/>
              <a:cs typeface="IBM Plex Sans JP"/>
              <a:sym typeface="IBM Plex Sans JP"/>
            </a:endParaRPr>
          </a:p>
          <a:p>
            <a:pPr marL="0" marR="0" lvl="0" indent="0" algn="l" rtl="0">
              <a:spcBef>
                <a:spcPts val="0"/>
              </a:spcBef>
              <a:spcAft>
                <a:spcPts val="0"/>
              </a:spcAft>
              <a:buNone/>
            </a:pPr>
            <a:r>
              <a:rPr lang="en-US" b="1" dirty="0">
                <a:solidFill>
                  <a:schemeClr val="dk1"/>
                </a:solidFill>
                <a:latin typeface="Jost SemiBold" pitchFamily="2" charset="0"/>
                <a:ea typeface="Jost SemiBold" pitchFamily="2" charset="0"/>
                <a:cs typeface="IBM Plex Sans JP"/>
                <a:sym typeface="IBM Plex Sans JP"/>
              </a:rPr>
              <a:t>Print Colors You Imagine. </a:t>
            </a:r>
            <a:endParaRPr sz="1800" b="1" dirty="0">
              <a:latin typeface="Jost SemiBold" pitchFamily="2" charset="0"/>
              <a:ea typeface="Jost SemiBold" pitchFamily="2" charset="0"/>
            </a:endParaRPr>
          </a:p>
        </p:txBody>
      </p:sp>
    </p:spTree>
    <p:extLst>
      <p:ext uri="{BB962C8B-B14F-4D97-AF65-F5344CB8AC3E}">
        <p14:creationId xmlns:p14="http://schemas.microsoft.com/office/powerpoint/2010/main" val="1590775233"/>
      </p:ext>
    </p:extLst>
  </p:cSld>
  <p:clrMapOvr>
    <a:masterClrMapping/>
  </p:clrMapOvr>
</p:sld>
</file>

<file path=ppt/theme/theme1.xml><?xml version="1.0" encoding="utf-8"?>
<a:theme xmlns:a="http://schemas.openxmlformats.org/drawingml/2006/main" name="Office テーマ">
  <a:themeElements>
    <a:clrScheme name="Office テーマ">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53</TotalTime>
  <Words>1509</Words>
  <Application>Microsoft Office PowerPoint</Application>
  <PresentationFormat>画面に合わせる (4:3)</PresentationFormat>
  <Paragraphs>233</Paragraphs>
  <Slides>13</Slides>
  <Notes>13</Notes>
  <HiddenSlides>0</HiddenSlides>
  <MMClips>0</MMClips>
  <ScaleCrop>false</ScaleCrop>
  <HeadingPairs>
    <vt:vector size="6" baseType="variant">
      <vt:variant>
        <vt:lpstr>使用されているフォント</vt:lpstr>
      </vt:variant>
      <vt:variant>
        <vt:i4>7</vt:i4>
      </vt:variant>
      <vt:variant>
        <vt:lpstr>テーマ</vt:lpstr>
      </vt:variant>
      <vt:variant>
        <vt:i4>1</vt:i4>
      </vt:variant>
      <vt:variant>
        <vt:lpstr>スライド タイトル</vt:lpstr>
      </vt:variant>
      <vt:variant>
        <vt:i4>13</vt:i4>
      </vt:variant>
    </vt:vector>
  </HeadingPairs>
  <TitlesOfParts>
    <vt:vector size="21" baseType="lpstr">
      <vt:lpstr>Jost SemiBold</vt:lpstr>
      <vt:lpstr>Play</vt:lpstr>
      <vt:lpstr>Jost Medium</vt:lpstr>
      <vt:lpstr>IBM Plex Sans JP</vt:lpstr>
      <vt:lpstr>Noto Sans JP</vt:lpstr>
      <vt:lpstr>Arial</vt:lpstr>
      <vt:lpstr>Jost</vt:lpstr>
      <vt:lpstr>Office テーマ</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MAKOTO YAZAKI (矢﨑 誠)</cp:lastModifiedBy>
  <cp:revision>16</cp:revision>
  <cp:lastPrinted>2026-08-15T17:19:26Z</cp:lastPrinted>
  <dcterms:modified xsi:type="dcterms:W3CDTF">2026-09-23T05:30:57Z</dcterms:modified>
</cp:coreProperties>
</file>
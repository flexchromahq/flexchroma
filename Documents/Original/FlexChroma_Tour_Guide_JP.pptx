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72" r:id="rId1"/>
  </p:sldMasterIdLst>
  <p:sldIdLst>
    <p:sldId id="256" r:id="rId2"/>
    <p:sldId id="257" r:id="rId3"/>
    <p:sldId id="258" r:id="rId4"/>
    <p:sldId id="259" r:id="rId5"/>
    <p:sldId id="260" r:id="rId6"/>
    <p:sldId id="261" r:id="rId7"/>
    <p:sldId id="262" r:id="rId8"/>
  </p:sldIdLst>
  <p:sldSz cx="6858000" cy="9144000" type="screen4x3"/>
  <p:notesSz cx="7104063" cy="10234613"/>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95E5"/>
    <a:srgbClr val="6200E8"/>
    <a:srgbClr val="EE00B0"/>
    <a:srgbClr val="0086D6"/>
    <a:srgbClr val="FF00FF"/>
    <a:srgbClr val="AE00F4"/>
    <a:srgbClr val="5800E1"/>
    <a:srgbClr val="EC008C"/>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9178" autoAdjust="0"/>
    <p:restoredTop sz="94660"/>
  </p:normalViewPr>
  <p:slideViewPr>
    <p:cSldViewPr snapToGrid="0">
      <p:cViewPr varScale="1">
        <p:scale>
          <a:sx n="142" d="100"/>
          <a:sy n="142" d="100"/>
        </p:scale>
        <p:origin x="5246" y="110"/>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3" Type="http://schemas.openxmlformats.org/officeDocument/2006/relationships/slide" Target="slides/slide2.xml"/><Relationship Id="rId7" Type="http://schemas.openxmlformats.org/officeDocument/2006/relationships/slide" Target="slides/slide6.xml"/><Relationship Id="rId12" Type="http://schemas.openxmlformats.org/officeDocument/2006/relationships/tableStyles" Target="tableStyles.xml"/><Relationship Id="rId2" Type="http://schemas.openxmlformats.org/officeDocument/2006/relationships/slide" Target="slides/slid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theme" Target="theme/theme1.xml"/><Relationship Id="rId5" Type="http://schemas.openxmlformats.org/officeDocument/2006/relationships/slide" Target="slides/slide4.xml"/><Relationship Id="rId10"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presProps" Target="presProp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Title 1"/>
          <p:cNvSpPr>
            <a:spLocks noGrp="1"/>
          </p:cNvSpPr>
          <p:nvPr>
            <p:ph type="ctrTitle"/>
          </p:nvPr>
        </p:nvSpPr>
        <p:spPr>
          <a:xfrm>
            <a:off x="514350" y="1496484"/>
            <a:ext cx="5829300" cy="3183467"/>
          </a:xfrm>
        </p:spPr>
        <p:txBody>
          <a:bodyPr anchor="b"/>
          <a:lstStyle>
            <a:lvl1pPr algn="ctr">
              <a:defRPr sz="4500"/>
            </a:lvl1pPr>
          </a:lstStyle>
          <a:p>
            <a:r>
              <a:rPr lang="ja-JP" altLang="en-US"/>
              <a:t>マスター タイトルの書式設定</a:t>
            </a:r>
            <a:endParaRPr lang="en-US" dirty="0"/>
          </a:p>
        </p:txBody>
      </p:sp>
      <p:sp>
        <p:nvSpPr>
          <p:cNvPr id="3" name="Subtitle 2"/>
          <p:cNvSpPr>
            <a:spLocks noGrp="1"/>
          </p:cNvSpPr>
          <p:nvPr>
            <p:ph type="subTitle" idx="1"/>
          </p:nvPr>
        </p:nvSpPr>
        <p:spPr>
          <a:xfrm>
            <a:off x="857250" y="4802717"/>
            <a:ext cx="5143500" cy="2207683"/>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ja-JP" altLang="en-US"/>
              <a:t>マスター サブタイトルの書式設定</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3241936814"/>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タイトルと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idx="1"/>
          </p:nvPr>
        </p:nvSpPr>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2555612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Title 1"/>
          <p:cNvSpPr>
            <a:spLocks noGrp="1"/>
          </p:cNvSpPr>
          <p:nvPr>
            <p:ph type="title"/>
          </p:nvPr>
        </p:nvSpPr>
        <p:spPr>
          <a:xfrm>
            <a:off x="467916" y="2279653"/>
            <a:ext cx="5915025" cy="3803649"/>
          </a:xfrm>
        </p:spPr>
        <p:txBody>
          <a:bodyPr anchor="b"/>
          <a:lstStyle>
            <a:lvl1pPr>
              <a:defRPr sz="4500"/>
            </a:lvl1pPr>
          </a:lstStyle>
          <a:p>
            <a:r>
              <a:rPr lang="ja-JP" altLang="en-US"/>
              <a:t>マスター タイトルの書式設定</a:t>
            </a:r>
            <a:endParaRPr lang="en-US" dirty="0"/>
          </a:p>
        </p:txBody>
      </p:sp>
      <p:sp>
        <p:nvSpPr>
          <p:cNvPr id="3" name="Text Placeholder 2"/>
          <p:cNvSpPr>
            <a:spLocks noGrp="1"/>
          </p:cNvSpPr>
          <p:nvPr>
            <p:ph type="body" idx="1"/>
          </p:nvPr>
        </p:nvSpPr>
        <p:spPr>
          <a:xfrm>
            <a:off x="467916" y="6119286"/>
            <a:ext cx="5915025" cy="2000249"/>
          </a:xfrm>
        </p:spPr>
        <p:txBody>
          <a:bodyPr/>
          <a:lstStyle>
            <a:lvl1pPr marL="0" indent="0">
              <a:buNone/>
              <a:defRPr sz="1800">
                <a:solidFill>
                  <a:schemeClr val="tx1">
                    <a:tint val="82000"/>
                  </a:schemeClr>
                </a:solidFill>
              </a:defRPr>
            </a:lvl1pPr>
            <a:lvl2pPr marL="342900" indent="0">
              <a:buNone/>
              <a:defRPr sz="1500">
                <a:solidFill>
                  <a:schemeClr val="tx1">
                    <a:tint val="82000"/>
                  </a:schemeClr>
                </a:solidFill>
              </a:defRPr>
            </a:lvl2pPr>
            <a:lvl3pPr marL="685800" indent="0">
              <a:buNone/>
              <a:defRPr sz="1350">
                <a:solidFill>
                  <a:schemeClr val="tx1">
                    <a:tint val="82000"/>
                  </a:schemeClr>
                </a:solidFill>
              </a:defRPr>
            </a:lvl3pPr>
            <a:lvl4pPr marL="1028700" indent="0">
              <a:buNone/>
              <a:defRPr sz="1200">
                <a:solidFill>
                  <a:schemeClr val="tx1">
                    <a:tint val="82000"/>
                  </a:schemeClr>
                </a:solidFill>
              </a:defRPr>
            </a:lvl4pPr>
            <a:lvl5pPr marL="1371600" indent="0">
              <a:buNone/>
              <a:defRPr sz="1200">
                <a:solidFill>
                  <a:schemeClr val="tx1">
                    <a:tint val="82000"/>
                  </a:schemeClr>
                </a:solidFill>
              </a:defRPr>
            </a:lvl5pPr>
            <a:lvl6pPr marL="1714500" indent="0">
              <a:buNone/>
              <a:defRPr sz="1200">
                <a:solidFill>
                  <a:schemeClr val="tx1">
                    <a:tint val="82000"/>
                  </a:schemeClr>
                </a:solidFill>
              </a:defRPr>
            </a:lvl6pPr>
            <a:lvl7pPr marL="2057400" indent="0">
              <a:buNone/>
              <a:defRPr sz="1200">
                <a:solidFill>
                  <a:schemeClr val="tx1">
                    <a:tint val="82000"/>
                  </a:schemeClr>
                </a:solidFill>
              </a:defRPr>
            </a:lvl7pPr>
            <a:lvl8pPr marL="2400300" indent="0">
              <a:buNone/>
              <a:defRPr sz="1200">
                <a:solidFill>
                  <a:schemeClr val="tx1">
                    <a:tint val="82000"/>
                  </a:schemeClr>
                </a:solidFill>
              </a:defRPr>
            </a:lvl8pPr>
            <a:lvl9pPr marL="2743200" indent="0">
              <a:buNone/>
              <a:defRPr sz="1200">
                <a:solidFill>
                  <a:schemeClr val="tx1">
                    <a:tint val="82000"/>
                  </a:schemeClr>
                </a:solidFill>
              </a:defRPr>
            </a:lvl9pPr>
          </a:lstStyle>
          <a:p>
            <a:pPr lvl="0"/>
            <a:r>
              <a:rPr lang="ja-JP" altLang="en-US"/>
              <a:t>マスター テキストの書式設定</a:t>
            </a:r>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44826424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Content Placeholder 2"/>
          <p:cNvSpPr>
            <a:spLocks noGrp="1"/>
          </p:cNvSpPr>
          <p:nvPr>
            <p:ph sz="half" idx="1"/>
          </p:nvPr>
        </p:nvSpPr>
        <p:spPr>
          <a:xfrm>
            <a:off x="471488"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Content Placeholder 3"/>
          <p:cNvSpPr>
            <a:spLocks noGrp="1"/>
          </p:cNvSpPr>
          <p:nvPr>
            <p:ph sz="half" idx="2"/>
          </p:nvPr>
        </p:nvSpPr>
        <p:spPr>
          <a:xfrm>
            <a:off x="3471863" y="2434167"/>
            <a:ext cx="2914650" cy="5801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7533822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Title 1"/>
          <p:cNvSpPr>
            <a:spLocks noGrp="1"/>
          </p:cNvSpPr>
          <p:nvPr>
            <p:ph type="title"/>
          </p:nvPr>
        </p:nvSpPr>
        <p:spPr>
          <a:xfrm>
            <a:off x="472381" y="486836"/>
            <a:ext cx="5915025" cy="1767417"/>
          </a:xfrm>
        </p:spPr>
        <p:txBody>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2381" y="2241551"/>
            <a:ext cx="2901255"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4" name="Content Placeholder 3"/>
          <p:cNvSpPr>
            <a:spLocks noGrp="1"/>
          </p:cNvSpPr>
          <p:nvPr>
            <p:ph sz="half" idx="2"/>
          </p:nvPr>
        </p:nvSpPr>
        <p:spPr>
          <a:xfrm>
            <a:off x="472381" y="3340100"/>
            <a:ext cx="2901255"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5" name="Text Placeholder 4"/>
          <p:cNvSpPr>
            <a:spLocks noGrp="1"/>
          </p:cNvSpPr>
          <p:nvPr>
            <p:ph type="body" sz="quarter" idx="3"/>
          </p:nvPr>
        </p:nvSpPr>
        <p:spPr>
          <a:xfrm>
            <a:off x="3471863" y="2241551"/>
            <a:ext cx="2915543" cy="1098549"/>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ja-JP" altLang="en-US"/>
              <a:t>マスター テキストの書式設定</a:t>
            </a:r>
          </a:p>
        </p:txBody>
      </p:sp>
      <p:sp>
        <p:nvSpPr>
          <p:cNvPr id="6" name="Content Placeholder 5"/>
          <p:cNvSpPr>
            <a:spLocks noGrp="1"/>
          </p:cNvSpPr>
          <p:nvPr>
            <p:ph sz="quarter" idx="4"/>
          </p:nvPr>
        </p:nvSpPr>
        <p:spPr>
          <a:xfrm>
            <a:off x="3471863" y="3340100"/>
            <a:ext cx="2915543" cy="4912784"/>
          </a:xfrm>
        </p:spPr>
        <p:txBody>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7" name="Date Placeholder 6"/>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8" name="Footer Placeholder 7"/>
          <p:cNvSpPr>
            <a:spLocks noGrp="1"/>
          </p:cNvSpPr>
          <p:nvPr>
            <p:ph type="ftr" sz="quarter" idx="11"/>
          </p:nvPr>
        </p:nvSpPr>
        <p:spPr/>
        <p:txBody>
          <a:bodyPr/>
          <a:lstStyle/>
          <a:p>
            <a:endParaRPr kumimoji="1" lang="ja-JP" altLang="en-US"/>
          </a:p>
        </p:txBody>
      </p:sp>
      <p:sp>
        <p:nvSpPr>
          <p:cNvPr id="9" name="Slide Number Placeholder 8"/>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5854006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タイトルのみ">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Date Placeholder 2"/>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4" name="Footer Placeholder 3"/>
          <p:cNvSpPr>
            <a:spLocks noGrp="1"/>
          </p:cNvSpPr>
          <p:nvPr>
            <p:ph type="ftr" sz="quarter" idx="11"/>
          </p:nvPr>
        </p:nvSpPr>
        <p:spPr/>
        <p:txBody>
          <a:bodyPr/>
          <a:lstStyle/>
          <a:p>
            <a:endParaRPr kumimoji="1" lang="ja-JP" altLang="en-US"/>
          </a:p>
        </p:txBody>
      </p:sp>
      <p:sp>
        <p:nvSpPr>
          <p:cNvPr id="5" name="Slide Number Placeholder 4"/>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37606247"/>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白紙">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3" name="Footer Placeholder 2"/>
          <p:cNvSpPr>
            <a:spLocks noGrp="1"/>
          </p:cNvSpPr>
          <p:nvPr>
            <p:ph type="ftr" sz="quarter" idx="11"/>
          </p:nvPr>
        </p:nvSpPr>
        <p:spPr/>
        <p:txBody>
          <a:bodyPr/>
          <a:lstStyle/>
          <a:p>
            <a:endParaRPr kumimoji="1" lang="ja-JP" altLang="en-US"/>
          </a:p>
        </p:txBody>
      </p:sp>
      <p:sp>
        <p:nvSpPr>
          <p:cNvPr id="4" name="Slide Number Placeholder 3"/>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048455813"/>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Content Placeholder 2"/>
          <p:cNvSpPr>
            <a:spLocks noGrp="1"/>
          </p:cNvSpPr>
          <p:nvPr>
            <p:ph idx="1"/>
          </p:nvPr>
        </p:nvSpPr>
        <p:spPr>
          <a:xfrm>
            <a:off x="2915543" y="1316569"/>
            <a:ext cx="3471863" cy="6498167"/>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400176394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Title 1"/>
          <p:cNvSpPr>
            <a:spLocks noGrp="1"/>
          </p:cNvSpPr>
          <p:nvPr>
            <p:ph type="title"/>
          </p:nvPr>
        </p:nvSpPr>
        <p:spPr>
          <a:xfrm>
            <a:off x="472381" y="609600"/>
            <a:ext cx="2211884" cy="2133600"/>
          </a:xfrm>
        </p:spPr>
        <p:txBody>
          <a:bodyPr anchor="b"/>
          <a:lstStyle>
            <a:lvl1pPr>
              <a:defRPr sz="2400"/>
            </a:lvl1pPr>
          </a:lstStyle>
          <a:p>
            <a:r>
              <a:rPr lang="ja-JP" altLang="en-US"/>
              <a:t>マスター タイトルの書式設定</a:t>
            </a:r>
            <a:endParaRPr lang="en-US" dirty="0"/>
          </a:p>
        </p:txBody>
      </p:sp>
      <p:sp>
        <p:nvSpPr>
          <p:cNvPr id="3" name="Picture Placeholder 2"/>
          <p:cNvSpPr>
            <a:spLocks noGrp="1" noChangeAspect="1"/>
          </p:cNvSpPr>
          <p:nvPr>
            <p:ph type="pic" idx="1"/>
          </p:nvPr>
        </p:nvSpPr>
        <p:spPr>
          <a:xfrm>
            <a:off x="2915543" y="1316569"/>
            <a:ext cx="3471863" cy="6498167"/>
          </a:xfrm>
        </p:spPr>
        <p:txBody>
          <a:bodyPr anchor="t"/>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r>
              <a:rPr lang="ja-JP" altLang="en-US"/>
              <a:t>アイコンをクリックして図を追加</a:t>
            </a:r>
            <a:endParaRPr lang="en-US" dirty="0"/>
          </a:p>
        </p:txBody>
      </p:sp>
      <p:sp>
        <p:nvSpPr>
          <p:cNvPr id="4" name="Text Placeholder 3"/>
          <p:cNvSpPr>
            <a:spLocks noGrp="1"/>
          </p:cNvSpPr>
          <p:nvPr>
            <p:ph type="body" sz="half" idx="2"/>
          </p:nvPr>
        </p:nvSpPr>
        <p:spPr>
          <a:xfrm>
            <a:off x="472381" y="2743200"/>
            <a:ext cx="2211884" cy="5082117"/>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ja-JP" altLang="en-US"/>
              <a:t>マスター テキストの書式設定</a:t>
            </a:r>
          </a:p>
        </p:txBody>
      </p:sp>
      <p:sp>
        <p:nvSpPr>
          <p:cNvPr id="5" name="Date Placeholder 4"/>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6" name="Footer Placeholder 5"/>
          <p:cNvSpPr>
            <a:spLocks noGrp="1"/>
          </p:cNvSpPr>
          <p:nvPr>
            <p:ph type="ftr" sz="quarter" idx="11"/>
          </p:nvPr>
        </p:nvSpPr>
        <p:spPr/>
        <p:txBody>
          <a:bodyPr/>
          <a:lstStyle/>
          <a:p>
            <a:endParaRPr kumimoji="1" lang="ja-JP" altLang="en-US"/>
          </a:p>
        </p:txBody>
      </p:sp>
      <p:sp>
        <p:nvSpPr>
          <p:cNvPr id="7" name="Slide Number Placeholder 6"/>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86067156"/>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ja-JP" altLang="en-US"/>
              <a:t>マスター タイトルの書式設定</a:t>
            </a:r>
            <a:endParaRPr lang="en-US" dirty="0"/>
          </a:p>
        </p:txBody>
      </p:sp>
      <p:sp>
        <p:nvSpPr>
          <p:cNvPr id="3" name="Vertical Text Placeholder 2"/>
          <p:cNvSpPr>
            <a:spLocks noGrp="1"/>
          </p:cNvSpPr>
          <p:nvPr>
            <p:ph type="body" orient="vert" idx="1"/>
          </p:nvPr>
        </p:nvSpPr>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287093333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4907757" y="486834"/>
            <a:ext cx="1478756" cy="7749117"/>
          </a:xfrm>
        </p:spPr>
        <p:txBody>
          <a:bodyPr vert="eaVert"/>
          <a:lstStyle/>
          <a:p>
            <a:r>
              <a:rPr lang="ja-JP" altLang="en-US"/>
              <a:t>マスター タイトルの書式設定</a:t>
            </a:r>
            <a:endParaRPr lang="en-US" dirty="0"/>
          </a:p>
        </p:txBody>
      </p:sp>
      <p:sp>
        <p:nvSpPr>
          <p:cNvPr id="3" name="Vertical Text Placeholder 2"/>
          <p:cNvSpPr>
            <a:spLocks noGrp="1"/>
          </p:cNvSpPr>
          <p:nvPr>
            <p:ph type="body" orient="vert" idx="1"/>
          </p:nvPr>
        </p:nvSpPr>
        <p:spPr>
          <a:xfrm>
            <a:off x="471488" y="486834"/>
            <a:ext cx="4350544" cy="7749117"/>
          </a:xfrm>
        </p:spPr>
        <p:txBody>
          <a:bodyPr vert="eaVert"/>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10"/>
          </p:nvPr>
        </p:nvSpPr>
        <p:spPr/>
        <p:txBody>
          <a:body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11"/>
          </p:nvPr>
        </p:nvSpPr>
        <p:spPr/>
        <p:txBody>
          <a:bodyPr/>
          <a:lstStyle/>
          <a:p>
            <a:endParaRPr kumimoji="1" lang="ja-JP" altLang="en-US"/>
          </a:p>
        </p:txBody>
      </p:sp>
      <p:sp>
        <p:nvSpPr>
          <p:cNvPr id="6" name="Slide Number Placeholder 5"/>
          <p:cNvSpPr>
            <a:spLocks noGrp="1"/>
          </p:cNvSpPr>
          <p:nvPr>
            <p:ph type="sldNum" sz="quarter" idx="12"/>
          </p:nvPr>
        </p:nvSpPr>
        <p:spPr/>
        <p:txBody>
          <a:body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107239735"/>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71488" y="486836"/>
            <a:ext cx="5915025" cy="1767417"/>
          </a:xfrm>
          <a:prstGeom prst="rect">
            <a:avLst/>
          </a:prstGeom>
        </p:spPr>
        <p:txBody>
          <a:bodyPr vert="horz" lIns="91440" tIns="45720" rIns="91440" bIns="45720" rtlCol="0" anchor="ctr">
            <a:normAutofit/>
          </a:bodyPr>
          <a:lstStyle/>
          <a:p>
            <a:r>
              <a:rPr lang="ja-JP" altLang="en-US"/>
              <a:t>マスター タイトルの書式設定</a:t>
            </a:r>
            <a:endParaRPr lang="en-US" dirty="0"/>
          </a:p>
        </p:txBody>
      </p:sp>
      <p:sp>
        <p:nvSpPr>
          <p:cNvPr id="3" name="Text Placeholder 2"/>
          <p:cNvSpPr>
            <a:spLocks noGrp="1"/>
          </p:cNvSpPr>
          <p:nvPr>
            <p:ph type="body" idx="1"/>
          </p:nvPr>
        </p:nvSpPr>
        <p:spPr>
          <a:xfrm>
            <a:off x="471488" y="2434167"/>
            <a:ext cx="5915025" cy="5801784"/>
          </a:xfrm>
          <a:prstGeom prst="rect">
            <a:avLst/>
          </a:prstGeom>
        </p:spPr>
        <p:txBody>
          <a:bodyPr vert="horz" lIns="91440" tIns="45720" rIns="91440" bIns="45720" rtlCol="0">
            <a:normAutofit/>
          </a:bodyPr>
          <a:lstStyle/>
          <a:p>
            <a:pPr lvl="0"/>
            <a:r>
              <a:rPr lang="ja-JP" altLang="en-US"/>
              <a:t>マスター テキストの書式設定</a:t>
            </a:r>
          </a:p>
          <a:p>
            <a:pPr lvl="1"/>
            <a:r>
              <a:rPr lang="ja-JP" altLang="en-US"/>
              <a:t>第 </a:t>
            </a:r>
            <a:r>
              <a:rPr lang="en-US" altLang="ja-JP"/>
              <a:t>2 </a:t>
            </a:r>
            <a:r>
              <a:rPr lang="ja-JP" altLang="en-US"/>
              <a:t>レベル</a:t>
            </a:r>
          </a:p>
          <a:p>
            <a:pPr lvl="2"/>
            <a:r>
              <a:rPr lang="ja-JP" altLang="en-US"/>
              <a:t>第 </a:t>
            </a:r>
            <a:r>
              <a:rPr lang="en-US" altLang="ja-JP"/>
              <a:t>3 </a:t>
            </a:r>
            <a:r>
              <a:rPr lang="ja-JP" altLang="en-US"/>
              <a:t>レベル</a:t>
            </a:r>
          </a:p>
          <a:p>
            <a:pPr lvl="3"/>
            <a:r>
              <a:rPr lang="ja-JP" altLang="en-US"/>
              <a:t>第 </a:t>
            </a:r>
            <a:r>
              <a:rPr lang="en-US" altLang="ja-JP"/>
              <a:t>4 </a:t>
            </a:r>
            <a:r>
              <a:rPr lang="ja-JP" altLang="en-US"/>
              <a:t>レベル</a:t>
            </a:r>
          </a:p>
          <a:p>
            <a:pPr lvl="4"/>
            <a:r>
              <a:rPr lang="ja-JP" altLang="en-US"/>
              <a:t>第 </a:t>
            </a:r>
            <a:r>
              <a:rPr lang="en-US" altLang="ja-JP"/>
              <a:t>5 </a:t>
            </a:r>
            <a:r>
              <a:rPr lang="ja-JP" altLang="en-US"/>
              <a:t>レベル</a:t>
            </a:r>
            <a:endParaRPr lang="en-US" dirty="0"/>
          </a:p>
        </p:txBody>
      </p:sp>
      <p:sp>
        <p:nvSpPr>
          <p:cNvPr id="4" name="Date Placeholder 3"/>
          <p:cNvSpPr>
            <a:spLocks noGrp="1"/>
          </p:cNvSpPr>
          <p:nvPr>
            <p:ph type="dt" sz="half" idx="2"/>
          </p:nvPr>
        </p:nvSpPr>
        <p:spPr>
          <a:xfrm>
            <a:off x="471488" y="8475136"/>
            <a:ext cx="1543050" cy="486833"/>
          </a:xfrm>
          <a:prstGeom prst="rect">
            <a:avLst/>
          </a:prstGeom>
        </p:spPr>
        <p:txBody>
          <a:bodyPr vert="horz" lIns="91440" tIns="45720" rIns="91440" bIns="45720" rtlCol="0" anchor="ctr"/>
          <a:lstStyle>
            <a:lvl1pPr algn="l">
              <a:defRPr sz="900">
                <a:solidFill>
                  <a:schemeClr val="tx1">
                    <a:tint val="82000"/>
                  </a:schemeClr>
                </a:solidFill>
              </a:defRPr>
            </a:lvl1pPr>
          </a:lstStyle>
          <a:p>
            <a:fld id="{71132294-360C-4425-B294-91EF6E97A591}" type="datetimeFigureOut">
              <a:rPr kumimoji="1" lang="ja-JP" altLang="en-US" smtClean="0"/>
              <a:t>2026/7/23</a:t>
            </a:fld>
            <a:endParaRPr kumimoji="1" lang="ja-JP" altLang="en-US"/>
          </a:p>
        </p:txBody>
      </p:sp>
      <p:sp>
        <p:nvSpPr>
          <p:cNvPr id="5" name="Footer Placeholder 4"/>
          <p:cNvSpPr>
            <a:spLocks noGrp="1"/>
          </p:cNvSpPr>
          <p:nvPr>
            <p:ph type="ftr" sz="quarter" idx="3"/>
          </p:nvPr>
        </p:nvSpPr>
        <p:spPr>
          <a:xfrm>
            <a:off x="2271713" y="8475136"/>
            <a:ext cx="2314575" cy="486833"/>
          </a:xfrm>
          <a:prstGeom prst="rect">
            <a:avLst/>
          </a:prstGeom>
        </p:spPr>
        <p:txBody>
          <a:bodyPr vert="horz" lIns="91440" tIns="45720" rIns="91440" bIns="45720" rtlCol="0" anchor="ctr"/>
          <a:lstStyle>
            <a:lvl1pPr algn="ctr">
              <a:defRPr sz="900">
                <a:solidFill>
                  <a:schemeClr val="tx1">
                    <a:tint val="82000"/>
                  </a:schemeClr>
                </a:solidFill>
              </a:defRPr>
            </a:lvl1pPr>
          </a:lstStyle>
          <a:p>
            <a:endParaRPr kumimoji="1" lang="ja-JP" altLang="en-US"/>
          </a:p>
        </p:txBody>
      </p:sp>
      <p:sp>
        <p:nvSpPr>
          <p:cNvPr id="6" name="Slide Number Placeholder 5"/>
          <p:cNvSpPr>
            <a:spLocks noGrp="1"/>
          </p:cNvSpPr>
          <p:nvPr>
            <p:ph type="sldNum" sz="quarter" idx="4"/>
          </p:nvPr>
        </p:nvSpPr>
        <p:spPr>
          <a:xfrm>
            <a:off x="4843463" y="8475136"/>
            <a:ext cx="1543050" cy="486833"/>
          </a:xfrm>
          <a:prstGeom prst="rect">
            <a:avLst/>
          </a:prstGeom>
        </p:spPr>
        <p:txBody>
          <a:bodyPr vert="horz" lIns="91440" tIns="45720" rIns="91440" bIns="45720" rtlCol="0" anchor="ctr"/>
          <a:lstStyle>
            <a:lvl1pPr algn="r">
              <a:defRPr sz="900">
                <a:solidFill>
                  <a:schemeClr val="tx1">
                    <a:tint val="82000"/>
                  </a:schemeClr>
                </a:solidFill>
              </a:defRPr>
            </a:lvl1pPr>
          </a:lstStyle>
          <a:p>
            <a:fld id="{DA6D0D1E-ED99-4718-8602-49CD12995A57}" type="slidenum">
              <a:rPr kumimoji="1" lang="ja-JP" altLang="en-US" smtClean="0"/>
              <a:t>‹#›</a:t>
            </a:fld>
            <a:endParaRPr kumimoji="1" lang="ja-JP" altLang="en-US"/>
          </a:p>
        </p:txBody>
      </p:sp>
    </p:spTree>
    <p:extLst>
      <p:ext uri="{BB962C8B-B14F-4D97-AF65-F5344CB8AC3E}">
        <p14:creationId xmlns:p14="http://schemas.microsoft.com/office/powerpoint/2010/main" val="1944194857"/>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txStyles>
    <p:titleStyle>
      <a:lvl1pPr algn="l" defTabSz="685800" rtl="0" eaLnBrk="1" latinLnBrk="0" hangingPunct="1">
        <a:lnSpc>
          <a:spcPct val="90000"/>
        </a:lnSpc>
        <a:spcBef>
          <a:spcPct val="0"/>
        </a:spcBef>
        <a:buNone/>
        <a:defRPr kumimoji="1"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kumimoji="1"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kumimoji="1"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kumimoji="1"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kumimoji="1" sz="1350" kern="1200">
          <a:solidFill>
            <a:schemeClr val="tx1"/>
          </a:solidFill>
          <a:latin typeface="+mn-lt"/>
          <a:ea typeface="+mn-ea"/>
          <a:cs typeface="+mn-cs"/>
        </a:defRPr>
      </a:lvl9pPr>
    </p:bodyStyle>
    <p:otherStyle>
      <a:defPPr>
        <a:defRPr lang="en-US"/>
      </a:defPPr>
      <a:lvl1pPr marL="0" algn="l" defTabSz="685800" rtl="0" eaLnBrk="1" latinLnBrk="0" hangingPunct="1">
        <a:defRPr kumimoji="1" sz="1350" kern="1200">
          <a:solidFill>
            <a:schemeClr val="tx1"/>
          </a:solidFill>
          <a:latin typeface="+mn-lt"/>
          <a:ea typeface="+mn-ea"/>
          <a:cs typeface="+mn-cs"/>
        </a:defRPr>
      </a:lvl1pPr>
      <a:lvl2pPr marL="342900" algn="l" defTabSz="685800" rtl="0" eaLnBrk="1" latinLnBrk="0" hangingPunct="1">
        <a:defRPr kumimoji="1" sz="1350" kern="1200">
          <a:solidFill>
            <a:schemeClr val="tx1"/>
          </a:solidFill>
          <a:latin typeface="+mn-lt"/>
          <a:ea typeface="+mn-ea"/>
          <a:cs typeface="+mn-cs"/>
        </a:defRPr>
      </a:lvl2pPr>
      <a:lvl3pPr marL="685800" algn="l" defTabSz="685800" rtl="0" eaLnBrk="1" latinLnBrk="0" hangingPunct="1">
        <a:defRPr kumimoji="1" sz="1350" kern="1200">
          <a:solidFill>
            <a:schemeClr val="tx1"/>
          </a:solidFill>
          <a:latin typeface="+mn-lt"/>
          <a:ea typeface="+mn-ea"/>
          <a:cs typeface="+mn-cs"/>
        </a:defRPr>
      </a:lvl3pPr>
      <a:lvl4pPr marL="1028700" algn="l" defTabSz="685800" rtl="0" eaLnBrk="1" latinLnBrk="0" hangingPunct="1">
        <a:defRPr kumimoji="1" sz="1350" kern="1200">
          <a:solidFill>
            <a:schemeClr val="tx1"/>
          </a:solidFill>
          <a:latin typeface="+mn-lt"/>
          <a:ea typeface="+mn-ea"/>
          <a:cs typeface="+mn-cs"/>
        </a:defRPr>
      </a:lvl4pPr>
      <a:lvl5pPr marL="1371600" algn="l" defTabSz="685800" rtl="0" eaLnBrk="1" latinLnBrk="0" hangingPunct="1">
        <a:defRPr kumimoji="1" sz="1350" kern="1200">
          <a:solidFill>
            <a:schemeClr val="tx1"/>
          </a:solidFill>
          <a:latin typeface="+mn-lt"/>
          <a:ea typeface="+mn-ea"/>
          <a:cs typeface="+mn-cs"/>
        </a:defRPr>
      </a:lvl5pPr>
      <a:lvl6pPr marL="1714500" algn="l" defTabSz="685800" rtl="0" eaLnBrk="1" latinLnBrk="0" hangingPunct="1">
        <a:defRPr kumimoji="1" sz="1350" kern="1200">
          <a:solidFill>
            <a:schemeClr val="tx1"/>
          </a:solidFill>
          <a:latin typeface="+mn-lt"/>
          <a:ea typeface="+mn-ea"/>
          <a:cs typeface="+mn-cs"/>
        </a:defRPr>
      </a:lvl6pPr>
      <a:lvl7pPr marL="2057400" algn="l" defTabSz="685800" rtl="0" eaLnBrk="1" latinLnBrk="0" hangingPunct="1">
        <a:defRPr kumimoji="1" sz="1350" kern="1200">
          <a:solidFill>
            <a:schemeClr val="tx1"/>
          </a:solidFill>
          <a:latin typeface="+mn-lt"/>
          <a:ea typeface="+mn-ea"/>
          <a:cs typeface="+mn-cs"/>
        </a:defRPr>
      </a:lvl7pPr>
      <a:lvl8pPr marL="2400300" algn="l" defTabSz="685800" rtl="0" eaLnBrk="1" latinLnBrk="0" hangingPunct="1">
        <a:defRPr kumimoji="1" sz="1350" kern="1200">
          <a:solidFill>
            <a:schemeClr val="tx1"/>
          </a:solidFill>
          <a:latin typeface="+mn-lt"/>
          <a:ea typeface="+mn-ea"/>
          <a:cs typeface="+mn-cs"/>
        </a:defRPr>
      </a:lvl8pPr>
      <a:lvl9pPr marL="2743200" algn="l" defTabSz="685800" rtl="0" eaLnBrk="1" latinLnBrk="0" hangingPunct="1">
        <a:defRPr kumimoji="1"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4.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emf"/><Relationship Id="rId1" Type="http://schemas.openxmlformats.org/officeDocument/2006/relationships/slideLayout" Target="../slideLayouts/slideLayout1.xml"/><Relationship Id="rId4" Type="http://schemas.openxmlformats.org/officeDocument/2006/relationships/image" Target="../media/image4.emf"/></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image" Target="../media/image5.png"/><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正方形/長方形 3">
            <a:extLst>
              <a:ext uri="{FF2B5EF4-FFF2-40B4-BE49-F238E27FC236}">
                <a16:creationId xmlns:a16="http://schemas.microsoft.com/office/drawing/2014/main" id="{5AA41A86-A2F3-1D06-7116-45400082F3B6}"/>
              </a:ext>
            </a:extLst>
          </p:cNvPr>
          <p:cNvSpPr/>
          <p:nvPr/>
        </p:nvSpPr>
        <p:spPr>
          <a:xfrm>
            <a:off x="33951"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97CD271A-34A9-3E4B-032F-15C70AF19889}"/>
              </a:ext>
            </a:extLst>
          </p:cNvPr>
          <p:cNvSpPr/>
          <p:nvPr/>
        </p:nvSpPr>
        <p:spPr>
          <a:xfrm>
            <a:off x="16975"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73915448-3941-BA60-2C94-241A97D6CAC9}"/>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552EEC23-A78A-14A0-56DD-8CB91A02DD2F}"/>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733F6922-5537-D3C9-1E45-625FD880C031}"/>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F3EA9AD3-66B2-9EA5-5711-3C6A318F5512}"/>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705123BF-B9A2-835D-6FE4-689D9F62F382}"/>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D340CDC6-D787-7B25-2307-F3BA1042D402}"/>
              </a:ext>
            </a:extLst>
          </p:cNvPr>
          <p:cNvSpPr/>
          <p:nvPr/>
        </p:nvSpPr>
        <p:spPr>
          <a:xfrm>
            <a:off x="539999" y="431999"/>
            <a:ext cx="5785269"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F25BF82-13EE-2D0B-D376-F101E332C733}"/>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F8BCCC25-0C62-4E5D-0486-3F637C4A1C59}"/>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5CFE29C1-D44C-58E2-5EDB-51A8D3EC840E}"/>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Tree>
    <p:extLst>
      <p:ext uri="{BB962C8B-B14F-4D97-AF65-F5344CB8AC3E}">
        <p14:creationId xmlns:p14="http://schemas.microsoft.com/office/powerpoint/2010/main" val="2457412079"/>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3A540A8-5932-22C2-7D48-A0EA57C305DB}"/>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CD9029B2-D1D6-26F4-0BA3-DE439C520D10}"/>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7B3C0006-8C0E-711B-ECD8-45CF7F1D1609}"/>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9C59FD50-8143-8A52-2646-26C8BDBFFDD3}"/>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46770B46-C072-DF34-BD8D-2065F41808D5}"/>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C3E27AFA-EFCD-0428-55DA-15697DE6456A}"/>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C16363EA-88CD-F1FE-3650-7B24149569AE}"/>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6E68F704-A898-98C2-EE85-8B817126B2F6}"/>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5" name="正方形/長方形 14">
            <a:extLst>
              <a:ext uri="{FF2B5EF4-FFF2-40B4-BE49-F238E27FC236}">
                <a16:creationId xmlns:a16="http://schemas.microsoft.com/office/drawing/2014/main" id="{2F960D99-6370-5724-453C-20AA9AC92D12}"/>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708601A0-5532-E890-C737-AF5B225E91D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2CCFBEBF-78FF-8FF9-3487-B087FB4F1A5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AB06514E-2962-A9E0-36A8-FFA8ABD714B3}"/>
              </a:ext>
            </a:extLst>
          </p:cNvPr>
          <p:cNvSpPr txBox="1"/>
          <p:nvPr/>
        </p:nvSpPr>
        <p:spPr>
          <a:xfrm>
            <a:off x="1002539" y="840586"/>
            <a:ext cx="4908331"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4" name="楕円 13">
            <a:extLst>
              <a:ext uri="{FF2B5EF4-FFF2-40B4-BE49-F238E27FC236}">
                <a16:creationId xmlns:a16="http://schemas.microsoft.com/office/drawing/2014/main" id="{86E89BA8-E7B2-7AB3-7267-37838D435E76}"/>
              </a:ext>
            </a:extLst>
          </p:cNvPr>
          <p:cNvSpPr/>
          <p:nvPr/>
        </p:nvSpPr>
        <p:spPr>
          <a:xfrm>
            <a:off x="566175" y="2883225"/>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8" name="テキスト ボックス 17">
            <a:extLst>
              <a:ext uri="{FF2B5EF4-FFF2-40B4-BE49-F238E27FC236}">
                <a16:creationId xmlns:a16="http://schemas.microsoft.com/office/drawing/2014/main" id="{CB797E49-CA37-4B2A-5187-03EC3007B3C7}"/>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0E5F4AF3-4FAB-E906-2281-AF56CB9A9F5F}"/>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0" name="楕円 19">
            <a:extLst>
              <a:ext uri="{FF2B5EF4-FFF2-40B4-BE49-F238E27FC236}">
                <a16:creationId xmlns:a16="http://schemas.microsoft.com/office/drawing/2014/main" id="{64F690EF-7932-B480-4E0E-878C474B7FC9}"/>
              </a:ext>
            </a:extLst>
          </p:cNvPr>
          <p:cNvSpPr/>
          <p:nvPr/>
        </p:nvSpPr>
        <p:spPr>
          <a:xfrm>
            <a:off x="566175" y="4203603"/>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1" name="テキスト ボックス 20">
            <a:extLst>
              <a:ext uri="{FF2B5EF4-FFF2-40B4-BE49-F238E27FC236}">
                <a16:creationId xmlns:a16="http://schemas.microsoft.com/office/drawing/2014/main" id="{FDE03A10-2964-5391-2223-CBCA00D23411}"/>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B96C8996-A004-2B6F-419A-B5C7EEF88FAF}"/>
              </a:ext>
            </a:extLst>
          </p:cNvPr>
          <p:cNvSpPr txBox="1"/>
          <p:nvPr/>
        </p:nvSpPr>
        <p:spPr>
          <a:xfrm>
            <a:off x="661239" y="4511386"/>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EBF7D3BD-1EF8-AC81-756A-94B848B80E13}"/>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F1B3E5E8-6526-8E6B-29D9-D104B66A6233}"/>
              </a:ext>
            </a:extLst>
          </p:cNvPr>
          <p:cNvSpPr txBox="1"/>
          <p:nvPr/>
        </p:nvSpPr>
        <p:spPr>
          <a:xfrm>
            <a:off x="756306" y="6650049"/>
            <a:ext cx="5554425" cy="1615827"/>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E5EE1833-E36C-633A-2CB5-AC9A3262046E}"/>
              </a:ext>
            </a:extLst>
          </p:cNvPr>
          <p:cNvSpPr txBox="1"/>
          <p:nvPr/>
        </p:nvSpPr>
        <p:spPr>
          <a:xfrm>
            <a:off x="656136" y="8285815"/>
            <a:ext cx="5680304" cy="223138"/>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pic>
        <p:nvPicPr>
          <p:cNvPr id="33" name="図 32">
            <a:extLst>
              <a:ext uri="{FF2B5EF4-FFF2-40B4-BE49-F238E27FC236}">
                <a16:creationId xmlns:a16="http://schemas.microsoft.com/office/drawing/2014/main" id="{373E7CFB-7ECE-1E91-69A3-DE952354F20A}"/>
              </a:ext>
            </a:extLst>
          </p:cNvPr>
          <p:cNvPicPr>
            <a:picLocks noChangeAspect="1"/>
          </p:cNvPicPr>
          <p:nvPr/>
        </p:nvPicPr>
        <p:blipFill>
          <a:blip r:embed="rId2"/>
          <a:stretch>
            <a:fillRect/>
          </a:stretch>
        </p:blipFill>
        <p:spPr>
          <a:xfrm>
            <a:off x="551490" y="4987005"/>
            <a:ext cx="5759241" cy="1144558"/>
          </a:xfrm>
          <a:prstGeom prst="rect">
            <a:avLst/>
          </a:prstGeom>
        </p:spPr>
      </p:pic>
      <p:grpSp>
        <p:nvGrpSpPr>
          <p:cNvPr id="23" name="グループ化 22">
            <a:extLst>
              <a:ext uri="{FF2B5EF4-FFF2-40B4-BE49-F238E27FC236}">
                <a16:creationId xmlns:a16="http://schemas.microsoft.com/office/drawing/2014/main" id="{8F15D30C-9810-6554-3F9D-C666664BC62E}"/>
              </a:ext>
            </a:extLst>
          </p:cNvPr>
          <p:cNvGrpSpPr/>
          <p:nvPr/>
        </p:nvGrpSpPr>
        <p:grpSpPr>
          <a:xfrm>
            <a:off x="1042026" y="441445"/>
            <a:ext cx="4781214" cy="377792"/>
            <a:chOff x="1042026" y="430737"/>
            <a:chExt cx="4781214" cy="377792"/>
          </a:xfrm>
        </p:grpSpPr>
        <p:sp>
          <p:nvSpPr>
            <p:cNvPr id="3" name="四角形: 上の 2 つの角を丸める 2">
              <a:extLst>
                <a:ext uri="{FF2B5EF4-FFF2-40B4-BE49-F238E27FC236}">
                  <a16:creationId xmlns:a16="http://schemas.microsoft.com/office/drawing/2014/main" id="{3A18D7FF-2AB7-9784-CFCF-AD9569D61BBD}"/>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 name="四角形: 上の 2 つの角を丸める 3">
              <a:extLst>
                <a:ext uri="{FF2B5EF4-FFF2-40B4-BE49-F238E27FC236}">
                  <a16:creationId xmlns:a16="http://schemas.microsoft.com/office/drawing/2014/main" id="{A7264CEB-0E02-D992-7F98-46154D03A20F}"/>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grpSp>
        <p:nvGrpSpPr>
          <p:cNvPr id="24" name="グループ化 23">
            <a:extLst>
              <a:ext uri="{FF2B5EF4-FFF2-40B4-BE49-F238E27FC236}">
                <a16:creationId xmlns:a16="http://schemas.microsoft.com/office/drawing/2014/main" id="{1E64D689-16FA-4459-27D6-5C841CAA4722}"/>
              </a:ext>
            </a:extLst>
          </p:cNvPr>
          <p:cNvGrpSpPr/>
          <p:nvPr/>
        </p:nvGrpSpPr>
        <p:grpSpPr>
          <a:xfrm rot="10800000">
            <a:off x="1042026" y="2224673"/>
            <a:ext cx="4781214" cy="377792"/>
            <a:chOff x="1042026" y="430737"/>
            <a:chExt cx="4781214" cy="377792"/>
          </a:xfrm>
        </p:grpSpPr>
        <p:sp>
          <p:nvSpPr>
            <p:cNvPr id="28" name="四角形: 上の 2 つの角を丸める 27">
              <a:extLst>
                <a:ext uri="{FF2B5EF4-FFF2-40B4-BE49-F238E27FC236}">
                  <a16:creationId xmlns:a16="http://schemas.microsoft.com/office/drawing/2014/main" id="{F8DF8492-C361-427B-2DE1-AE4499E917C5}"/>
                </a:ext>
              </a:extLst>
            </p:cNvPr>
            <p:cNvSpPr/>
            <p:nvPr/>
          </p:nvSpPr>
          <p:spPr>
            <a:xfrm>
              <a:off x="1042026" y="430737"/>
              <a:ext cx="4781214" cy="377792"/>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0" name="四角形: 上の 2 つの角を丸める 29">
              <a:extLst>
                <a:ext uri="{FF2B5EF4-FFF2-40B4-BE49-F238E27FC236}">
                  <a16:creationId xmlns:a16="http://schemas.microsoft.com/office/drawing/2014/main" id="{B525C316-F63D-33F0-D18C-D441893CBA9D}"/>
                </a:ext>
              </a:extLst>
            </p:cNvPr>
            <p:cNvSpPr/>
            <p:nvPr/>
          </p:nvSpPr>
          <p:spPr>
            <a:xfrm>
              <a:off x="1042026" y="697920"/>
              <a:ext cx="4781214" cy="110609"/>
            </a:xfrm>
            <a:prstGeom prst="round2SameRect">
              <a:avLst>
                <a:gd name="adj1" fmla="val 50000"/>
                <a:gd name="adj2" fmla="val 0"/>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31" name="テキスト ボックス 30">
            <a:extLst>
              <a:ext uri="{FF2B5EF4-FFF2-40B4-BE49-F238E27FC236}">
                <a16:creationId xmlns:a16="http://schemas.microsoft.com/office/drawing/2014/main" id="{15D7F160-5868-F96D-EF8B-282D37A34400}"/>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CCF6AA1D-A904-DA76-F915-872BDAEB9106}"/>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355273261"/>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D60173C-59A2-2037-D73D-0E215B3139A4}"/>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10A76A69-7EBA-24AD-3805-2A372CFEEAE8}"/>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5B787233-FA7E-25C9-AFC8-77DD3B8699E6}"/>
              </a:ext>
            </a:extLst>
          </p:cNvPr>
          <p:cNvSpPr/>
          <p:nvPr/>
        </p:nvSpPr>
        <p:spPr>
          <a:xfrm>
            <a:off x="7269" y="0"/>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5EE023F3-4FCC-103D-2599-E4E8CA7BF60A}"/>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824B2131-6CC4-0BFA-B748-D810A3423268}"/>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A4011FAB-63C2-178C-29DE-33DA96F47618}"/>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42F3C5EA-2AFD-33E4-549C-0F84BFE77136}"/>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F3FA60BD-81FF-4E70-C88D-182A05D73C49}"/>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0F94DBC3-EEDB-BBD1-A314-ABB30EC10D4A}"/>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F47E6663-8146-0675-09E7-BA77AF348350}"/>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C95B28A9-13D1-5C87-BC7B-361DB6DEDF54}"/>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465E0D04-137D-61B6-CDB3-C9B389BF921F}"/>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
        <p:nvSpPr>
          <p:cNvPr id="14" name="楕円 13">
            <a:extLst>
              <a:ext uri="{FF2B5EF4-FFF2-40B4-BE49-F238E27FC236}">
                <a16:creationId xmlns:a16="http://schemas.microsoft.com/office/drawing/2014/main" id="{598BECD0-FE21-7197-76A9-A35DBF75C26D}"/>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0" name="楕円 19">
            <a:extLst>
              <a:ext uri="{FF2B5EF4-FFF2-40B4-BE49-F238E27FC236}">
                <a16:creationId xmlns:a16="http://schemas.microsoft.com/office/drawing/2014/main" id="{1228AC35-8F16-7C9A-87A7-5D5AF44B4A45}"/>
              </a:ext>
            </a:extLst>
          </p:cNvPr>
          <p:cNvSpPr/>
          <p:nvPr/>
        </p:nvSpPr>
        <p:spPr>
          <a:xfrm>
            <a:off x="566175" y="2510638"/>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BE721B25-AF01-358E-3AF5-DD53E680BEA4}"/>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4E1C011-7C36-5F21-4954-43ED394E75BA}"/>
              </a:ext>
            </a:extLst>
          </p:cNvPr>
          <p:cNvSpPr txBox="1"/>
          <p:nvPr/>
        </p:nvSpPr>
        <p:spPr>
          <a:xfrm>
            <a:off x="668508" y="950188"/>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2FB48DC-10F4-2185-6930-78B6977A0BD2}"/>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83844719-2CDC-AB32-6FBF-9DC0B5690794}"/>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IBM Plex Sans JP" panose="020B0503050203000203" pitchFamily="50" charset="-128"/>
                <a:ea typeface="IBM Plex Sans JP" panose="020B0503050203000203" pitchFamily="50" charset="-128"/>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2FB90F5E-7734-F19F-FF8C-E8AC00A4C515}"/>
              </a:ext>
            </a:extLst>
          </p:cNvPr>
          <p:cNvSpPr txBox="1"/>
          <p:nvPr/>
        </p:nvSpPr>
        <p:spPr>
          <a:xfrm>
            <a:off x="668508" y="5070646"/>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26" name="図 25">
            <a:extLst>
              <a:ext uri="{FF2B5EF4-FFF2-40B4-BE49-F238E27FC236}">
                <a16:creationId xmlns:a16="http://schemas.microsoft.com/office/drawing/2014/main" id="{23874BB3-E688-0DEB-EE2D-8445FA682C78}"/>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844" y="5337242"/>
            <a:ext cx="5264196" cy="327039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EBD6A209-2D06-7463-8165-69E2412B2F21}"/>
              </a:ext>
            </a:extLst>
          </p:cNvPr>
          <p:cNvPicPr>
            <a:picLocks noChangeAspect="1"/>
          </p:cNvPicPr>
          <p:nvPr/>
        </p:nvPicPr>
        <p:blipFill>
          <a:blip r:embed="rId3"/>
          <a:stretch>
            <a:fillRect/>
          </a:stretch>
        </p:blipFill>
        <p:spPr>
          <a:xfrm>
            <a:off x="709884" y="4161494"/>
            <a:ext cx="5325156" cy="831813"/>
          </a:xfrm>
          <a:prstGeom prst="rect">
            <a:avLst/>
          </a:prstGeom>
        </p:spPr>
      </p:pic>
      <p:pic>
        <p:nvPicPr>
          <p:cNvPr id="28" name="図 27">
            <a:extLst>
              <a:ext uri="{FF2B5EF4-FFF2-40B4-BE49-F238E27FC236}">
                <a16:creationId xmlns:a16="http://schemas.microsoft.com/office/drawing/2014/main" id="{1382655B-80C9-15F1-61E0-4D073DBA1664}"/>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47" r="2095" b="10009"/>
          <a:stretch>
            <a:fillRect/>
          </a:stretch>
        </p:blipFill>
        <p:spPr bwMode="auto">
          <a:xfrm>
            <a:off x="1091915" y="1338219"/>
            <a:ext cx="4561094" cy="101472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278978757"/>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EA23065-C738-1975-C61A-347A71E91131}"/>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76991F79-EF9D-214D-22CC-3EE4375C1316}"/>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5" name="正方形/長方形 4">
            <a:extLst>
              <a:ext uri="{FF2B5EF4-FFF2-40B4-BE49-F238E27FC236}">
                <a16:creationId xmlns:a16="http://schemas.microsoft.com/office/drawing/2014/main" id="{ADCDB3DB-81C6-2500-386E-779A7602240D}"/>
              </a:ext>
            </a:extLst>
          </p:cNvPr>
          <p:cNvSpPr/>
          <p:nvPr/>
        </p:nvSpPr>
        <p:spPr>
          <a:xfrm>
            <a:off x="17051" y="5531"/>
            <a:ext cx="6858000" cy="9144000"/>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0" name="グループ化 9">
            <a:extLst>
              <a:ext uri="{FF2B5EF4-FFF2-40B4-BE49-F238E27FC236}">
                <a16:creationId xmlns:a16="http://schemas.microsoft.com/office/drawing/2014/main" id="{6809260A-E3A9-A10F-64B4-276376DBA937}"/>
              </a:ext>
            </a:extLst>
          </p:cNvPr>
          <p:cNvGrpSpPr/>
          <p:nvPr/>
        </p:nvGrpSpPr>
        <p:grpSpPr>
          <a:xfrm>
            <a:off x="0" y="0"/>
            <a:ext cx="6865269" cy="9144001"/>
            <a:chOff x="0" y="0"/>
            <a:chExt cx="6865269" cy="9144001"/>
          </a:xfrm>
        </p:grpSpPr>
        <p:sp>
          <p:nvSpPr>
            <p:cNvPr id="6" name="正方形/長方形 5">
              <a:extLst>
                <a:ext uri="{FF2B5EF4-FFF2-40B4-BE49-F238E27FC236}">
                  <a16:creationId xmlns:a16="http://schemas.microsoft.com/office/drawing/2014/main" id="{1013BF5E-61A6-7F01-BF6F-0C6BB497C24C}"/>
                </a:ext>
              </a:extLst>
            </p:cNvPr>
            <p:cNvSpPr/>
            <p:nvPr/>
          </p:nvSpPr>
          <p:spPr>
            <a:xfrm>
              <a:off x="0" y="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7" name="正方形/長方形 6">
              <a:extLst>
                <a:ext uri="{FF2B5EF4-FFF2-40B4-BE49-F238E27FC236}">
                  <a16:creationId xmlns:a16="http://schemas.microsoft.com/office/drawing/2014/main" id="{981A98E8-4943-C462-95B6-FEF1CE8411FB}"/>
                </a:ext>
              </a:extLst>
            </p:cNvPr>
            <p:cNvSpPr/>
            <p:nvPr/>
          </p:nvSpPr>
          <p:spPr>
            <a:xfrm>
              <a:off x="0" y="8712000"/>
              <a:ext cx="6858000" cy="432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8" name="正方形/長方形 7">
              <a:extLst>
                <a:ext uri="{FF2B5EF4-FFF2-40B4-BE49-F238E27FC236}">
                  <a16:creationId xmlns:a16="http://schemas.microsoft.com/office/drawing/2014/main" id="{7634534E-96BD-2796-50AA-D46B14258839}"/>
                </a:ext>
              </a:extLst>
            </p:cNvPr>
            <p:cNvSpPr/>
            <p:nvPr/>
          </p:nvSpPr>
          <p:spPr>
            <a:xfrm>
              <a:off x="0" y="1"/>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9" name="正方形/長方形 8">
              <a:extLst>
                <a:ext uri="{FF2B5EF4-FFF2-40B4-BE49-F238E27FC236}">
                  <a16:creationId xmlns:a16="http://schemas.microsoft.com/office/drawing/2014/main" id="{98BDDABE-AF21-FAFC-C17E-390C8B630108}"/>
                </a:ext>
              </a:extLst>
            </p:cNvPr>
            <p:cNvSpPr/>
            <p:nvPr/>
          </p:nvSpPr>
          <p:spPr>
            <a:xfrm>
              <a:off x="6325269" y="0"/>
              <a:ext cx="540000" cy="9144000"/>
            </a:xfrm>
            <a:prstGeom prst="rect">
              <a:avLst/>
            </a:prstGeom>
            <a:solidFill>
              <a:schemeClr val="accent2">
                <a:lumMod val="60000"/>
                <a:lumOff val="40000"/>
                <a:alpha val="10000"/>
              </a:schemeClr>
            </a:solidFill>
            <a:ln>
              <a:solidFill>
                <a:schemeClr val="accent2">
                  <a:lumMod val="50000"/>
                </a:schemeClr>
              </a:solidFill>
              <a:prstDash val="dash"/>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sp>
        <p:nvSpPr>
          <p:cNvPr id="13" name="正方形/長方形 12">
            <a:extLst>
              <a:ext uri="{FF2B5EF4-FFF2-40B4-BE49-F238E27FC236}">
                <a16:creationId xmlns:a16="http://schemas.microsoft.com/office/drawing/2014/main" id="{C31BB991-A1A7-FAE2-CB87-73D2777505EE}"/>
              </a:ext>
            </a:extLst>
          </p:cNvPr>
          <p:cNvSpPr/>
          <p:nvPr/>
        </p:nvSpPr>
        <p:spPr>
          <a:xfrm>
            <a:off x="554537" y="452468"/>
            <a:ext cx="5756193"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5" name="正方形/長方形 14">
            <a:extLst>
              <a:ext uri="{FF2B5EF4-FFF2-40B4-BE49-F238E27FC236}">
                <a16:creationId xmlns:a16="http://schemas.microsoft.com/office/drawing/2014/main" id="{33AFA6C5-4BF2-A033-32A4-BECDD4F86FD4}"/>
              </a:ext>
            </a:extLst>
          </p:cNvPr>
          <p:cNvSpPr/>
          <p:nvPr/>
        </p:nvSpPr>
        <p:spPr>
          <a:xfrm>
            <a:off x="554538"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6" name="正方形/長方形 15">
            <a:extLst>
              <a:ext uri="{FF2B5EF4-FFF2-40B4-BE49-F238E27FC236}">
                <a16:creationId xmlns:a16="http://schemas.microsoft.com/office/drawing/2014/main" id="{0B6597B8-6C80-13D9-C7AF-67EB68F224A8}"/>
              </a:ext>
            </a:extLst>
          </p:cNvPr>
          <p:cNvSpPr/>
          <p:nvPr/>
        </p:nvSpPr>
        <p:spPr>
          <a:xfrm>
            <a:off x="3734844" y="8661917"/>
            <a:ext cx="2592000" cy="54000"/>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AF623625-2DCF-7634-93D4-9344D0B367F8}"/>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14" name="楕円 13">
            <a:extLst>
              <a:ext uri="{FF2B5EF4-FFF2-40B4-BE49-F238E27FC236}">
                <a16:creationId xmlns:a16="http://schemas.microsoft.com/office/drawing/2014/main" id="{7D25B49B-E1C7-7FE3-F262-C6D12AEF1C2E}"/>
              </a:ext>
            </a:extLst>
          </p:cNvPr>
          <p:cNvSpPr/>
          <p:nvPr/>
        </p:nvSpPr>
        <p:spPr>
          <a:xfrm>
            <a:off x="566175" y="677902"/>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楕円 1">
            <a:extLst>
              <a:ext uri="{FF2B5EF4-FFF2-40B4-BE49-F238E27FC236}">
                <a16:creationId xmlns:a16="http://schemas.microsoft.com/office/drawing/2014/main" id="{F98466EE-556B-7D77-6461-4135277DD2E2}"/>
              </a:ext>
            </a:extLst>
          </p:cNvPr>
          <p:cNvSpPr/>
          <p:nvPr/>
        </p:nvSpPr>
        <p:spPr>
          <a:xfrm>
            <a:off x="546348" y="7885537"/>
            <a:ext cx="204669" cy="204669"/>
          </a:xfrm>
          <a:prstGeom prst="ellips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1" name="テキスト ボックス 30">
            <a:extLst>
              <a:ext uri="{FF2B5EF4-FFF2-40B4-BE49-F238E27FC236}">
                <a16:creationId xmlns:a16="http://schemas.microsoft.com/office/drawing/2014/main" id="{48078D51-1E2C-A979-AB68-98E18890C6F1}"/>
              </a:ext>
            </a:extLst>
          </p:cNvPr>
          <p:cNvSpPr txBox="1"/>
          <p:nvPr/>
        </p:nvSpPr>
        <p:spPr>
          <a:xfrm>
            <a:off x="770844" y="610017"/>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F974243A-BE39-3111-BDC0-1688AF9439B9}"/>
              </a:ext>
            </a:extLst>
          </p:cNvPr>
          <p:cNvSpPr txBox="1"/>
          <p:nvPr/>
        </p:nvSpPr>
        <p:spPr>
          <a:xfrm>
            <a:off x="668508" y="1032957"/>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900" dirty="0">
                <a:latin typeface="IBM Plex Sans JP" panose="020B0503050203000203" pitchFamily="50" charset="-128"/>
                <a:ea typeface="IBM Plex Sans JP" panose="020B0503050203000203" pitchFamily="50" charset="-128"/>
              </a:rPr>
              <a:t>Vivid</a:t>
            </a:r>
            <a:r>
              <a:rPr lang="ja-JP" altLang="ja-JP" sz="900" dirty="0">
                <a:latin typeface="IBM Plex Sans JP" panose="020B0503050203000203" pitchFamily="50" charset="-128"/>
                <a:ea typeface="IBM Plex Sans JP" panose="020B0503050203000203" pitchFamily="50" charset="-128"/>
              </a:rPr>
              <a:t>、白とマゼンタならば</a:t>
            </a:r>
            <a:r>
              <a:rPr lang="en-US" altLang="ja-JP" sz="900" dirty="0">
                <a:latin typeface="IBM Plex Sans JP" panose="020B0503050203000203" pitchFamily="50" charset="-128"/>
                <a:ea typeface="IBM Plex Sans JP" panose="020B0503050203000203" pitchFamily="50" charset="-128"/>
              </a:rPr>
              <a:t>Contrast</a:t>
            </a:r>
            <a:r>
              <a:rPr lang="ja-JP" altLang="ja-JP" sz="9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9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B</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A</a:t>
            </a:r>
            <a:r>
              <a:rPr lang="ja-JP" altLang="ja-JP" sz="900" dirty="0">
                <a:latin typeface="IBM Plex Sans JP" panose="020B0503050203000203" pitchFamily="50" charset="-128"/>
                <a:ea typeface="IBM Plex Sans JP" panose="020B0503050203000203" pitchFamily="50" charset="-128"/>
              </a:rPr>
              <a:t>と変化して戻ることを</a:t>
            </a:r>
            <a:r>
              <a:rPr lang="en-US" altLang="ja-JP" sz="900" dirty="0">
                <a:latin typeface="IBM Plex Sans JP" panose="020B0503050203000203" pitchFamily="50" charset="-128"/>
                <a:ea typeface="IBM Plex Sans JP" panose="020B0503050203000203" pitchFamily="50" charset="-128"/>
              </a:rPr>
              <a:t>1</a:t>
            </a:r>
            <a:r>
              <a:rPr lang="ja-JP" altLang="ja-JP" sz="9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117BFD2F-556D-35B9-3D3B-9934FD82183A}"/>
              </a:ext>
            </a:extLst>
          </p:cNvPr>
          <p:cNvSpPr txBox="1"/>
          <p:nvPr/>
        </p:nvSpPr>
        <p:spPr>
          <a:xfrm>
            <a:off x="675778" y="3595963"/>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2D9D80EE-7B63-AF1B-1B3A-EA5DC86D0696}"/>
              </a:ext>
            </a:extLst>
          </p:cNvPr>
          <p:cNvSpPr txBox="1"/>
          <p:nvPr/>
        </p:nvSpPr>
        <p:spPr>
          <a:xfrm>
            <a:off x="778114" y="7852755"/>
            <a:ext cx="1923925"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 Update History</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D11D4DCF-F707-995B-6436-8A7DA1522C33}"/>
              </a:ext>
            </a:extLst>
          </p:cNvPr>
          <p:cNvSpPr txBox="1"/>
          <p:nvPr/>
        </p:nvSpPr>
        <p:spPr>
          <a:xfrm>
            <a:off x="638323" y="8183701"/>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First Edition Published</a:t>
            </a:r>
          </a:p>
          <a:p>
            <a:r>
              <a:rPr lang="en-US" altLang="ja-JP" sz="900" dirty="0">
                <a:latin typeface="IBM Plex Sans JP" panose="020B0503050203000203" pitchFamily="50" charset="-128"/>
                <a:ea typeface="IBM Plex Sans JP" panose="020B0503050203000203" pitchFamily="50" charset="-128"/>
              </a:rPr>
              <a:t>Ver.1.10  2026-07-02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36" name="図 35">
            <a:extLst>
              <a:ext uri="{FF2B5EF4-FFF2-40B4-BE49-F238E27FC236}">
                <a16:creationId xmlns:a16="http://schemas.microsoft.com/office/drawing/2014/main" id="{4A2E15D4-B4F1-FC30-49B0-998127E330E2}"/>
              </a:ext>
            </a:extLst>
          </p:cNvPr>
          <p:cNvPicPr>
            <a:picLocks noChangeAspect="1"/>
          </p:cNvPicPr>
          <p:nvPr/>
        </p:nvPicPr>
        <p:blipFill>
          <a:blip r:embed="rId2"/>
          <a:stretch>
            <a:fillRect/>
          </a:stretch>
        </p:blipFill>
        <p:spPr>
          <a:xfrm>
            <a:off x="651740" y="2635456"/>
            <a:ext cx="5588622" cy="913760"/>
          </a:xfrm>
          <a:prstGeom prst="rect">
            <a:avLst/>
          </a:prstGeom>
        </p:spPr>
      </p:pic>
      <p:pic>
        <p:nvPicPr>
          <p:cNvPr id="3" name="図 2">
            <a:extLst>
              <a:ext uri="{FF2B5EF4-FFF2-40B4-BE49-F238E27FC236}">
                <a16:creationId xmlns:a16="http://schemas.microsoft.com/office/drawing/2014/main" id="{90B206C3-D203-72F8-F7D7-2E6905097490}"/>
              </a:ext>
            </a:extLst>
          </p:cNvPr>
          <p:cNvPicPr>
            <a:picLocks noChangeAspect="1"/>
          </p:cNvPicPr>
          <p:nvPr/>
        </p:nvPicPr>
        <p:blipFill>
          <a:blip r:embed="rId3"/>
          <a:stretch>
            <a:fillRect/>
          </a:stretch>
        </p:blipFill>
        <p:spPr>
          <a:xfrm>
            <a:off x="673091" y="3861186"/>
            <a:ext cx="5521536" cy="3874587"/>
          </a:xfrm>
          <a:prstGeom prst="rect">
            <a:avLst/>
          </a:prstGeom>
        </p:spPr>
      </p:pic>
    </p:spTree>
    <p:extLst>
      <p:ext uri="{BB962C8B-B14F-4D97-AF65-F5344CB8AC3E}">
        <p14:creationId xmlns:p14="http://schemas.microsoft.com/office/powerpoint/2010/main" val="37501890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0487F66-0A0B-6622-A328-4A7360C8DA39}"/>
            </a:ext>
          </a:extLst>
        </p:cNvPr>
        <p:cNvGrpSpPr/>
        <p:nvPr/>
      </p:nvGrpSpPr>
      <p:grpSpPr>
        <a:xfrm>
          <a:off x="0" y="0"/>
          <a:ext cx="0" cy="0"/>
          <a:chOff x="0" y="0"/>
          <a:chExt cx="0" cy="0"/>
        </a:xfrm>
      </p:grpSpPr>
      <p:sp>
        <p:nvSpPr>
          <p:cNvPr id="32" name="正方形/長方形 31">
            <a:extLst>
              <a:ext uri="{FF2B5EF4-FFF2-40B4-BE49-F238E27FC236}">
                <a16:creationId xmlns:a16="http://schemas.microsoft.com/office/drawing/2014/main" id="{4FE2919F-4F03-BDC6-637C-54F859753550}"/>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38" name="フリーフォーム: 図形 37">
            <a:extLst>
              <a:ext uri="{FF2B5EF4-FFF2-40B4-BE49-F238E27FC236}">
                <a16:creationId xmlns:a16="http://schemas.microsoft.com/office/drawing/2014/main" id="{D504B6B1-8153-95A1-10E9-DE35F2B8C185}"/>
              </a:ext>
            </a:extLst>
          </p:cNvPr>
          <p:cNvSpPr/>
          <p:nvPr/>
        </p:nvSpPr>
        <p:spPr>
          <a:xfrm>
            <a:off x="0" y="0"/>
            <a:ext cx="6865269" cy="9144000"/>
          </a:xfrm>
          <a:custGeom>
            <a:avLst/>
            <a:gdLst>
              <a:gd name="connsiteX0" fmla="*/ 3734844 w 6865269"/>
              <a:gd name="connsiteY0" fmla="*/ 8661917 h 9144000"/>
              <a:gd name="connsiteX1" fmla="*/ 3734844 w 6865269"/>
              <a:gd name="connsiteY1" fmla="*/ 8715917 h 9144000"/>
              <a:gd name="connsiteX2" fmla="*/ 6326844 w 6865269"/>
              <a:gd name="connsiteY2" fmla="*/ 8715917 h 9144000"/>
              <a:gd name="connsiteX3" fmla="*/ 6326844 w 6865269"/>
              <a:gd name="connsiteY3" fmla="*/ 8661917 h 9144000"/>
              <a:gd name="connsiteX4" fmla="*/ 554538 w 6865269"/>
              <a:gd name="connsiteY4" fmla="*/ 8661917 h 9144000"/>
              <a:gd name="connsiteX5" fmla="*/ 554538 w 6865269"/>
              <a:gd name="connsiteY5" fmla="*/ 8715917 h 9144000"/>
              <a:gd name="connsiteX6" fmla="*/ 3146538 w 6865269"/>
              <a:gd name="connsiteY6" fmla="*/ 8715917 h 9144000"/>
              <a:gd name="connsiteX7" fmla="*/ 3146538 w 6865269"/>
              <a:gd name="connsiteY7" fmla="*/ 8661917 h 9144000"/>
              <a:gd name="connsiteX8" fmla="*/ 668510 w 6865269"/>
              <a:gd name="connsiteY8" fmla="*/ 4203603 h 9144000"/>
              <a:gd name="connsiteX9" fmla="*/ 566175 w 6865269"/>
              <a:gd name="connsiteY9" fmla="*/ 4305938 h 9144000"/>
              <a:gd name="connsiteX10" fmla="*/ 668510 w 6865269"/>
              <a:gd name="connsiteY10" fmla="*/ 4408273 h 9144000"/>
              <a:gd name="connsiteX11" fmla="*/ 770845 w 6865269"/>
              <a:gd name="connsiteY11" fmla="*/ 4305938 h 9144000"/>
              <a:gd name="connsiteX12" fmla="*/ 668510 w 6865269"/>
              <a:gd name="connsiteY12" fmla="*/ 4203603 h 9144000"/>
              <a:gd name="connsiteX13" fmla="*/ 668510 w 6865269"/>
              <a:gd name="connsiteY13" fmla="*/ 2883225 h 9144000"/>
              <a:gd name="connsiteX14" fmla="*/ 566175 w 6865269"/>
              <a:gd name="connsiteY14" fmla="*/ 2985560 h 9144000"/>
              <a:gd name="connsiteX15" fmla="*/ 668510 w 6865269"/>
              <a:gd name="connsiteY15" fmla="*/ 3087895 h 9144000"/>
              <a:gd name="connsiteX16" fmla="*/ 770845 w 6865269"/>
              <a:gd name="connsiteY16" fmla="*/ 2985560 h 9144000"/>
              <a:gd name="connsiteX17" fmla="*/ 668510 w 6865269"/>
              <a:gd name="connsiteY17" fmla="*/ 2883225 h 9144000"/>
              <a:gd name="connsiteX18" fmla="*/ 5823240 w 6865269"/>
              <a:gd name="connsiteY18" fmla="*/ 2279977 h 9144000"/>
              <a:gd name="connsiteX19" fmla="*/ 5767935 w 6865269"/>
              <a:gd name="connsiteY19" fmla="*/ 2335282 h 9144000"/>
              <a:gd name="connsiteX20" fmla="*/ 1097330 w 6865269"/>
              <a:gd name="connsiteY20" fmla="*/ 2335282 h 9144000"/>
              <a:gd name="connsiteX21" fmla="*/ 1058223 w 6865269"/>
              <a:gd name="connsiteY21" fmla="*/ 2319083 h 9144000"/>
              <a:gd name="connsiteX22" fmla="*/ 1042026 w 6865269"/>
              <a:gd name="connsiteY22" fmla="*/ 2279979 h 9144000"/>
              <a:gd name="connsiteX23" fmla="*/ 1042026 w 6865269"/>
              <a:gd name="connsiteY23" fmla="*/ 2413569 h 9144000"/>
              <a:gd name="connsiteX24" fmla="*/ 1230922 w 6865269"/>
              <a:gd name="connsiteY24" fmla="*/ 2602465 h 9144000"/>
              <a:gd name="connsiteX25" fmla="*/ 5634344 w 6865269"/>
              <a:gd name="connsiteY25" fmla="*/ 2602465 h 9144000"/>
              <a:gd name="connsiteX26" fmla="*/ 5823240 w 6865269"/>
              <a:gd name="connsiteY26" fmla="*/ 2413569 h 9144000"/>
              <a:gd name="connsiteX27" fmla="*/ 1230922 w 6865269"/>
              <a:gd name="connsiteY27" fmla="*/ 441445 h 9144000"/>
              <a:gd name="connsiteX28" fmla="*/ 1042026 w 6865269"/>
              <a:gd name="connsiteY28" fmla="*/ 630341 h 9144000"/>
              <a:gd name="connsiteX29" fmla="*/ 1042026 w 6865269"/>
              <a:gd name="connsiteY29" fmla="*/ 763933 h 9144000"/>
              <a:gd name="connsiteX30" fmla="*/ 1097331 w 6865269"/>
              <a:gd name="connsiteY30" fmla="*/ 708628 h 9144000"/>
              <a:gd name="connsiteX31" fmla="*/ 5767936 w 6865269"/>
              <a:gd name="connsiteY31" fmla="*/ 708628 h 9144000"/>
              <a:gd name="connsiteX32" fmla="*/ 5807043 w 6865269"/>
              <a:gd name="connsiteY32" fmla="*/ 724827 h 9144000"/>
              <a:gd name="connsiteX33" fmla="*/ 5823240 w 6865269"/>
              <a:gd name="connsiteY33" fmla="*/ 763931 h 9144000"/>
              <a:gd name="connsiteX34" fmla="*/ 5823240 w 6865269"/>
              <a:gd name="connsiteY34" fmla="*/ 630341 h 9144000"/>
              <a:gd name="connsiteX35" fmla="*/ 5634344 w 6865269"/>
              <a:gd name="connsiteY35" fmla="*/ 441445 h 9144000"/>
              <a:gd name="connsiteX36" fmla="*/ 0 w 6865269"/>
              <a:gd name="connsiteY36" fmla="*/ 0 h 9144000"/>
              <a:gd name="connsiteX37" fmla="*/ 6865269 w 6865269"/>
              <a:gd name="connsiteY37" fmla="*/ 0 h 9144000"/>
              <a:gd name="connsiteX38" fmla="*/ 6865269 w 6865269"/>
              <a:gd name="connsiteY38" fmla="*/ 9144000 h 9144000"/>
              <a:gd name="connsiteX39" fmla="*/ 0 w 6865269"/>
              <a:gd name="connsiteY39"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 ang="0">
                <a:pos x="connsiteX26" y="connsiteY26"/>
              </a:cxn>
              <a:cxn ang="0">
                <a:pos x="connsiteX27" y="connsiteY27"/>
              </a:cxn>
              <a:cxn ang="0">
                <a:pos x="connsiteX28" y="connsiteY28"/>
              </a:cxn>
              <a:cxn ang="0">
                <a:pos x="connsiteX29" y="connsiteY29"/>
              </a:cxn>
              <a:cxn ang="0">
                <a:pos x="connsiteX30" y="connsiteY30"/>
              </a:cxn>
              <a:cxn ang="0">
                <a:pos x="connsiteX31" y="connsiteY31"/>
              </a:cxn>
              <a:cxn ang="0">
                <a:pos x="connsiteX32" y="connsiteY32"/>
              </a:cxn>
              <a:cxn ang="0">
                <a:pos x="connsiteX33" y="connsiteY33"/>
              </a:cxn>
              <a:cxn ang="0">
                <a:pos x="connsiteX34" y="connsiteY34"/>
              </a:cxn>
              <a:cxn ang="0">
                <a:pos x="connsiteX35" y="connsiteY35"/>
              </a:cxn>
              <a:cxn ang="0">
                <a:pos x="connsiteX36" y="connsiteY36"/>
              </a:cxn>
              <a:cxn ang="0">
                <a:pos x="connsiteX37" y="connsiteY37"/>
              </a:cxn>
              <a:cxn ang="0">
                <a:pos x="connsiteX38" y="connsiteY38"/>
              </a:cxn>
              <a:cxn ang="0">
                <a:pos x="connsiteX39" y="connsiteY39"/>
              </a:cxn>
            </a:cxnLst>
            <a:rect l="l" t="t" r="r" b="b"/>
            <a:pathLst>
              <a:path w="6865269" h="9144000">
                <a:moveTo>
                  <a:pt x="3734844" y="8661917"/>
                </a:moveTo>
                <a:lnTo>
                  <a:pt x="3734844" y="8715917"/>
                </a:lnTo>
                <a:lnTo>
                  <a:pt x="6326844" y="8715917"/>
                </a:lnTo>
                <a:lnTo>
                  <a:pt x="6326844" y="8661917"/>
                </a:lnTo>
                <a:close/>
                <a:moveTo>
                  <a:pt x="554538" y="8661917"/>
                </a:moveTo>
                <a:lnTo>
                  <a:pt x="554538" y="8715917"/>
                </a:lnTo>
                <a:lnTo>
                  <a:pt x="3146538" y="8715917"/>
                </a:lnTo>
                <a:lnTo>
                  <a:pt x="3146538" y="8661917"/>
                </a:lnTo>
                <a:close/>
                <a:moveTo>
                  <a:pt x="668510" y="4203603"/>
                </a:moveTo>
                <a:cubicBezTo>
                  <a:pt x="611992" y="4203603"/>
                  <a:pt x="566175" y="4249420"/>
                  <a:pt x="566175" y="4305938"/>
                </a:cubicBezTo>
                <a:cubicBezTo>
                  <a:pt x="566175" y="4362456"/>
                  <a:pt x="611992" y="4408273"/>
                  <a:pt x="668510" y="4408273"/>
                </a:cubicBezTo>
                <a:cubicBezTo>
                  <a:pt x="725028" y="4408273"/>
                  <a:pt x="770845" y="4362456"/>
                  <a:pt x="770845" y="4305938"/>
                </a:cubicBezTo>
                <a:cubicBezTo>
                  <a:pt x="770845" y="4249420"/>
                  <a:pt x="725028" y="4203603"/>
                  <a:pt x="668510" y="4203603"/>
                </a:cubicBezTo>
                <a:close/>
                <a:moveTo>
                  <a:pt x="668510" y="2883225"/>
                </a:moveTo>
                <a:cubicBezTo>
                  <a:pt x="611992" y="2883225"/>
                  <a:pt x="566175" y="2929042"/>
                  <a:pt x="566175" y="2985560"/>
                </a:cubicBezTo>
                <a:cubicBezTo>
                  <a:pt x="566175" y="3042078"/>
                  <a:pt x="611992" y="3087895"/>
                  <a:pt x="668510" y="3087895"/>
                </a:cubicBezTo>
                <a:cubicBezTo>
                  <a:pt x="725028" y="3087895"/>
                  <a:pt x="770845" y="3042078"/>
                  <a:pt x="770845" y="2985560"/>
                </a:cubicBezTo>
                <a:cubicBezTo>
                  <a:pt x="770845" y="2929042"/>
                  <a:pt x="725028" y="2883225"/>
                  <a:pt x="668510" y="2883225"/>
                </a:cubicBezTo>
                <a:close/>
                <a:moveTo>
                  <a:pt x="5823240" y="2279977"/>
                </a:moveTo>
                <a:cubicBezTo>
                  <a:pt x="5823240" y="2310521"/>
                  <a:pt x="5798479" y="2335282"/>
                  <a:pt x="5767935" y="2335282"/>
                </a:cubicBezTo>
                <a:lnTo>
                  <a:pt x="1097330" y="2335282"/>
                </a:lnTo>
                <a:cubicBezTo>
                  <a:pt x="1082058" y="2335282"/>
                  <a:pt x="1068232" y="2329092"/>
                  <a:pt x="1058223" y="2319083"/>
                </a:cubicBezTo>
                <a:lnTo>
                  <a:pt x="1042026" y="2279979"/>
                </a:lnTo>
                <a:lnTo>
                  <a:pt x="1042026" y="2413569"/>
                </a:lnTo>
                <a:cubicBezTo>
                  <a:pt x="1042026" y="2517893"/>
                  <a:pt x="1126598" y="2602465"/>
                  <a:pt x="1230922" y="2602465"/>
                </a:cubicBezTo>
                <a:lnTo>
                  <a:pt x="5634344" y="2602465"/>
                </a:lnTo>
                <a:cubicBezTo>
                  <a:pt x="5738668" y="2602465"/>
                  <a:pt x="5823240" y="2517893"/>
                  <a:pt x="5823240" y="2413569"/>
                </a:cubicBezTo>
                <a:close/>
                <a:moveTo>
                  <a:pt x="1230922" y="441445"/>
                </a:moveTo>
                <a:cubicBezTo>
                  <a:pt x="1126598" y="441445"/>
                  <a:pt x="1042026" y="526017"/>
                  <a:pt x="1042026" y="630341"/>
                </a:cubicBezTo>
                <a:lnTo>
                  <a:pt x="1042026" y="763933"/>
                </a:lnTo>
                <a:cubicBezTo>
                  <a:pt x="1042026" y="733389"/>
                  <a:pt x="1066787" y="708628"/>
                  <a:pt x="1097331" y="708628"/>
                </a:cubicBezTo>
                <a:lnTo>
                  <a:pt x="5767936" y="708628"/>
                </a:lnTo>
                <a:cubicBezTo>
                  <a:pt x="5783208" y="708628"/>
                  <a:pt x="5797034" y="714818"/>
                  <a:pt x="5807043" y="724827"/>
                </a:cubicBezTo>
                <a:lnTo>
                  <a:pt x="5823240" y="763931"/>
                </a:lnTo>
                <a:lnTo>
                  <a:pt x="5823240" y="630341"/>
                </a:lnTo>
                <a:cubicBezTo>
                  <a:pt x="5823240" y="526017"/>
                  <a:pt x="5738668" y="441445"/>
                  <a:pt x="5634344" y="441445"/>
                </a:cubicBezTo>
                <a:close/>
                <a:moveTo>
                  <a:pt x="0" y="0"/>
                </a:moveTo>
                <a:lnTo>
                  <a:pt x="6865269" y="0"/>
                </a:lnTo>
                <a:lnTo>
                  <a:pt x="6865269"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17" name="テキスト ボックス 16">
            <a:extLst>
              <a:ext uri="{FF2B5EF4-FFF2-40B4-BE49-F238E27FC236}">
                <a16:creationId xmlns:a16="http://schemas.microsoft.com/office/drawing/2014/main" id="{23F7FDBC-2462-02EF-781D-CFB88D37BD65}"/>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1</a:t>
            </a:r>
            <a:endParaRPr kumimoji="1" lang="ja-JP" altLang="en-US" dirty="0"/>
          </a:p>
        </p:txBody>
      </p:sp>
      <p:sp>
        <p:nvSpPr>
          <p:cNvPr id="2" name="テキスト ボックス 1">
            <a:extLst>
              <a:ext uri="{FF2B5EF4-FFF2-40B4-BE49-F238E27FC236}">
                <a16:creationId xmlns:a16="http://schemas.microsoft.com/office/drawing/2014/main" id="{1C010116-E0FC-A1C3-A27C-4DE97F719290}"/>
              </a:ext>
            </a:extLst>
          </p:cNvPr>
          <p:cNvSpPr txBox="1"/>
          <p:nvPr/>
        </p:nvSpPr>
        <p:spPr>
          <a:xfrm>
            <a:off x="1002539" y="840586"/>
            <a:ext cx="4908331" cy="584775"/>
          </a:xfrm>
          <a:prstGeom prst="rect">
            <a:avLst/>
          </a:prstGeom>
          <a:noFill/>
        </p:spPr>
        <p:txBody>
          <a:bodyPr wrap="none" rtlCol="0">
            <a:spAutoFit/>
          </a:bodyPr>
          <a:lstStyle/>
          <a:p>
            <a:r>
              <a:rPr lang="en-US" altLang="ja-JP" sz="3200" b="1"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en-US" altLang="ja-JP" sz="3200" b="1" dirty="0">
                <a:latin typeface="IBM Plex Sans JP" panose="020B0503050203000203" pitchFamily="50" charset="-128"/>
                <a:ea typeface="IBM Plex Sans JP" panose="020B0503050203000203" pitchFamily="50" charset="-128"/>
              </a:rPr>
              <a:t> </a:t>
            </a:r>
            <a:r>
              <a:rPr lang="ja-JP" altLang="en-US" sz="2800" b="1" dirty="0">
                <a:latin typeface="IBM Plex Sans JP" panose="020B0503050203000203" pitchFamily="50" charset="-128"/>
                <a:ea typeface="IBM Plex Sans JP" panose="020B0503050203000203" pitchFamily="50" charset="-128"/>
              </a:rPr>
              <a:t>ツアーガイド</a:t>
            </a:r>
            <a:endParaRPr kumimoji="1" lang="ja-JP" altLang="en-US" sz="3200" b="1" dirty="0">
              <a:latin typeface="IBM Plex Sans JP" panose="020B0503050203000203" pitchFamily="50" charset="-128"/>
              <a:ea typeface="IBM Plex Sans JP" panose="020B0503050203000203" pitchFamily="50" charset="-128"/>
            </a:endParaRPr>
          </a:p>
        </p:txBody>
      </p:sp>
      <p:sp>
        <p:nvSpPr>
          <p:cNvPr id="18" name="テキスト ボックス 17">
            <a:extLst>
              <a:ext uri="{FF2B5EF4-FFF2-40B4-BE49-F238E27FC236}">
                <a16:creationId xmlns:a16="http://schemas.microsoft.com/office/drawing/2014/main" id="{1EAE5B37-A0A8-8DB3-058E-FE219EFB5C21}"/>
              </a:ext>
            </a:extLst>
          </p:cNvPr>
          <p:cNvSpPr txBox="1"/>
          <p:nvPr/>
        </p:nvSpPr>
        <p:spPr>
          <a:xfrm>
            <a:off x="770844" y="2815340"/>
            <a:ext cx="1516762"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1. </a:t>
            </a:r>
            <a:r>
              <a:rPr lang="ja-JP" altLang="en-US" sz="2000" dirty="0">
                <a:latin typeface="IBM Plex Sans JP SemiBold" panose="020B0703050203000203" pitchFamily="50" charset="-128"/>
                <a:ea typeface="IBM Plex Sans JP SemiBold" panose="020B0703050203000203" pitchFamily="50" charset="-128"/>
              </a:rPr>
              <a:t>はじめに</a:t>
            </a:r>
            <a:endParaRPr kumimoji="1" lang="ja-JP" altLang="en-US" sz="2000" b="1" dirty="0">
              <a:latin typeface="IBM Plex Sans JP SemiBold" panose="020B0703050203000203" pitchFamily="50" charset="-128"/>
              <a:ea typeface="IBM Plex Sans JP SemiBold" panose="020B0703050203000203" pitchFamily="50" charset="-128"/>
            </a:endParaRPr>
          </a:p>
        </p:txBody>
      </p:sp>
      <p:sp>
        <p:nvSpPr>
          <p:cNvPr id="19" name="テキスト ボックス 18">
            <a:extLst>
              <a:ext uri="{FF2B5EF4-FFF2-40B4-BE49-F238E27FC236}">
                <a16:creationId xmlns:a16="http://schemas.microsoft.com/office/drawing/2014/main" id="{8B277155-F6B4-006F-3D15-7E80ED29E848}"/>
              </a:ext>
            </a:extLst>
          </p:cNvPr>
          <p:cNvSpPr txBox="1"/>
          <p:nvPr/>
        </p:nvSpPr>
        <p:spPr>
          <a:xfrm>
            <a:off x="668508" y="3238280"/>
            <a:ext cx="5649491" cy="861774"/>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は、市販のフィラメントを組み合わせて「フィラメントそのもの」を生み出すためのモデルです。</a:t>
            </a:r>
          </a:p>
          <a:p>
            <a:r>
              <a:rPr lang="ja-JP" altLang="ja-JP" sz="1000" dirty="0">
                <a:latin typeface="IBM Plex Sans JP" panose="020B0503050203000203" pitchFamily="50" charset="-128"/>
                <a:ea typeface="IBM Plex Sans JP" panose="020B0503050203000203" pitchFamily="50" charset="-128"/>
              </a:rPr>
              <a:t>様々な目的のシリーズから構成されており、各シリーズにはサイズなどの違いによってモデル、プロファイル、プレートごとに異なるフィラメントモデルを提供します。</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1" name="テキスト ボックス 20">
            <a:extLst>
              <a:ext uri="{FF2B5EF4-FFF2-40B4-BE49-F238E27FC236}">
                <a16:creationId xmlns:a16="http://schemas.microsoft.com/office/drawing/2014/main" id="{54DA55D2-2B5C-9AD6-980D-12AA6565179D}"/>
              </a:ext>
            </a:extLst>
          </p:cNvPr>
          <p:cNvSpPr txBox="1"/>
          <p:nvPr/>
        </p:nvSpPr>
        <p:spPr>
          <a:xfrm>
            <a:off x="770844" y="4135718"/>
            <a:ext cx="228620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2. </a:t>
            </a:r>
            <a:r>
              <a:rPr lang="ja-JP" altLang="en-US" sz="2000" dirty="0">
                <a:latin typeface="IBM Plex Sans JP SemiBold" panose="020B0703050203000203" pitchFamily="50" charset="-128"/>
                <a:ea typeface="IBM Plex Sans JP SemiBold" panose="020B0703050203000203" pitchFamily="50" charset="-128"/>
              </a:rPr>
              <a:t>モデル選定方法</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22" name="テキスト ボックス 21">
            <a:extLst>
              <a:ext uri="{FF2B5EF4-FFF2-40B4-BE49-F238E27FC236}">
                <a16:creationId xmlns:a16="http://schemas.microsoft.com/office/drawing/2014/main" id="{9892ABBA-C6BB-6533-C8B6-AF950E500E64}"/>
              </a:ext>
            </a:extLst>
          </p:cNvPr>
          <p:cNvSpPr txBox="1"/>
          <p:nvPr/>
        </p:nvSpPr>
        <p:spPr>
          <a:xfrm>
            <a:off x="661239" y="4538281"/>
            <a:ext cx="5649492" cy="553998"/>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簡易的なモデル選定手順をお見せします。まずは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で</a:t>
            </a:r>
            <a:r>
              <a:rPr lang="en-US" altLang="ja-JP" sz="1000" b="1" dirty="0">
                <a:latin typeface="IBM Plex Sans JP" panose="020B0503050203000203" pitchFamily="50" charset="-128"/>
                <a:ea typeface="IBM Plex Sans JP" panose="020B0503050203000203" pitchFamily="50" charset="-128"/>
              </a:rPr>
              <a:t>FlexChroma HUB</a:t>
            </a:r>
            <a:r>
              <a:rPr lang="ja-JP" altLang="ja-JP" sz="1000" dirty="0">
                <a:latin typeface="IBM Plex Sans JP" panose="020B0503050203000203" pitchFamily="50" charset="-128"/>
                <a:ea typeface="IBM Plex Sans JP" panose="020B0503050203000203" pitchFamily="50" charset="-128"/>
              </a:rPr>
              <a:t>を開いてください。その後に下記フローに従って適切なデータをダウンロードし、印刷してください。</a:t>
            </a: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25" name="テキスト ボックス 24">
            <a:extLst>
              <a:ext uri="{FF2B5EF4-FFF2-40B4-BE49-F238E27FC236}">
                <a16:creationId xmlns:a16="http://schemas.microsoft.com/office/drawing/2014/main" id="{2BD9B259-385D-72AB-BC12-A39347742A8E}"/>
              </a:ext>
            </a:extLst>
          </p:cNvPr>
          <p:cNvSpPr txBox="1"/>
          <p:nvPr/>
        </p:nvSpPr>
        <p:spPr>
          <a:xfrm>
            <a:off x="661238" y="6206196"/>
            <a:ext cx="5656761" cy="400110"/>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モデル選定においてはどの様なフィラメントが欲しいか？を考えま</a:t>
            </a:r>
            <a:r>
              <a:rPr lang="ja-JP" altLang="en-US" sz="1000" dirty="0">
                <a:latin typeface="IBM Plex Sans JP" panose="020B0503050203000203" pitchFamily="50" charset="-128"/>
                <a:ea typeface="IBM Plex Sans JP" panose="020B0503050203000203" pitchFamily="50" charset="-128"/>
              </a:rPr>
              <a:t>しょう</a:t>
            </a:r>
            <a:r>
              <a:rPr lang="ja-JP" altLang="ja-JP" sz="1000" dirty="0">
                <a:latin typeface="IBM Plex Sans JP" panose="020B0503050203000203" pitchFamily="50" charset="-128"/>
                <a:ea typeface="IBM Plex Sans JP" panose="020B0503050203000203" pitchFamily="50" charset="-128"/>
              </a:rPr>
              <a:t>。下記１～５の手順によって最適なデータを探</a:t>
            </a:r>
            <a:r>
              <a:rPr lang="ja-JP" altLang="en-US" sz="1000" dirty="0">
                <a:latin typeface="IBM Plex Sans JP" panose="020B0503050203000203" pitchFamily="50" charset="-128"/>
                <a:ea typeface="IBM Plex Sans JP" panose="020B0503050203000203" pitchFamily="50" charset="-128"/>
              </a:rPr>
              <a:t>すことができます</a:t>
            </a:r>
            <a:r>
              <a:rPr lang="ja-JP" altLang="ja-JP" sz="1000" dirty="0">
                <a:latin typeface="IBM Plex Sans JP" panose="020B0503050203000203" pitchFamily="50" charset="-128"/>
                <a:ea typeface="IBM Plex Sans JP" panose="020B0503050203000203" pitchFamily="50" charset="-128"/>
              </a:rPr>
              <a:t>。</a:t>
            </a:r>
          </a:p>
        </p:txBody>
      </p:sp>
      <p:sp>
        <p:nvSpPr>
          <p:cNvPr id="26" name="テキスト ボックス 25">
            <a:extLst>
              <a:ext uri="{FF2B5EF4-FFF2-40B4-BE49-F238E27FC236}">
                <a16:creationId xmlns:a16="http://schemas.microsoft.com/office/drawing/2014/main" id="{0B7448FA-4B3E-BB8D-CDAF-DE6157C9F664}"/>
              </a:ext>
            </a:extLst>
          </p:cNvPr>
          <p:cNvSpPr txBox="1"/>
          <p:nvPr/>
        </p:nvSpPr>
        <p:spPr>
          <a:xfrm>
            <a:off x="756306" y="6676943"/>
            <a:ext cx="5554425" cy="1615829"/>
          </a:xfrm>
          <a:prstGeom prst="rect">
            <a:avLst/>
          </a:prstGeom>
          <a:noFill/>
        </p:spPr>
        <p:txBody>
          <a:bodyPr wrap="square" rtlCol="0">
            <a:spAutoFit/>
          </a:bodyPr>
          <a:lstStyle/>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最初に</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を選択します。中間色が欲しいのであれば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、グラデーションフィラメントが欲しければ</a:t>
            </a:r>
            <a:r>
              <a:rPr lang="en-US" altLang="ja-JP" sz="900" dirty="0">
                <a:latin typeface="IBM Plex Sans JP" panose="020B0503050203000203" pitchFamily="50" charset="-128"/>
                <a:ea typeface="IBM Plex Sans JP" panose="020B0503050203000203" pitchFamily="50" charset="-128"/>
              </a:rPr>
              <a:t>Gradient Filament</a:t>
            </a:r>
            <a:r>
              <a:rPr lang="ja-JP" altLang="ja-JP" sz="900" dirty="0">
                <a:latin typeface="IBM Plex Sans JP" panose="020B0503050203000203" pitchFamily="50" charset="-128"/>
                <a:ea typeface="IBM Plex Sans JP" panose="020B0503050203000203" pitchFamily="50" charset="-128"/>
              </a:rPr>
              <a:t>と言った様に。</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を選択します。フィラメントの量がどれくらい必要かを考えて、それに合った</a:t>
            </a:r>
            <a:r>
              <a:rPr lang="en-US" altLang="ja-JP" sz="900" dirty="0">
                <a:latin typeface="IBM Plex Sans JP" panose="020B0503050203000203" pitchFamily="50" charset="-128"/>
                <a:ea typeface="IBM Plex Sans JP" panose="020B0503050203000203" pitchFamily="50" charset="-128"/>
              </a:rPr>
              <a:t>Model</a:t>
            </a:r>
            <a:r>
              <a:rPr lang="ja-JP" altLang="ja-JP" sz="900" dirty="0">
                <a:latin typeface="IBM Plex Sans JP" panose="020B0503050203000203" pitchFamily="50" charset="-128"/>
                <a:ea typeface="IBM Plex Sans JP" panose="020B0503050203000203" pitchFamily="50" charset="-128"/>
              </a:rPr>
              <a:t>を選択します。例えば</a:t>
            </a:r>
            <a:r>
              <a:rPr lang="en-US" altLang="ja-JP" sz="900" dirty="0">
                <a:latin typeface="IBM Plex Sans JP" panose="020B0503050203000203" pitchFamily="50" charset="-128"/>
                <a:ea typeface="IBM Plex Sans JP" panose="020B0503050203000203" pitchFamily="50" charset="-128"/>
              </a:rPr>
              <a:t>3Dbenchy</a:t>
            </a:r>
            <a:r>
              <a:rPr lang="ja-JP" altLang="ja-JP" sz="900" dirty="0">
                <a:latin typeface="IBM Plex Sans JP" panose="020B0503050203000203" pitchFamily="50" charset="-128"/>
                <a:ea typeface="IBM Plex Sans JP" panose="020B0503050203000203" pitchFamily="50" charset="-128"/>
              </a:rPr>
              <a:t>を作る程度であれば</a:t>
            </a:r>
            <a:r>
              <a:rPr lang="en-US" altLang="ja-JP" sz="900" dirty="0">
                <a:latin typeface="IBM Plex Sans JP" panose="020B0503050203000203" pitchFamily="50" charset="-128"/>
                <a:ea typeface="IBM Plex Sans JP" panose="020B0503050203000203" pitchFamily="50" charset="-128"/>
              </a:rPr>
              <a:t>S4 Model</a:t>
            </a:r>
            <a:r>
              <a:rPr lang="ja-JP" altLang="ja-JP" sz="900" dirty="0">
                <a:latin typeface="IBM Plex Sans JP" panose="020B0503050203000203" pitchFamily="50" charset="-128"/>
                <a:ea typeface="IBM Plex Sans JP" panose="020B0503050203000203" pitchFamily="50" charset="-128"/>
              </a:rPr>
              <a:t>、</a:t>
            </a:r>
            <a:r>
              <a:rPr lang="en-US" altLang="ja-JP" sz="900" dirty="0">
                <a:latin typeface="IBM Plex Sans JP" panose="020B0503050203000203" pitchFamily="50" charset="-128"/>
                <a:ea typeface="IBM Plex Sans JP" panose="020B0503050203000203" pitchFamily="50" charset="-128"/>
              </a:rPr>
              <a:t>70g</a:t>
            </a:r>
            <a:r>
              <a:rPr lang="ja-JP" altLang="ja-JP" sz="900" dirty="0">
                <a:latin typeface="IBM Plex Sans JP" panose="020B0503050203000203" pitchFamily="50" charset="-128"/>
                <a:ea typeface="IBM Plex Sans JP" panose="020B0503050203000203" pitchFamily="50" charset="-128"/>
              </a:rPr>
              <a:t>近い大きなモデルを作るのであれば</a:t>
            </a:r>
            <a:r>
              <a:rPr lang="en-US" altLang="ja-JP" sz="900" dirty="0">
                <a:latin typeface="IBM Plex Sans JP" panose="020B0503050203000203" pitchFamily="50" charset="-128"/>
                <a:ea typeface="IBM Plex Sans JP" panose="020B0503050203000203" pitchFamily="50" charset="-128"/>
              </a:rPr>
              <a:t>M1 Model</a:t>
            </a:r>
            <a:r>
              <a:rPr lang="ja-JP" altLang="ja-JP" sz="900" dirty="0">
                <a:latin typeface="IBM Plex Sans JP" panose="020B0503050203000203" pitchFamily="50" charset="-128"/>
                <a:ea typeface="IBM Plex Sans JP" panose="020B0503050203000203" pitchFamily="50" charset="-128"/>
              </a:rPr>
              <a:t>と言う具合です。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次に</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を選びます。</a:t>
            </a:r>
            <a:r>
              <a:rPr lang="en-US" altLang="ja-JP" sz="900" dirty="0">
                <a:latin typeface="IBM Plex Sans JP" panose="020B0503050203000203" pitchFamily="50" charset="-128"/>
                <a:ea typeface="IBM Plex Sans JP" panose="020B0503050203000203" pitchFamily="50" charset="-128"/>
              </a:rPr>
              <a:t>Series</a:t>
            </a:r>
            <a:r>
              <a:rPr lang="ja-JP" altLang="ja-JP" sz="900" dirty="0">
                <a:latin typeface="IBM Plex Sans JP" panose="020B0503050203000203" pitchFamily="50" charset="-128"/>
                <a:ea typeface="IBM Plex Sans JP" panose="020B0503050203000203" pitchFamily="50" charset="-128"/>
              </a:rPr>
              <a:t>によって異なる分け方で</a:t>
            </a:r>
            <a:r>
              <a:rPr lang="en-US" altLang="ja-JP" sz="900" dirty="0">
                <a:latin typeface="IBM Plex Sans JP" panose="020B0503050203000203" pitchFamily="50" charset="-128"/>
                <a:ea typeface="IBM Plex Sans JP" panose="020B0503050203000203" pitchFamily="50" charset="-128"/>
              </a:rPr>
              <a:t>Profile</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Plate</a:t>
            </a:r>
            <a:r>
              <a:rPr lang="ja-JP" altLang="ja-JP" sz="900" dirty="0">
                <a:latin typeface="IBM Plex Sans JP" panose="020B0503050203000203" pitchFamily="50" charset="-128"/>
                <a:ea typeface="IBM Plex Sans JP" panose="020B0503050203000203" pitchFamily="50" charset="-128"/>
              </a:rPr>
              <a:t>ごとにフィラメントのデータがあります。例えば</a:t>
            </a:r>
            <a:r>
              <a:rPr lang="en-US" altLang="ja-JP" sz="900" dirty="0">
                <a:latin typeface="IBM Plex Sans JP" panose="020B0503050203000203" pitchFamily="50" charset="-128"/>
                <a:ea typeface="IBM Plex Sans JP" panose="020B0503050203000203" pitchFamily="50" charset="-128"/>
              </a:rPr>
              <a:t>Blend Filament</a:t>
            </a:r>
            <a:r>
              <a:rPr lang="ja-JP" altLang="ja-JP" sz="900" dirty="0">
                <a:latin typeface="IBM Plex Sans JP" panose="020B0503050203000203" pitchFamily="50" charset="-128"/>
                <a:ea typeface="IBM Plex Sans JP" panose="020B0503050203000203" pitchFamily="50" charset="-128"/>
              </a:rPr>
              <a:t>で９８％混色比のモデルであれば、</a:t>
            </a:r>
            <a:r>
              <a:rPr lang="en-US" altLang="ja-JP" sz="900" dirty="0">
                <a:latin typeface="IBM Plex Sans JP" panose="020B0503050203000203" pitchFamily="50" charset="-128"/>
                <a:ea typeface="IBM Plex Sans JP" panose="020B0503050203000203" pitchFamily="50" charset="-128"/>
              </a:rPr>
              <a:t>Detail Profile</a:t>
            </a:r>
            <a:r>
              <a:rPr lang="ja-JP" altLang="ja-JP" sz="900" dirty="0">
                <a:latin typeface="IBM Plex Sans JP" panose="020B0503050203000203" pitchFamily="50" charset="-128"/>
                <a:ea typeface="IBM Plex Sans JP" panose="020B0503050203000203" pitchFamily="50" charset="-128"/>
              </a:rPr>
              <a:t>の中の</a:t>
            </a:r>
            <a:r>
              <a:rPr lang="en-US" altLang="ja-JP" sz="900" dirty="0">
                <a:latin typeface="IBM Plex Sans JP" panose="020B0503050203000203" pitchFamily="50" charset="-128"/>
                <a:ea typeface="IBM Plex Sans JP" panose="020B0503050203000203" pitchFamily="50" charset="-128"/>
              </a:rPr>
              <a:t>98pct</a:t>
            </a:r>
            <a:r>
              <a:rPr lang="ja-JP" altLang="ja-JP" sz="900" dirty="0">
                <a:latin typeface="IBM Plex Sans JP" panose="020B0503050203000203" pitchFamily="50" charset="-128"/>
                <a:ea typeface="IBM Plex Sans JP" panose="020B0503050203000203" pitchFamily="50" charset="-128"/>
              </a:rPr>
              <a:t>プレートを選びます。</a:t>
            </a:r>
          </a:p>
          <a:p>
            <a:pPr marL="228600" lvl="0" indent="-228600">
              <a:buFont typeface="+mj-lt"/>
              <a:buAutoNum type="arabicPeriod"/>
            </a:pPr>
            <a:r>
              <a:rPr lang="ja-JP" altLang="ja-JP" sz="900" dirty="0">
                <a:latin typeface="IBM Plex Sans JP" panose="020B0503050203000203" pitchFamily="50" charset="-128"/>
                <a:ea typeface="IBM Plex Sans JP" panose="020B0503050203000203" pitchFamily="50" charset="-128"/>
              </a:rPr>
              <a:t>使うフィラメントを選びます。素材が同じもしくは近い</a:t>
            </a:r>
            <a:r>
              <a:rPr lang="en-US" altLang="ja-JP" sz="900" dirty="0">
                <a:latin typeface="IBM Plex Sans JP" panose="020B0503050203000203" pitchFamily="50" charset="-128"/>
                <a:ea typeface="IBM Plex Sans JP" panose="020B0503050203000203" pitchFamily="50" charset="-128"/>
              </a:rPr>
              <a:t>(PLA Basic</a:t>
            </a:r>
            <a:r>
              <a:rPr lang="ja-JP" altLang="ja-JP" sz="900" dirty="0">
                <a:latin typeface="IBM Plex Sans JP" panose="020B0503050203000203" pitchFamily="50" charset="-128"/>
                <a:ea typeface="IBM Plex Sans JP" panose="020B0503050203000203" pitchFamily="50" charset="-128"/>
              </a:rPr>
              <a:t>と</a:t>
            </a:r>
            <a:r>
              <a:rPr lang="en-US" altLang="ja-JP" sz="900" dirty="0">
                <a:latin typeface="IBM Plex Sans JP" panose="020B0503050203000203" pitchFamily="50" charset="-128"/>
                <a:ea typeface="IBM Plex Sans JP" panose="020B0503050203000203" pitchFamily="50" charset="-128"/>
              </a:rPr>
              <a:t>PLA Matte</a:t>
            </a:r>
            <a:r>
              <a:rPr lang="ja-JP" altLang="ja-JP" sz="900" dirty="0">
                <a:latin typeface="IBM Plex Sans JP" panose="020B0503050203000203" pitchFamily="50" charset="-128"/>
                <a:ea typeface="IBM Plex Sans JP" panose="020B0503050203000203" pitchFamily="50" charset="-128"/>
              </a:rPr>
              <a:t>の様な</a:t>
            </a:r>
            <a:r>
              <a:rPr lang="en-US" altLang="ja-JP" sz="900" dirty="0">
                <a:latin typeface="IBM Plex Sans JP" panose="020B0503050203000203" pitchFamily="50" charset="-128"/>
                <a:ea typeface="IBM Plex Sans JP" panose="020B0503050203000203" pitchFamily="50" charset="-128"/>
              </a:rPr>
              <a:t>)</a:t>
            </a:r>
            <a:r>
              <a:rPr lang="ja-JP" altLang="ja-JP" sz="900" dirty="0">
                <a:latin typeface="IBM Plex Sans JP" panose="020B0503050203000203" pitchFamily="50" charset="-128"/>
                <a:ea typeface="IBM Plex Sans JP" panose="020B0503050203000203" pitchFamily="50" charset="-128"/>
              </a:rPr>
              <a:t>フィラメントを用意しましょう。選んだフィラメントを割り当てて、スライスしましょう。説明文に書かれている印刷時の注意点をよく読んでから印刷して下さい。</a:t>
            </a:r>
          </a:p>
        </p:txBody>
      </p:sp>
      <p:sp>
        <p:nvSpPr>
          <p:cNvPr id="27" name="テキスト ボックス 26">
            <a:extLst>
              <a:ext uri="{FF2B5EF4-FFF2-40B4-BE49-F238E27FC236}">
                <a16:creationId xmlns:a16="http://schemas.microsoft.com/office/drawing/2014/main" id="{C0F92284-90E6-0D1E-94B4-EE18257CE7CE}"/>
              </a:ext>
            </a:extLst>
          </p:cNvPr>
          <p:cNvSpPr txBox="1"/>
          <p:nvPr/>
        </p:nvSpPr>
        <p:spPr>
          <a:xfrm>
            <a:off x="688410" y="8345835"/>
            <a:ext cx="5680304" cy="167647"/>
          </a:xfrm>
          <a:prstGeom prst="rect">
            <a:avLst/>
          </a:prstGeom>
          <a:noFill/>
        </p:spPr>
        <p:txBody>
          <a:bodyPr wrap="square" rtlCol="0">
            <a:spAutoFit/>
          </a:bodyPr>
          <a:lstStyle/>
          <a:p>
            <a:r>
              <a:rPr lang="ja-JP" altLang="ja-JP" sz="800" dirty="0">
                <a:latin typeface="IBM Plex Sans JP Light" panose="020B0403050203000203" pitchFamily="50" charset="-128"/>
                <a:ea typeface="IBM Plex Sans JP Light" panose="020B0403050203000203" pitchFamily="50" charset="-128"/>
              </a:rPr>
              <a:t>※</a:t>
            </a:r>
            <a:r>
              <a:rPr lang="en-US" altLang="ja-JP" sz="800" dirty="0">
                <a:latin typeface="IBM Plex Sans JP Light" panose="020B0403050203000203" pitchFamily="50" charset="-128"/>
                <a:ea typeface="IBM Plex Sans JP Light" panose="020B0403050203000203" pitchFamily="50" charset="-128"/>
              </a:rPr>
              <a:t>FlexChroma</a:t>
            </a:r>
            <a:r>
              <a:rPr lang="ja-JP" altLang="ja-JP" sz="800" dirty="0">
                <a:latin typeface="IBM Plex Sans JP Light" panose="020B0403050203000203" pitchFamily="50" charset="-128"/>
                <a:ea typeface="IBM Plex Sans JP Light" panose="020B0403050203000203" pitchFamily="50" charset="-128"/>
              </a:rPr>
              <a:t>における</a:t>
            </a:r>
            <a:r>
              <a:rPr lang="en-US" altLang="ja-JP" sz="800" dirty="0">
                <a:latin typeface="IBM Plex Sans JP Light" panose="020B0403050203000203" pitchFamily="50" charset="-128"/>
                <a:ea typeface="IBM Plex Sans JP Light" panose="020B0403050203000203" pitchFamily="50" charset="-128"/>
              </a:rPr>
              <a:t>Profile</a:t>
            </a:r>
            <a:r>
              <a:rPr lang="ja-JP" altLang="ja-JP" sz="800" dirty="0">
                <a:latin typeface="IBM Plex Sans JP Light" panose="020B0403050203000203" pitchFamily="50" charset="-128"/>
                <a:ea typeface="IBM Plex Sans JP Light" panose="020B0403050203000203" pitchFamily="50" charset="-128"/>
              </a:rPr>
              <a:t>は印刷設定の違いではありません。各</a:t>
            </a:r>
            <a:r>
              <a:rPr lang="en-US" altLang="ja-JP" sz="800" dirty="0">
                <a:latin typeface="IBM Plex Sans JP Light" panose="020B0403050203000203" pitchFamily="50" charset="-128"/>
                <a:ea typeface="IBM Plex Sans JP Light" panose="020B0403050203000203" pitchFamily="50" charset="-128"/>
              </a:rPr>
              <a:t>Series</a:t>
            </a:r>
            <a:r>
              <a:rPr lang="ja-JP" altLang="ja-JP" sz="800" dirty="0">
                <a:latin typeface="IBM Plex Sans JP Light" panose="020B0403050203000203" pitchFamily="50" charset="-128"/>
                <a:ea typeface="IBM Plex Sans JP Light" panose="020B0403050203000203" pitchFamily="50" charset="-128"/>
              </a:rPr>
              <a:t>内で「目的別の分類」を表しています。</a:t>
            </a:r>
          </a:p>
        </p:txBody>
      </p:sp>
      <p:pic>
        <p:nvPicPr>
          <p:cNvPr id="33" name="図 32">
            <a:extLst>
              <a:ext uri="{FF2B5EF4-FFF2-40B4-BE49-F238E27FC236}">
                <a16:creationId xmlns:a16="http://schemas.microsoft.com/office/drawing/2014/main" id="{0B4C43A0-825E-F30B-9D0C-F2B06C53569B}"/>
              </a:ext>
            </a:extLst>
          </p:cNvPr>
          <p:cNvPicPr>
            <a:picLocks noChangeAspect="1"/>
          </p:cNvPicPr>
          <p:nvPr/>
        </p:nvPicPr>
        <p:blipFill>
          <a:blip r:embed="rId2"/>
          <a:stretch>
            <a:fillRect/>
          </a:stretch>
        </p:blipFill>
        <p:spPr>
          <a:xfrm>
            <a:off x="668508" y="4987005"/>
            <a:ext cx="5478171" cy="1088700"/>
          </a:xfrm>
          <a:prstGeom prst="rect">
            <a:avLst/>
          </a:prstGeom>
        </p:spPr>
      </p:pic>
      <p:sp>
        <p:nvSpPr>
          <p:cNvPr id="31" name="テキスト ボックス 30">
            <a:extLst>
              <a:ext uri="{FF2B5EF4-FFF2-40B4-BE49-F238E27FC236}">
                <a16:creationId xmlns:a16="http://schemas.microsoft.com/office/drawing/2014/main" id="{89DAADC0-90E8-9DD8-E69D-EF0535095897}"/>
              </a:ext>
            </a:extLst>
          </p:cNvPr>
          <p:cNvSpPr txBox="1"/>
          <p:nvPr/>
        </p:nvSpPr>
        <p:spPr>
          <a:xfrm>
            <a:off x="1515655" y="1444411"/>
            <a:ext cx="3879588" cy="338554"/>
          </a:xfrm>
          <a:prstGeom prst="rect">
            <a:avLst/>
          </a:prstGeom>
          <a:noFill/>
        </p:spPr>
        <p:txBody>
          <a:bodyPr wrap="none" rtlCol="0">
            <a:spAutoFit/>
          </a:bodyPr>
          <a:lstStyle/>
          <a:p>
            <a:r>
              <a:rPr lang="en-US" altLang="ja-JP" sz="1600" dirty="0">
                <a:latin typeface="IBM Plex Sans JP" panose="020B0503050203000203" pitchFamily="50" charset="-128"/>
                <a:ea typeface="IBM Plex Sans JP" panose="020B0503050203000203" pitchFamily="50" charset="-128"/>
              </a:rPr>
              <a:t>- </a:t>
            </a:r>
            <a:r>
              <a:rPr lang="en-US" altLang="ja-JP" sz="16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en-US" sz="1600" dirty="0">
                <a:latin typeface="IBM Plex Sans JP" panose="020B0503050203000203" pitchFamily="50" charset="-128"/>
                <a:ea typeface="IBM Plex Sans JP" panose="020B0503050203000203" pitchFamily="50" charset="-128"/>
              </a:rPr>
              <a:t>のモデルを探してみよう</a:t>
            </a:r>
            <a:r>
              <a:rPr lang="en-US" altLang="ja-JP" sz="1600" dirty="0">
                <a:latin typeface="IBM Plex Sans JP" panose="020B0503050203000203" pitchFamily="50" charset="-128"/>
                <a:ea typeface="IBM Plex Sans JP" panose="020B0503050203000203" pitchFamily="50" charset="-128"/>
              </a:rPr>
              <a:t> -</a:t>
            </a:r>
            <a:endParaRPr kumimoji="1" lang="ja-JP" altLang="en-US" sz="16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902B05C9-73E0-B790-6785-7C63D903FB4D}"/>
              </a:ext>
            </a:extLst>
          </p:cNvPr>
          <p:cNvSpPr txBox="1"/>
          <p:nvPr/>
        </p:nvSpPr>
        <p:spPr>
          <a:xfrm>
            <a:off x="2381276" y="1883364"/>
            <a:ext cx="1952779" cy="307777"/>
          </a:xfrm>
          <a:prstGeom prst="rect">
            <a:avLst/>
          </a:prstGeom>
          <a:noFill/>
        </p:spPr>
        <p:txBody>
          <a:bodyPr wrap="none" rtlCol="0">
            <a:spAutoFit/>
          </a:bodyPr>
          <a:lstStyle/>
          <a:p>
            <a:r>
              <a:rPr lang="en-US" altLang="ja-JP" sz="1400" dirty="0">
                <a:latin typeface="IBM Plex Sans JP" panose="020B0503050203000203" pitchFamily="50" charset="-128"/>
                <a:ea typeface="IBM Plex Sans JP" panose="020B0503050203000203" pitchFamily="50" charset="-128"/>
              </a:rPr>
              <a:t>Ver.1.10  2026.7.22</a:t>
            </a:r>
            <a:endParaRPr kumimoji="1" lang="ja-JP" altLang="en-US" sz="1400" dirty="0">
              <a:latin typeface="IBM Plex Sans JP" panose="020B0503050203000203" pitchFamily="50" charset="-128"/>
              <a:ea typeface="IBM Plex Sans JP" panose="020B0503050203000203" pitchFamily="50" charset="-128"/>
            </a:endParaRPr>
          </a:p>
        </p:txBody>
      </p:sp>
    </p:spTree>
    <p:extLst>
      <p:ext uri="{BB962C8B-B14F-4D97-AF65-F5344CB8AC3E}">
        <p14:creationId xmlns:p14="http://schemas.microsoft.com/office/powerpoint/2010/main" val="392906706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0E29D0-A67B-D81A-ACFD-83FD8814E3FD}"/>
            </a:ext>
          </a:extLst>
        </p:cNvPr>
        <p:cNvGrpSpPr/>
        <p:nvPr/>
      </p:nvGrpSpPr>
      <p:grpSpPr>
        <a:xfrm>
          <a:off x="0" y="0"/>
          <a:ext cx="0" cy="0"/>
          <a:chOff x="0" y="0"/>
          <a:chExt cx="0" cy="0"/>
        </a:xfrm>
      </p:grpSpPr>
      <p:sp>
        <p:nvSpPr>
          <p:cNvPr id="2" name="正方形/長方形 1">
            <a:extLst>
              <a:ext uri="{FF2B5EF4-FFF2-40B4-BE49-F238E27FC236}">
                <a16:creationId xmlns:a16="http://schemas.microsoft.com/office/drawing/2014/main" id="{F078B9E5-980E-E0A0-2BA9-30CDBB5E1BBA}"/>
              </a:ext>
            </a:extLst>
          </p:cNvPr>
          <p:cNvSpPr/>
          <p:nvPr/>
        </p:nvSpPr>
        <p:spPr>
          <a:xfrm>
            <a:off x="0" y="0"/>
            <a:ext cx="6858000" cy="9144000"/>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2" name="フリーフォーム: 図形 21">
            <a:extLst>
              <a:ext uri="{FF2B5EF4-FFF2-40B4-BE49-F238E27FC236}">
                <a16:creationId xmlns:a16="http://schemas.microsoft.com/office/drawing/2014/main" id="{9E7A94BB-4332-D47F-48DC-BDAF90C3F44A}"/>
              </a:ext>
            </a:extLst>
          </p:cNvPr>
          <p:cNvSpPr/>
          <p:nvPr/>
        </p:nvSpPr>
        <p:spPr>
          <a:xfrm>
            <a:off x="0" y="0"/>
            <a:ext cx="6865269" cy="9144000"/>
          </a:xfrm>
          <a:custGeom>
            <a:avLst/>
            <a:gdLst>
              <a:gd name="connsiteX0" fmla="*/ 3727575 w 6858000"/>
              <a:gd name="connsiteY0" fmla="*/ 8661917 h 9144000"/>
              <a:gd name="connsiteX1" fmla="*/ 3727575 w 6858000"/>
              <a:gd name="connsiteY1" fmla="*/ 8715917 h 9144000"/>
              <a:gd name="connsiteX2" fmla="*/ 6319575 w 6858000"/>
              <a:gd name="connsiteY2" fmla="*/ 8715917 h 9144000"/>
              <a:gd name="connsiteX3" fmla="*/ 6319575 w 6858000"/>
              <a:gd name="connsiteY3" fmla="*/ 8661917 h 9144000"/>
              <a:gd name="connsiteX4" fmla="*/ 547269 w 6858000"/>
              <a:gd name="connsiteY4" fmla="*/ 8661917 h 9144000"/>
              <a:gd name="connsiteX5" fmla="*/ 547269 w 6858000"/>
              <a:gd name="connsiteY5" fmla="*/ 8715917 h 9144000"/>
              <a:gd name="connsiteX6" fmla="*/ 3139269 w 6858000"/>
              <a:gd name="connsiteY6" fmla="*/ 8715917 h 9144000"/>
              <a:gd name="connsiteX7" fmla="*/ 3139269 w 6858000"/>
              <a:gd name="connsiteY7" fmla="*/ 8661917 h 9144000"/>
              <a:gd name="connsiteX8" fmla="*/ 661241 w 6858000"/>
              <a:gd name="connsiteY8" fmla="*/ 2510638 h 9144000"/>
              <a:gd name="connsiteX9" fmla="*/ 558906 w 6858000"/>
              <a:gd name="connsiteY9" fmla="*/ 2612973 h 9144000"/>
              <a:gd name="connsiteX10" fmla="*/ 661241 w 6858000"/>
              <a:gd name="connsiteY10" fmla="*/ 2715308 h 9144000"/>
              <a:gd name="connsiteX11" fmla="*/ 763576 w 6858000"/>
              <a:gd name="connsiteY11" fmla="*/ 2612973 h 9144000"/>
              <a:gd name="connsiteX12" fmla="*/ 661241 w 6858000"/>
              <a:gd name="connsiteY12" fmla="*/ 2510638 h 9144000"/>
              <a:gd name="connsiteX13" fmla="*/ 661241 w 6858000"/>
              <a:gd name="connsiteY13" fmla="*/ 677902 h 9144000"/>
              <a:gd name="connsiteX14" fmla="*/ 558906 w 6858000"/>
              <a:gd name="connsiteY14" fmla="*/ 780237 h 9144000"/>
              <a:gd name="connsiteX15" fmla="*/ 661241 w 6858000"/>
              <a:gd name="connsiteY15" fmla="*/ 882572 h 9144000"/>
              <a:gd name="connsiteX16" fmla="*/ 763576 w 6858000"/>
              <a:gd name="connsiteY16" fmla="*/ 780237 h 9144000"/>
              <a:gd name="connsiteX17" fmla="*/ 661241 w 6858000"/>
              <a:gd name="connsiteY17" fmla="*/ 677902 h 9144000"/>
              <a:gd name="connsiteX18" fmla="*/ 547268 w 6858000"/>
              <a:gd name="connsiteY18" fmla="*/ 452468 h 9144000"/>
              <a:gd name="connsiteX19" fmla="*/ 547268 w 6858000"/>
              <a:gd name="connsiteY19" fmla="*/ 506468 h 9144000"/>
              <a:gd name="connsiteX20" fmla="*/ 6303461 w 6858000"/>
              <a:gd name="connsiteY20" fmla="*/ 506468 h 9144000"/>
              <a:gd name="connsiteX21" fmla="*/ 6303461 w 6858000"/>
              <a:gd name="connsiteY21" fmla="*/ 452468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27575" y="8661917"/>
                </a:moveTo>
                <a:lnTo>
                  <a:pt x="3727575" y="8715917"/>
                </a:lnTo>
                <a:lnTo>
                  <a:pt x="6319575" y="8715917"/>
                </a:lnTo>
                <a:lnTo>
                  <a:pt x="6319575" y="8661917"/>
                </a:lnTo>
                <a:close/>
                <a:moveTo>
                  <a:pt x="547269" y="8661917"/>
                </a:moveTo>
                <a:lnTo>
                  <a:pt x="547269" y="8715917"/>
                </a:lnTo>
                <a:lnTo>
                  <a:pt x="3139269" y="8715917"/>
                </a:lnTo>
                <a:lnTo>
                  <a:pt x="3139269" y="8661917"/>
                </a:lnTo>
                <a:close/>
                <a:moveTo>
                  <a:pt x="661241" y="2510638"/>
                </a:moveTo>
                <a:cubicBezTo>
                  <a:pt x="604723" y="2510638"/>
                  <a:pt x="558906" y="2556455"/>
                  <a:pt x="558906" y="2612973"/>
                </a:cubicBezTo>
                <a:cubicBezTo>
                  <a:pt x="558906" y="2669491"/>
                  <a:pt x="604723" y="2715308"/>
                  <a:pt x="661241" y="2715308"/>
                </a:cubicBezTo>
                <a:cubicBezTo>
                  <a:pt x="717759" y="2715308"/>
                  <a:pt x="763576" y="2669491"/>
                  <a:pt x="763576" y="2612973"/>
                </a:cubicBezTo>
                <a:cubicBezTo>
                  <a:pt x="763576" y="2556455"/>
                  <a:pt x="717759" y="2510638"/>
                  <a:pt x="661241" y="2510638"/>
                </a:cubicBezTo>
                <a:close/>
                <a:moveTo>
                  <a:pt x="661241" y="677902"/>
                </a:moveTo>
                <a:cubicBezTo>
                  <a:pt x="604723" y="677902"/>
                  <a:pt x="558906" y="723719"/>
                  <a:pt x="558906" y="780237"/>
                </a:cubicBezTo>
                <a:cubicBezTo>
                  <a:pt x="558906" y="836755"/>
                  <a:pt x="604723" y="882572"/>
                  <a:pt x="661241" y="882572"/>
                </a:cubicBezTo>
                <a:cubicBezTo>
                  <a:pt x="717759" y="882572"/>
                  <a:pt x="763576" y="836755"/>
                  <a:pt x="763576" y="780237"/>
                </a:cubicBezTo>
                <a:cubicBezTo>
                  <a:pt x="763576" y="723719"/>
                  <a:pt x="717759" y="677902"/>
                  <a:pt x="661241" y="677902"/>
                </a:cubicBezTo>
                <a:close/>
                <a:moveTo>
                  <a:pt x="547268" y="452468"/>
                </a:moveTo>
                <a:lnTo>
                  <a:pt x="547268" y="506468"/>
                </a:lnTo>
                <a:lnTo>
                  <a:pt x="6303461" y="506468"/>
                </a:lnTo>
                <a:lnTo>
                  <a:pt x="6303461" y="452468"/>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a:p>
        </p:txBody>
      </p:sp>
      <p:sp>
        <p:nvSpPr>
          <p:cNvPr id="3" name="テキスト ボックス 2">
            <a:extLst>
              <a:ext uri="{FF2B5EF4-FFF2-40B4-BE49-F238E27FC236}">
                <a16:creationId xmlns:a16="http://schemas.microsoft.com/office/drawing/2014/main" id="{18C85979-FA04-F6B4-1A25-5254037C1655}"/>
              </a:ext>
            </a:extLst>
          </p:cNvPr>
          <p:cNvSpPr txBox="1"/>
          <p:nvPr/>
        </p:nvSpPr>
        <p:spPr>
          <a:xfrm>
            <a:off x="770844" y="610017"/>
            <a:ext cx="2613216"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3. FlexChroma HUB</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11" name="テキスト ボックス 10">
            <a:extLst>
              <a:ext uri="{FF2B5EF4-FFF2-40B4-BE49-F238E27FC236}">
                <a16:creationId xmlns:a16="http://schemas.microsoft.com/office/drawing/2014/main" id="{A798E74C-E29E-7137-31D2-45EEB48C6114}"/>
              </a:ext>
            </a:extLst>
          </p:cNvPr>
          <p:cNvSpPr txBox="1"/>
          <p:nvPr/>
        </p:nvSpPr>
        <p:spPr>
          <a:xfrm>
            <a:off x="668508" y="966325"/>
            <a:ext cx="5649491" cy="553998"/>
          </a:xfrm>
          <a:prstGeom prst="rect">
            <a:avLst/>
          </a:prstGeom>
          <a:noFill/>
        </p:spPr>
        <p:txBody>
          <a:bodyPr wrap="square" rtlCol="0">
            <a:spAutoFit/>
          </a:bodyPr>
          <a:lstStyle/>
          <a:p>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 HUB </a:t>
            </a:r>
            <a:r>
              <a:rPr lang="ja-JP" altLang="en-US" sz="1000" dirty="0">
                <a:latin typeface="IBM Plex Sans JP" panose="020B0503050203000203" pitchFamily="50" charset="-128"/>
                <a:ea typeface="IBM Plex Sans JP" panose="020B0503050203000203" pitchFamily="50" charset="-128"/>
                <a:cs typeface="Segoe UI Semibold" panose="020B0702040204020203" pitchFamily="34" charset="0"/>
              </a:rPr>
              <a:t>は</a:t>
            </a:r>
            <a:r>
              <a:rPr lang="en-US" altLang="ja-JP" sz="1000" dirty="0">
                <a:latin typeface="IBM Plex Sans JP" panose="020B0503050203000203" pitchFamily="50" charset="-128"/>
                <a:ea typeface="IBM Plex Sans JP" panose="020B0503050203000203" pitchFamily="50" charset="-128"/>
              </a:rPr>
              <a:t>Makerworld</a:t>
            </a:r>
            <a:r>
              <a:rPr lang="ja-JP" altLang="ja-JP" sz="1000" dirty="0">
                <a:latin typeface="IBM Plex Sans JP" panose="020B0503050203000203" pitchFamily="50" charset="-128"/>
                <a:ea typeface="IBM Plex Sans JP" panose="020B0503050203000203" pitchFamily="50" charset="-128"/>
              </a:rPr>
              <a:t>における全てのシリーズや外部ポータルへの入口です。</a:t>
            </a:r>
            <a:r>
              <a:rPr lang="ja-JP" altLang="ja-JP" sz="1000" b="1" dirty="0">
                <a:latin typeface="IBM Plex Sans JP" panose="020B0503050203000203" pitchFamily="50" charset="-128"/>
                <a:ea typeface="IBM Plex Sans JP" panose="020B0503050203000203" pitchFamily="50" charset="-128"/>
              </a:rPr>
              <a:t>迷ったらまずここを開いてください。</a:t>
            </a:r>
            <a:endParaRPr lang="ja-JP" altLang="ja-JP" sz="1000" dirty="0">
              <a:latin typeface="IBM Plex Sans JP" panose="020B0503050203000203" pitchFamily="50" charset="-128"/>
              <a:ea typeface="IBM Plex Sans JP" panose="020B0503050203000203" pitchFamily="50" charset="-128"/>
            </a:endParaRPr>
          </a:p>
          <a:p>
            <a:endParaRPr kumimoji="1" lang="ja-JP" altLang="en-US" sz="1000" b="1" dirty="0">
              <a:latin typeface="IBM Plex Sans JP" panose="020B0503050203000203" pitchFamily="50" charset="-128"/>
              <a:ea typeface="IBM Plex Sans JP" panose="020B0503050203000203" pitchFamily="50" charset="-128"/>
            </a:endParaRPr>
          </a:p>
        </p:txBody>
      </p:sp>
      <p:sp>
        <p:nvSpPr>
          <p:cNvPr id="12" name="テキスト ボックス 11">
            <a:extLst>
              <a:ext uri="{FF2B5EF4-FFF2-40B4-BE49-F238E27FC236}">
                <a16:creationId xmlns:a16="http://schemas.microsoft.com/office/drawing/2014/main" id="{CD8BCD38-83D5-BF0D-E9F6-96FD8A35BD19}"/>
              </a:ext>
            </a:extLst>
          </p:cNvPr>
          <p:cNvSpPr txBox="1"/>
          <p:nvPr/>
        </p:nvSpPr>
        <p:spPr>
          <a:xfrm>
            <a:off x="770844" y="2440080"/>
            <a:ext cx="2379177"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4. Blend Filament</a:t>
            </a:r>
            <a:endParaRPr kumimoji="1" lang="ja-JP" altLang="en-US" sz="2800" b="1" dirty="0">
              <a:latin typeface="IBM Plex Sans JP SemiBold" panose="020B0703050203000203" pitchFamily="50" charset="-128"/>
              <a:ea typeface="IBM Plex Sans JP SemiBold" panose="020B0703050203000203" pitchFamily="50" charset="-128"/>
            </a:endParaRPr>
          </a:p>
        </p:txBody>
      </p:sp>
      <p:sp>
        <p:nvSpPr>
          <p:cNvPr id="23" name="テキスト ボックス 22">
            <a:extLst>
              <a:ext uri="{FF2B5EF4-FFF2-40B4-BE49-F238E27FC236}">
                <a16:creationId xmlns:a16="http://schemas.microsoft.com/office/drawing/2014/main" id="{50BCCB88-45BA-28DD-EAD4-7C869FD19E5D}"/>
              </a:ext>
            </a:extLst>
          </p:cNvPr>
          <p:cNvSpPr txBox="1"/>
          <p:nvPr/>
        </p:nvSpPr>
        <p:spPr>
          <a:xfrm>
            <a:off x="668509" y="2819731"/>
            <a:ext cx="5642222" cy="1323439"/>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シリーズは</a:t>
            </a:r>
            <a:r>
              <a:rPr lang="en-US" altLang="ja-JP" sz="1000" dirty="0">
                <a:latin typeface="Segoe UI Semibold" panose="020B0702040204020203" pitchFamily="34" charset="0"/>
                <a:ea typeface="IBM Plex Sans JP" panose="020B0503050203000203" pitchFamily="50" charset="-128"/>
                <a:cs typeface="Segoe UI Semibold" panose="020B0702040204020203" pitchFamily="34" charset="0"/>
              </a:rPr>
              <a:t>FlexChroma</a:t>
            </a:r>
            <a:r>
              <a:rPr lang="ja-JP" altLang="ja-JP" sz="1000" dirty="0">
                <a:latin typeface="IBM Plex Sans JP" panose="020B0503050203000203" pitchFamily="50" charset="-128"/>
                <a:ea typeface="IBM Plex Sans JP" panose="020B0503050203000203" pitchFamily="50" charset="-128"/>
              </a:rPr>
              <a:t>の最も基礎的なシリーズです。</a:t>
            </a:r>
            <a:r>
              <a:rPr lang="en-US" altLang="ja-JP" sz="1000" dirty="0">
                <a:latin typeface="IBM Plex Sans JP" panose="020B0503050203000203" pitchFamily="50" charset="-128"/>
                <a:ea typeface="IBM Plex Sans JP" panose="020B0503050203000203" pitchFamily="50" charset="-128"/>
              </a:rPr>
              <a:t>2</a:t>
            </a:r>
            <a:r>
              <a:rPr lang="ja-JP" altLang="ja-JP" sz="1000" dirty="0">
                <a:latin typeface="IBM Plex Sans JP" panose="020B0503050203000203" pitchFamily="50" charset="-128"/>
                <a:ea typeface="IBM Plex Sans JP" panose="020B0503050203000203" pitchFamily="50" charset="-128"/>
              </a:rPr>
              <a:t>つのフィラメントを様々な混合比で混ぜ合わせ、あなただけの新しい色を作ることが出来ます。各モデルは</a:t>
            </a:r>
            <a:r>
              <a:rPr lang="en-US" altLang="ja-JP" sz="1000" dirty="0">
                <a:latin typeface="IBM Plex Sans JP" panose="020B0503050203000203" pitchFamily="50" charset="-128"/>
                <a:ea typeface="IBM Plex Sans JP" panose="020B0503050203000203" pitchFamily="50" charset="-128"/>
              </a:rPr>
              <a:t>50</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99.5%</a:t>
            </a:r>
            <a:r>
              <a:rPr lang="ja-JP" altLang="ja-JP" sz="1000" dirty="0">
                <a:latin typeface="IBM Plex Sans JP" panose="020B0503050203000203" pitchFamily="50" charset="-128"/>
                <a:ea typeface="IBM Plex Sans JP" panose="020B0503050203000203" pitchFamily="50" charset="-128"/>
              </a:rPr>
              <a:t>までの混色比</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をもっていますが、</a:t>
            </a:r>
            <a:r>
              <a:rPr lang="en-US" altLang="ja-JP" sz="1000" b="1" dirty="0">
                <a:latin typeface="IBM Plex Sans JP" panose="020B0503050203000203" pitchFamily="50" charset="-128"/>
                <a:ea typeface="IBM Plex Sans JP" panose="020B0503050203000203" pitchFamily="50" charset="-128"/>
              </a:rPr>
              <a:t>50</a:t>
            </a:r>
            <a:r>
              <a:rPr lang="ja-JP" altLang="ja-JP" sz="1000" b="1" dirty="0">
                <a:latin typeface="IBM Plex Sans JP" panose="020B0503050203000203" pitchFamily="50" charset="-128"/>
                <a:ea typeface="IBM Plex Sans JP" panose="020B0503050203000203" pitchFamily="50" charset="-128"/>
              </a:rPr>
              <a:t>％未満の混色比についてはフィラメント</a:t>
            </a:r>
            <a:r>
              <a:rPr lang="en-US" altLang="ja-JP" sz="1000" b="1" dirty="0">
                <a:latin typeface="IBM Plex Sans JP" panose="020B0503050203000203" pitchFamily="50" charset="-128"/>
                <a:ea typeface="IBM Plex Sans JP" panose="020B0503050203000203" pitchFamily="50" charset="-128"/>
              </a:rPr>
              <a:t>A/B</a:t>
            </a:r>
            <a:r>
              <a:rPr lang="ja-JP" altLang="ja-JP" sz="1000" b="1" dirty="0">
                <a:latin typeface="IBM Plex Sans JP" panose="020B0503050203000203" pitchFamily="50" charset="-128"/>
                <a:ea typeface="IBM Plex Sans JP" panose="020B0503050203000203" pitchFamily="50" charset="-128"/>
              </a:rPr>
              <a:t>を入れ替えることで得ることが出来ます。</a:t>
            </a:r>
            <a:endParaRPr lang="ja-JP" altLang="ja-JP" sz="1000" dirty="0">
              <a:latin typeface="IBM Plex Sans JP" panose="020B0503050203000203" pitchFamily="50" charset="-128"/>
              <a:ea typeface="IBM Plex Sans JP" panose="020B0503050203000203" pitchFamily="50" charset="-128"/>
            </a:endParaRPr>
          </a:p>
          <a:p>
            <a:r>
              <a:rPr lang="en-US" altLang="ja-JP" sz="1000" dirty="0">
                <a:latin typeface="IBM Plex Sans JP" panose="020B0503050203000203" pitchFamily="50" charset="-128"/>
                <a:ea typeface="IBM Plex Sans JP" panose="020B0503050203000203" pitchFamily="50" charset="-128"/>
              </a:rPr>
              <a:t> </a:t>
            </a:r>
            <a:endParaRPr lang="ja-JP" altLang="ja-JP" sz="10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以下はイエローにシアンを</a:t>
            </a:r>
            <a:r>
              <a:rPr lang="en-US" altLang="ja-JP" sz="1000" dirty="0">
                <a:latin typeface="IBM Plex Sans JP" panose="020B0503050203000203" pitchFamily="50" charset="-128"/>
                <a:ea typeface="IBM Plex Sans JP" panose="020B0503050203000203" pitchFamily="50" charset="-128"/>
              </a:rPr>
              <a:t>25%</a:t>
            </a:r>
            <a:r>
              <a:rPr lang="ja-JP" altLang="ja-JP" sz="1000" dirty="0">
                <a:latin typeface="IBM Plex Sans JP" panose="020B0503050203000203" pitchFamily="50" charset="-128"/>
                <a:ea typeface="IBM Plex Sans JP" panose="020B0503050203000203" pitchFamily="50" charset="-128"/>
              </a:rPr>
              <a:t>混ぜた</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en-US" altLang="ja-JP" sz="1000" dirty="0">
                <a:latin typeface="IBM Plex Sans JP" panose="020B0503050203000203" pitchFamily="50" charset="-128"/>
                <a:ea typeface="IBM Plex Sans JP" panose="020B0503050203000203" pitchFamily="50" charset="-128"/>
              </a:rPr>
              <a:t>Plate</a:t>
            </a:r>
            <a:r>
              <a:rPr lang="ja-JP" altLang="ja-JP" sz="1000" dirty="0">
                <a:latin typeface="IBM Plex Sans JP" panose="020B0503050203000203" pitchFamily="50" charset="-128"/>
                <a:ea typeface="IBM Plex Sans JP" panose="020B0503050203000203" pitchFamily="50" charset="-128"/>
              </a:rPr>
              <a:t>に記載されている数値はフィラメント</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の割合です。そのためこの例ではイエローを</a:t>
            </a:r>
            <a:r>
              <a:rPr lang="en-US" altLang="ja-JP" sz="1000" dirty="0">
                <a:latin typeface="IBM Plex Sans JP" panose="020B0503050203000203" pitchFamily="50" charset="-128"/>
                <a:ea typeface="IBM Plex Sans JP" panose="020B0503050203000203" pitchFamily="50" charset="-128"/>
              </a:rPr>
              <a:t>75%</a:t>
            </a:r>
            <a:r>
              <a:rPr lang="ja-JP" altLang="ja-JP" sz="1000" dirty="0">
                <a:latin typeface="IBM Plex Sans JP" panose="020B0503050203000203" pitchFamily="50" charset="-128"/>
                <a:ea typeface="IBM Plex Sans JP" panose="020B0503050203000203" pitchFamily="50" charset="-128"/>
              </a:rPr>
              <a:t>にすると読み替えて、スライスまでのの設定を選びます。</a:t>
            </a:r>
          </a:p>
        </p:txBody>
      </p:sp>
      <p:sp>
        <p:nvSpPr>
          <p:cNvPr id="24" name="テキスト ボックス 23">
            <a:extLst>
              <a:ext uri="{FF2B5EF4-FFF2-40B4-BE49-F238E27FC236}">
                <a16:creationId xmlns:a16="http://schemas.microsoft.com/office/drawing/2014/main" id="{33E7CC69-3B3F-F3A6-3DCF-D170E51F244D}"/>
              </a:ext>
            </a:extLst>
          </p:cNvPr>
          <p:cNvSpPr txBox="1"/>
          <p:nvPr/>
        </p:nvSpPr>
        <p:spPr>
          <a:xfrm>
            <a:off x="668508" y="5086783"/>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Blend Filament</a:t>
            </a:r>
            <a:r>
              <a:rPr lang="ja-JP" altLang="ja-JP" sz="1000" dirty="0">
                <a:latin typeface="IBM Plex Sans JP" panose="020B0503050203000203" pitchFamily="50" charset="-128"/>
                <a:ea typeface="IBM Plex Sans JP" panose="020B0503050203000203" pitchFamily="50" charset="-128"/>
              </a:rPr>
              <a:t>のモデル構成です。</a:t>
            </a:r>
          </a:p>
        </p:txBody>
      </p:sp>
      <p:pic>
        <p:nvPicPr>
          <p:cNvPr id="26" name="図 25">
            <a:extLst>
              <a:ext uri="{FF2B5EF4-FFF2-40B4-BE49-F238E27FC236}">
                <a16:creationId xmlns:a16="http://schemas.microsoft.com/office/drawing/2014/main" id="{C0977733-1EC6-18D0-367E-FB8E7307838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70844" y="5369516"/>
            <a:ext cx="5264196" cy="3270393"/>
          </a:xfrm>
          <a:prstGeom prst="rect">
            <a:avLst/>
          </a:prstGeom>
          <a:noFill/>
          <a:extLst>
            <a:ext uri="{909E8E84-426E-40DD-AFC4-6F175D3DCCD1}">
              <a14:hiddenFill xmlns:a14="http://schemas.microsoft.com/office/drawing/2010/main">
                <a:solidFill>
                  <a:srgbClr val="FFFFFF"/>
                </a:solidFill>
              </a14:hiddenFill>
            </a:ext>
          </a:extLst>
        </p:spPr>
      </p:pic>
      <p:pic>
        <p:nvPicPr>
          <p:cNvPr id="27" name="図 26">
            <a:extLst>
              <a:ext uri="{FF2B5EF4-FFF2-40B4-BE49-F238E27FC236}">
                <a16:creationId xmlns:a16="http://schemas.microsoft.com/office/drawing/2014/main" id="{2C8B8E17-B4AE-E354-9224-6D8A5A7B49F2}"/>
              </a:ext>
            </a:extLst>
          </p:cNvPr>
          <p:cNvPicPr>
            <a:picLocks noChangeAspect="1"/>
          </p:cNvPicPr>
          <p:nvPr/>
        </p:nvPicPr>
        <p:blipFill>
          <a:blip r:embed="rId3"/>
          <a:stretch>
            <a:fillRect/>
          </a:stretch>
        </p:blipFill>
        <p:spPr>
          <a:xfrm>
            <a:off x="709884" y="4161494"/>
            <a:ext cx="5325156" cy="831813"/>
          </a:xfrm>
          <a:prstGeom prst="rect">
            <a:avLst/>
          </a:prstGeom>
        </p:spPr>
      </p:pic>
      <p:pic>
        <p:nvPicPr>
          <p:cNvPr id="28" name="図 27">
            <a:extLst>
              <a:ext uri="{FF2B5EF4-FFF2-40B4-BE49-F238E27FC236}">
                <a16:creationId xmlns:a16="http://schemas.microsoft.com/office/drawing/2014/main" id="{9B3FC674-F120-51BF-92D1-0CCE403D465B}"/>
              </a:ext>
            </a:extLst>
          </p:cNvPr>
          <p:cNvPicPr>
            <a:picLocks noChangeAspect="1" noChangeArrowheads="1"/>
          </p:cNvPicPr>
          <p:nvPr/>
        </p:nvPicPr>
        <p:blipFill rotWithShape="1">
          <a:blip r:embed="rId4">
            <a:extLst>
              <a:ext uri="{28A0092B-C50C-407E-A947-70E740481C1C}">
                <a14:useLocalDpi xmlns:a14="http://schemas.microsoft.com/office/drawing/2010/main" val="0"/>
              </a:ext>
            </a:extLst>
          </a:blip>
          <a:srcRect l="1747" r="2095" b="10009"/>
          <a:stretch>
            <a:fillRect/>
          </a:stretch>
        </p:blipFill>
        <p:spPr bwMode="auto">
          <a:xfrm>
            <a:off x="1254450" y="1387287"/>
            <a:ext cx="4394485" cy="977661"/>
          </a:xfrm>
          <a:prstGeom prst="rect">
            <a:avLst/>
          </a:prstGeom>
          <a:noFill/>
          <a:extLst>
            <a:ext uri="{909E8E84-426E-40DD-AFC4-6F175D3DCCD1}">
              <a14:hiddenFill xmlns:a14="http://schemas.microsoft.com/office/drawing/2010/main">
                <a:solidFill>
                  <a:srgbClr val="FFFFFF"/>
                </a:solidFill>
              </a14:hiddenFill>
            </a:ext>
          </a:extLst>
        </p:spPr>
      </p:pic>
      <p:sp>
        <p:nvSpPr>
          <p:cNvPr id="17" name="テキスト ボックス 16">
            <a:extLst>
              <a:ext uri="{FF2B5EF4-FFF2-40B4-BE49-F238E27FC236}">
                <a16:creationId xmlns:a16="http://schemas.microsoft.com/office/drawing/2014/main" id="{166FC322-1D62-A69F-56DF-8F820EB033E3}"/>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2</a:t>
            </a:r>
            <a:endParaRPr kumimoji="1" lang="ja-JP" altLang="en-US" dirty="0"/>
          </a:p>
        </p:txBody>
      </p:sp>
    </p:spTree>
    <p:extLst>
      <p:ext uri="{BB962C8B-B14F-4D97-AF65-F5344CB8AC3E}">
        <p14:creationId xmlns:p14="http://schemas.microsoft.com/office/powerpoint/2010/main" val="3492068226"/>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06E907F-33A2-C649-A0EB-5ACCE72727A5}"/>
            </a:ext>
          </a:extLst>
        </p:cNvPr>
        <p:cNvGrpSpPr/>
        <p:nvPr/>
      </p:nvGrpSpPr>
      <p:grpSpPr>
        <a:xfrm>
          <a:off x="0" y="0"/>
          <a:ext cx="0" cy="0"/>
          <a:chOff x="0" y="0"/>
          <a:chExt cx="0" cy="0"/>
        </a:xfrm>
      </p:grpSpPr>
      <p:sp>
        <p:nvSpPr>
          <p:cNvPr id="30" name="正方形/長方形 29">
            <a:extLst>
              <a:ext uri="{FF2B5EF4-FFF2-40B4-BE49-F238E27FC236}">
                <a16:creationId xmlns:a16="http://schemas.microsoft.com/office/drawing/2014/main" id="{6F0F53F1-FFCD-EDD8-027D-BB71DCD5E93F}"/>
              </a:ext>
            </a:extLst>
          </p:cNvPr>
          <p:cNvSpPr/>
          <p:nvPr/>
        </p:nvSpPr>
        <p:spPr>
          <a:xfrm>
            <a:off x="51086" y="45268"/>
            <a:ext cx="6790099" cy="9053465"/>
          </a:xfrm>
          <a:prstGeom prst="rect">
            <a:avLst/>
          </a:prstGeom>
          <a:gradFill>
            <a:gsLst>
              <a:gs pos="50000">
                <a:srgbClr val="6200E8"/>
              </a:gs>
              <a:gs pos="10000">
                <a:srgbClr val="EE00B0"/>
              </a:gs>
              <a:gs pos="90000">
                <a:srgbClr val="0095E5"/>
              </a:gs>
            </a:gsLst>
            <a:lin ang="1800000" scaled="0"/>
          </a:gra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19" name="フリーフォーム: 図形 18">
            <a:extLst>
              <a:ext uri="{FF2B5EF4-FFF2-40B4-BE49-F238E27FC236}">
                <a16:creationId xmlns:a16="http://schemas.microsoft.com/office/drawing/2014/main" id="{E925E3B5-F543-14FD-B64D-E00E01624B23}"/>
              </a:ext>
            </a:extLst>
          </p:cNvPr>
          <p:cNvSpPr/>
          <p:nvPr/>
        </p:nvSpPr>
        <p:spPr>
          <a:xfrm>
            <a:off x="17051" y="5531"/>
            <a:ext cx="6858000" cy="9144000"/>
          </a:xfrm>
          <a:custGeom>
            <a:avLst/>
            <a:gdLst>
              <a:gd name="connsiteX0" fmla="*/ 3717793 w 6858000"/>
              <a:gd name="connsiteY0" fmla="*/ 8656386 h 9144000"/>
              <a:gd name="connsiteX1" fmla="*/ 3717793 w 6858000"/>
              <a:gd name="connsiteY1" fmla="*/ 8710386 h 9144000"/>
              <a:gd name="connsiteX2" fmla="*/ 6309793 w 6858000"/>
              <a:gd name="connsiteY2" fmla="*/ 8710386 h 9144000"/>
              <a:gd name="connsiteX3" fmla="*/ 6309793 w 6858000"/>
              <a:gd name="connsiteY3" fmla="*/ 8656386 h 9144000"/>
              <a:gd name="connsiteX4" fmla="*/ 537487 w 6858000"/>
              <a:gd name="connsiteY4" fmla="*/ 8656386 h 9144000"/>
              <a:gd name="connsiteX5" fmla="*/ 537487 w 6858000"/>
              <a:gd name="connsiteY5" fmla="*/ 8710386 h 9144000"/>
              <a:gd name="connsiteX6" fmla="*/ 3129487 w 6858000"/>
              <a:gd name="connsiteY6" fmla="*/ 8710386 h 9144000"/>
              <a:gd name="connsiteX7" fmla="*/ 3129487 w 6858000"/>
              <a:gd name="connsiteY7" fmla="*/ 8656386 h 9144000"/>
              <a:gd name="connsiteX8" fmla="*/ 631632 w 6858000"/>
              <a:gd name="connsiteY8" fmla="*/ 7880006 h 9144000"/>
              <a:gd name="connsiteX9" fmla="*/ 529297 w 6858000"/>
              <a:gd name="connsiteY9" fmla="*/ 7982341 h 9144000"/>
              <a:gd name="connsiteX10" fmla="*/ 631632 w 6858000"/>
              <a:gd name="connsiteY10" fmla="*/ 8084676 h 9144000"/>
              <a:gd name="connsiteX11" fmla="*/ 733967 w 6858000"/>
              <a:gd name="connsiteY11" fmla="*/ 7982341 h 9144000"/>
              <a:gd name="connsiteX12" fmla="*/ 631632 w 6858000"/>
              <a:gd name="connsiteY12" fmla="*/ 7880006 h 9144000"/>
              <a:gd name="connsiteX13" fmla="*/ 651459 w 6858000"/>
              <a:gd name="connsiteY13" fmla="*/ 672371 h 9144000"/>
              <a:gd name="connsiteX14" fmla="*/ 549124 w 6858000"/>
              <a:gd name="connsiteY14" fmla="*/ 774706 h 9144000"/>
              <a:gd name="connsiteX15" fmla="*/ 651459 w 6858000"/>
              <a:gd name="connsiteY15" fmla="*/ 877041 h 9144000"/>
              <a:gd name="connsiteX16" fmla="*/ 753794 w 6858000"/>
              <a:gd name="connsiteY16" fmla="*/ 774706 h 9144000"/>
              <a:gd name="connsiteX17" fmla="*/ 651459 w 6858000"/>
              <a:gd name="connsiteY17" fmla="*/ 672371 h 9144000"/>
              <a:gd name="connsiteX18" fmla="*/ 537486 w 6858000"/>
              <a:gd name="connsiteY18" fmla="*/ 446937 h 9144000"/>
              <a:gd name="connsiteX19" fmla="*/ 537486 w 6858000"/>
              <a:gd name="connsiteY19" fmla="*/ 500937 h 9144000"/>
              <a:gd name="connsiteX20" fmla="*/ 6293679 w 6858000"/>
              <a:gd name="connsiteY20" fmla="*/ 500937 h 9144000"/>
              <a:gd name="connsiteX21" fmla="*/ 6293679 w 6858000"/>
              <a:gd name="connsiteY21" fmla="*/ 446937 h 9144000"/>
              <a:gd name="connsiteX22" fmla="*/ 0 w 6858000"/>
              <a:gd name="connsiteY22" fmla="*/ 0 h 9144000"/>
              <a:gd name="connsiteX23" fmla="*/ 6858000 w 6858000"/>
              <a:gd name="connsiteY23" fmla="*/ 0 h 9144000"/>
              <a:gd name="connsiteX24" fmla="*/ 6858000 w 6858000"/>
              <a:gd name="connsiteY24" fmla="*/ 9144000 h 9144000"/>
              <a:gd name="connsiteX25" fmla="*/ 0 w 6858000"/>
              <a:gd name="connsiteY25" fmla="*/ 9144000 h 9144000"/>
            </a:gdLst>
            <a:ahLst/>
            <a:cxnLst>
              <a:cxn ang="0">
                <a:pos x="connsiteX0" y="connsiteY0"/>
              </a:cxn>
              <a:cxn ang="0">
                <a:pos x="connsiteX1" y="connsiteY1"/>
              </a:cxn>
              <a:cxn ang="0">
                <a:pos x="connsiteX2" y="connsiteY2"/>
              </a:cxn>
              <a:cxn ang="0">
                <a:pos x="connsiteX3" y="connsiteY3"/>
              </a:cxn>
              <a:cxn ang="0">
                <a:pos x="connsiteX4" y="connsiteY4"/>
              </a:cxn>
              <a:cxn ang="0">
                <a:pos x="connsiteX5" y="connsiteY5"/>
              </a:cxn>
              <a:cxn ang="0">
                <a:pos x="connsiteX6" y="connsiteY6"/>
              </a:cxn>
              <a:cxn ang="0">
                <a:pos x="connsiteX7" y="connsiteY7"/>
              </a:cxn>
              <a:cxn ang="0">
                <a:pos x="connsiteX8" y="connsiteY8"/>
              </a:cxn>
              <a:cxn ang="0">
                <a:pos x="connsiteX9" y="connsiteY9"/>
              </a:cxn>
              <a:cxn ang="0">
                <a:pos x="connsiteX10" y="connsiteY10"/>
              </a:cxn>
              <a:cxn ang="0">
                <a:pos x="connsiteX11" y="connsiteY11"/>
              </a:cxn>
              <a:cxn ang="0">
                <a:pos x="connsiteX12" y="connsiteY12"/>
              </a:cxn>
              <a:cxn ang="0">
                <a:pos x="connsiteX13" y="connsiteY13"/>
              </a:cxn>
              <a:cxn ang="0">
                <a:pos x="connsiteX14" y="connsiteY14"/>
              </a:cxn>
              <a:cxn ang="0">
                <a:pos x="connsiteX15" y="connsiteY15"/>
              </a:cxn>
              <a:cxn ang="0">
                <a:pos x="connsiteX16" y="connsiteY16"/>
              </a:cxn>
              <a:cxn ang="0">
                <a:pos x="connsiteX17" y="connsiteY17"/>
              </a:cxn>
              <a:cxn ang="0">
                <a:pos x="connsiteX18" y="connsiteY18"/>
              </a:cxn>
              <a:cxn ang="0">
                <a:pos x="connsiteX19" y="connsiteY19"/>
              </a:cxn>
              <a:cxn ang="0">
                <a:pos x="connsiteX20" y="connsiteY20"/>
              </a:cxn>
              <a:cxn ang="0">
                <a:pos x="connsiteX21" y="connsiteY21"/>
              </a:cxn>
              <a:cxn ang="0">
                <a:pos x="connsiteX22" y="connsiteY22"/>
              </a:cxn>
              <a:cxn ang="0">
                <a:pos x="connsiteX23" y="connsiteY23"/>
              </a:cxn>
              <a:cxn ang="0">
                <a:pos x="connsiteX24" y="connsiteY24"/>
              </a:cxn>
              <a:cxn ang="0">
                <a:pos x="connsiteX25" y="connsiteY25"/>
              </a:cxn>
            </a:cxnLst>
            <a:rect l="l" t="t" r="r" b="b"/>
            <a:pathLst>
              <a:path w="6858000" h="9144000">
                <a:moveTo>
                  <a:pt x="3717793" y="8656386"/>
                </a:moveTo>
                <a:lnTo>
                  <a:pt x="3717793" y="8710386"/>
                </a:lnTo>
                <a:lnTo>
                  <a:pt x="6309793" y="8710386"/>
                </a:lnTo>
                <a:lnTo>
                  <a:pt x="6309793" y="8656386"/>
                </a:lnTo>
                <a:close/>
                <a:moveTo>
                  <a:pt x="537487" y="8656386"/>
                </a:moveTo>
                <a:lnTo>
                  <a:pt x="537487" y="8710386"/>
                </a:lnTo>
                <a:lnTo>
                  <a:pt x="3129487" y="8710386"/>
                </a:lnTo>
                <a:lnTo>
                  <a:pt x="3129487" y="8656386"/>
                </a:lnTo>
                <a:close/>
                <a:moveTo>
                  <a:pt x="631632" y="7880006"/>
                </a:moveTo>
                <a:cubicBezTo>
                  <a:pt x="575114" y="7880006"/>
                  <a:pt x="529297" y="7925823"/>
                  <a:pt x="529297" y="7982341"/>
                </a:cubicBezTo>
                <a:cubicBezTo>
                  <a:pt x="529297" y="8038859"/>
                  <a:pt x="575114" y="8084676"/>
                  <a:pt x="631632" y="8084676"/>
                </a:cubicBezTo>
                <a:cubicBezTo>
                  <a:pt x="688150" y="8084676"/>
                  <a:pt x="733967" y="8038859"/>
                  <a:pt x="733967" y="7982341"/>
                </a:cubicBezTo>
                <a:cubicBezTo>
                  <a:pt x="733967" y="7925823"/>
                  <a:pt x="688150" y="7880006"/>
                  <a:pt x="631632" y="7880006"/>
                </a:cubicBezTo>
                <a:close/>
                <a:moveTo>
                  <a:pt x="651459" y="672371"/>
                </a:moveTo>
                <a:cubicBezTo>
                  <a:pt x="594941" y="672371"/>
                  <a:pt x="549124" y="718188"/>
                  <a:pt x="549124" y="774706"/>
                </a:cubicBezTo>
                <a:cubicBezTo>
                  <a:pt x="549124" y="831224"/>
                  <a:pt x="594941" y="877041"/>
                  <a:pt x="651459" y="877041"/>
                </a:cubicBezTo>
                <a:cubicBezTo>
                  <a:pt x="707977" y="877041"/>
                  <a:pt x="753794" y="831224"/>
                  <a:pt x="753794" y="774706"/>
                </a:cubicBezTo>
                <a:cubicBezTo>
                  <a:pt x="753794" y="718188"/>
                  <a:pt x="707977" y="672371"/>
                  <a:pt x="651459" y="672371"/>
                </a:cubicBezTo>
                <a:close/>
                <a:moveTo>
                  <a:pt x="537486" y="446937"/>
                </a:moveTo>
                <a:lnTo>
                  <a:pt x="537486" y="500937"/>
                </a:lnTo>
                <a:lnTo>
                  <a:pt x="6293679" y="500937"/>
                </a:lnTo>
                <a:lnTo>
                  <a:pt x="6293679" y="446937"/>
                </a:lnTo>
                <a:close/>
                <a:moveTo>
                  <a:pt x="0" y="0"/>
                </a:moveTo>
                <a:lnTo>
                  <a:pt x="6858000" y="0"/>
                </a:lnTo>
                <a:lnTo>
                  <a:pt x="6858000" y="9144000"/>
                </a:lnTo>
                <a:lnTo>
                  <a:pt x="0" y="9144000"/>
                </a:lnTo>
                <a:close/>
              </a:path>
            </a:pathLst>
          </a:cu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wrap="square" rtlCol="0" anchor="ctr">
            <a:noAutofit/>
          </a:bodyPr>
          <a:lstStyle/>
          <a:p>
            <a:pPr algn="ctr"/>
            <a:endParaRPr kumimoji="1" lang="ja-JP" altLang="en-US" dirty="0"/>
          </a:p>
        </p:txBody>
      </p:sp>
      <p:sp>
        <p:nvSpPr>
          <p:cNvPr id="17" name="テキスト ボックス 16">
            <a:extLst>
              <a:ext uri="{FF2B5EF4-FFF2-40B4-BE49-F238E27FC236}">
                <a16:creationId xmlns:a16="http://schemas.microsoft.com/office/drawing/2014/main" id="{179A80EA-C038-4703-1BDB-466354340DA6}"/>
              </a:ext>
            </a:extLst>
          </p:cNvPr>
          <p:cNvSpPr txBox="1"/>
          <p:nvPr/>
        </p:nvSpPr>
        <p:spPr>
          <a:xfrm>
            <a:off x="3163826" y="8511531"/>
            <a:ext cx="575734" cy="369332"/>
          </a:xfrm>
          <a:prstGeom prst="rect">
            <a:avLst/>
          </a:prstGeom>
          <a:noFill/>
        </p:spPr>
        <p:txBody>
          <a:bodyPr wrap="square" rtlCol="0" anchor="ctr">
            <a:spAutoFit/>
          </a:bodyPr>
          <a:lstStyle/>
          <a:p>
            <a:pPr algn="ctr"/>
            <a:r>
              <a:rPr kumimoji="1" lang="en-US" altLang="ja-JP" dirty="0"/>
              <a:t>3</a:t>
            </a:r>
            <a:endParaRPr kumimoji="1" lang="ja-JP" altLang="en-US" dirty="0"/>
          </a:p>
        </p:txBody>
      </p:sp>
      <p:sp>
        <p:nvSpPr>
          <p:cNvPr id="31" name="テキスト ボックス 30">
            <a:extLst>
              <a:ext uri="{FF2B5EF4-FFF2-40B4-BE49-F238E27FC236}">
                <a16:creationId xmlns:a16="http://schemas.microsoft.com/office/drawing/2014/main" id="{24A4ADEE-BA21-83FA-B3D3-284329685B4E}"/>
              </a:ext>
            </a:extLst>
          </p:cNvPr>
          <p:cNvSpPr txBox="1"/>
          <p:nvPr/>
        </p:nvSpPr>
        <p:spPr>
          <a:xfrm>
            <a:off x="770844" y="599259"/>
            <a:ext cx="2739853" cy="400110"/>
          </a:xfrm>
          <a:prstGeom prst="rect">
            <a:avLst/>
          </a:prstGeom>
          <a:noFill/>
        </p:spPr>
        <p:txBody>
          <a:bodyPr wrap="none" rtlCol="0">
            <a:spAutoFit/>
          </a:bodyPr>
          <a:lstStyle/>
          <a:p>
            <a:r>
              <a:rPr lang="en-US" altLang="ja-JP" sz="2000" dirty="0">
                <a:latin typeface="IBM Plex Sans JP SemiBold" panose="020B0703050203000203" pitchFamily="50" charset="-128"/>
                <a:ea typeface="IBM Plex Sans JP SemiBold" panose="020B0703050203000203" pitchFamily="50" charset="-128"/>
              </a:rPr>
              <a:t>5. Gradient Filament</a:t>
            </a:r>
            <a:endParaRPr kumimoji="1" lang="ja-JP" altLang="en-US" sz="2400" b="1" dirty="0">
              <a:latin typeface="IBM Plex Sans JP SemiBold" panose="020B0703050203000203" pitchFamily="50" charset="-128"/>
              <a:ea typeface="IBM Plex Sans JP SemiBold" panose="020B0703050203000203" pitchFamily="50" charset="-128"/>
            </a:endParaRPr>
          </a:p>
        </p:txBody>
      </p:sp>
      <p:sp>
        <p:nvSpPr>
          <p:cNvPr id="32" name="テキスト ボックス 31">
            <a:extLst>
              <a:ext uri="{FF2B5EF4-FFF2-40B4-BE49-F238E27FC236}">
                <a16:creationId xmlns:a16="http://schemas.microsoft.com/office/drawing/2014/main" id="{18D0FA83-5583-654E-ABDF-7AC285062148}"/>
              </a:ext>
            </a:extLst>
          </p:cNvPr>
          <p:cNvSpPr txBox="1"/>
          <p:nvPr/>
        </p:nvSpPr>
        <p:spPr>
          <a:xfrm>
            <a:off x="668508" y="977823"/>
            <a:ext cx="5649491" cy="1661993"/>
          </a:xfrm>
          <a:prstGeom prst="rect">
            <a:avLst/>
          </a:prstGeom>
          <a:noFill/>
        </p:spPr>
        <p:txBody>
          <a:bodyPr wrap="square" rtlCol="0">
            <a:spAutoFit/>
          </a:bodyPr>
          <a:lstStyle/>
          <a:p>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シリーズは色の組み合わせに合わせた複数のカーブ</a:t>
            </a:r>
            <a:r>
              <a:rPr lang="en-US" altLang="ja-JP" sz="1000" dirty="0">
                <a:latin typeface="IBM Plex Sans JP" panose="020B0503050203000203" pitchFamily="50" charset="-128"/>
                <a:ea typeface="IBM Plex Sans JP" panose="020B0503050203000203" pitchFamily="50" charset="-128"/>
              </a:rPr>
              <a:t>Profile</a:t>
            </a:r>
            <a:r>
              <a:rPr lang="ja-JP" altLang="ja-JP" sz="1000" dirty="0">
                <a:latin typeface="IBM Plex Sans JP" panose="020B0503050203000203" pitchFamily="50" charset="-128"/>
                <a:ea typeface="IBM Plex Sans JP" panose="020B0503050203000203" pitchFamily="50" charset="-128"/>
              </a:rPr>
              <a:t>とプレートごとにサイクル数が違うモデルを持っています。詳細は各モデルの説明文をご確認ください。</a:t>
            </a:r>
          </a:p>
          <a:p>
            <a:r>
              <a:rPr lang="en-US" altLang="ja-JP" sz="600" dirty="0">
                <a:latin typeface="IBM Plex Sans JP" panose="020B0503050203000203" pitchFamily="50" charset="-128"/>
                <a:ea typeface="IBM Plex Sans JP" panose="020B0503050203000203" pitchFamily="50" charset="-128"/>
              </a:rPr>
              <a:t> </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カラーカーブ：色の組み合わせに応じた設定。シアンとイエローならば</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、白とマゼンタならば</a:t>
            </a:r>
            <a:r>
              <a:rPr lang="en-US" altLang="ja-JP" sz="1000" dirty="0">
                <a:latin typeface="IBM Plex Sans JP" panose="020B0503050203000203" pitchFamily="50" charset="-128"/>
                <a:ea typeface="IBM Plex Sans JP" panose="020B0503050203000203" pitchFamily="50" charset="-128"/>
              </a:rPr>
              <a:t>Contrast</a:t>
            </a:r>
            <a:r>
              <a:rPr lang="ja-JP" altLang="ja-JP" sz="1000" dirty="0">
                <a:latin typeface="IBM Plex Sans JP" panose="020B0503050203000203" pitchFamily="50" charset="-128"/>
                <a:ea typeface="IBM Plex Sans JP" panose="020B0503050203000203" pitchFamily="50" charset="-128"/>
              </a:rPr>
              <a:t>と言う風に色に応じた最適なグラデーションを選ぶための項目。</a:t>
            </a:r>
          </a:p>
          <a:p>
            <a:pPr marL="171450" indent="-171450">
              <a:buFont typeface="Arial" panose="020B0604020202020204" pitchFamily="34" charset="0"/>
              <a:buChar char="•"/>
            </a:pPr>
            <a:r>
              <a:rPr lang="ja-JP" altLang="ja-JP" sz="1000" dirty="0">
                <a:latin typeface="IBM Plex Sans JP" panose="020B0503050203000203" pitchFamily="50" charset="-128"/>
                <a:ea typeface="IBM Plex Sans JP" panose="020B0503050203000203" pitchFamily="50" charset="-128"/>
              </a:rPr>
              <a:t>サイクル数：グラデーションの頻度を変える数。サイクル数はフィラメントが</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B</a:t>
            </a:r>
            <a:r>
              <a:rPr lang="ja-JP" altLang="ja-JP" sz="1000" dirty="0">
                <a:latin typeface="IBM Plex Sans JP" panose="020B0503050203000203" pitchFamily="50" charset="-128"/>
                <a:ea typeface="IBM Plex Sans JP" panose="020B0503050203000203" pitchFamily="50" charset="-128"/>
              </a:rPr>
              <a:t>→</a:t>
            </a:r>
            <a:r>
              <a:rPr lang="en-US" altLang="ja-JP" sz="1000" dirty="0">
                <a:latin typeface="IBM Plex Sans JP" panose="020B0503050203000203" pitchFamily="50" charset="-128"/>
                <a:ea typeface="IBM Plex Sans JP" panose="020B0503050203000203" pitchFamily="50" charset="-128"/>
              </a:rPr>
              <a:t>A</a:t>
            </a:r>
            <a:r>
              <a:rPr lang="ja-JP" altLang="ja-JP" sz="1000" dirty="0">
                <a:latin typeface="IBM Plex Sans JP" panose="020B0503050203000203" pitchFamily="50" charset="-128"/>
                <a:ea typeface="IBM Plex Sans JP" panose="020B0503050203000203" pitchFamily="50" charset="-128"/>
              </a:rPr>
              <a:t>と変化して戻ることを</a:t>
            </a:r>
            <a:r>
              <a:rPr lang="en-US" altLang="ja-JP" sz="1000" dirty="0">
                <a:latin typeface="IBM Plex Sans JP" panose="020B0503050203000203" pitchFamily="50" charset="-128"/>
                <a:ea typeface="IBM Plex Sans JP" panose="020B0503050203000203" pitchFamily="50" charset="-128"/>
              </a:rPr>
              <a:t>1</a:t>
            </a:r>
            <a:r>
              <a:rPr lang="ja-JP" altLang="ja-JP" sz="1000" dirty="0">
                <a:latin typeface="IBM Plex Sans JP" panose="020B0503050203000203" pitchFamily="50" charset="-128"/>
                <a:ea typeface="IBM Plex Sans JP" panose="020B0503050203000203" pitchFamily="50" charset="-128"/>
              </a:rPr>
              <a:t>回と数える。</a:t>
            </a:r>
          </a:p>
          <a:p>
            <a:endParaRPr lang="ja-JP" altLang="ja-JP" sz="600" dirty="0">
              <a:latin typeface="IBM Plex Sans JP" panose="020B0503050203000203" pitchFamily="50" charset="-128"/>
              <a:ea typeface="IBM Plex Sans JP" panose="020B0503050203000203" pitchFamily="50" charset="-128"/>
            </a:endParaRPr>
          </a:p>
          <a:p>
            <a:r>
              <a:rPr lang="ja-JP" altLang="ja-JP" sz="1000" dirty="0">
                <a:latin typeface="IBM Plex Sans JP" panose="020B0503050203000203" pitchFamily="50" charset="-128"/>
                <a:ea typeface="IBM Plex Sans JP" panose="020B0503050203000203" pitchFamily="50" charset="-128"/>
              </a:rPr>
              <a:t>以下はシアンとマゼンタの速い周期の</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を作る場合の例です。</a:t>
            </a:r>
          </a:p>
          <a:p>
            <a:r>
              <a:rPr lang="ja-JP" altLang="ja-JP" sz="1000" dirty="0">
                <a:latin typeface="IBM Plex Sans JP" panose="020B0503050203000203" pitchFamily="50" charset="-128"/>
                <a:ea typeface="IBM Plex Sans JP" panose="020B0503050203000203" pitchFamily="50" charset="-128"/>
              </a:rPr>
              <a:t>周期はモデルサイズとサイクル数に影響されます。そのため、</a:t>
            </a:r>
            <a:r>
              <a:rPr lang="en-US" altLang="ja-JP" sz="1000" dirty="0">
                <a:latin typeface="IBM Plex Sans JP" panose="020B0503050203000203" pitchFamily="50" charset="-128"/>
                <a:ea typeface="IBM Plex Sans JP" panose="020B0503050203000203" pitchFamily="50" charset="-128"/>
              </a:rPr>
              <a:t>S4</a:t>
            </a:r>
            <a:r>
              <a:rPr lang="ja-JP" altLang="ja-JP" sz="1000" dirty="0">
                <a:latin typeface="IBM Plex Sans JP" panose="020B0503050203000203" pitchFamily="50" charset="-128"/>
                <a:ea typeface="IBM Plex Sans JP" panose="020B0503050203000203" pitchFamily="50" charset="-128"/>
              </a:rPr>
              <a:t>のモデルを選び、サイクル数は</a:t>
            </a:r>
            <a:r>
              <a:rPr lang="en-US" altLang="ja-JP" sz="1000" dirty="0">
                <a:latin typeface="IBM Plex Sans JP" panose="020B0503050203000203" pitchFamily="50" charset="-128"/>
                <a:ea typeface="IBM Plex Sans JP" panose="020B0503050203000203" pitchFamily="50" charset="-128"/>
              </a:rPr>
              <a:t>4</a:t>
            </a:r>
            <a:r>
              <a:rPr lang="ja-JP" altLang="ja-JP" sz="1000" dirty="0">
                <a:latin typeface="IBM Plex Sans JP" panose="020B0503050203000203" pitchFamily="50" charset="-128"/>
                <a:ea typeface="IBM Plex Sans JP" panose="020B0503050203000203" pitchFamily="50" charset="-128"/>
              </a:rPr>
              <a:t>サイクルを選ぶこととします。また、色相の離れた組合せなので</a:t>
            </a:r>
            <a:r>
              <a:rPr lang="en-US" altLang="ja-JP" sz="1000" dirty="0">
                <a:latin typeface="IBM Plex Sans JP" panose="020B0503050203000203" pitchFamily="50" charset="-128"/>
                <a:ea typeface="IBM Plex Sans JP" panose="020B0503050203000203" pitchFamily="50" charset="-128"/>
              </a:rPr>
              <a:t>Vivid</a:t>
            </a:r>
            <a:r>
              <a:rPr lang="ja-JP" altLang="ja-JP" sz="1000" dirty="0">
                <a:latin typeface="IBM Plex Sans JP" panose="020B0503050203000203" pitchFamily="50" charset="-128"/>
                <a:ea typeface="IBM Plex Sans JP" panose="020B0503050203000203" pitchFamily="50" charset="-128"/>
              </a:rPr>
              <a:t>カーブを選びます。</a:t>
            </a:r>
            <a:endParaRPr kumimoji="1" lang="ja-JP" altLang="en-US" sz="1000" b="1" dirty="0">
              <a:latin typeface="IBM Plex Sans JP" panose="020B0503050203000203" pitchFamily="50" charset="-128"/>
              <a:ea typeface="IBM Plex Sans JP" panose="020B0503050203000203" pitchFamily="50" charset="-128"/>
            </a:endParaRPr>
          </a:p>
        </p:txBody>
      </p:sp>
      <p:sp>
        <p:nvSpPr>
          <p:cNvPr id="33" name="テキスト ボックス 32">
            <a:extLst>
              <a:ext uri="{FF2B5EF4-FFF2-40B4-BE49-F238E27FC236}">
                <a16:creationId xmlns:a16="http://schemas.microsoft.com/office/drawing/2014/main" id="{F2AEC5C2-C759-5468-B690-686B74E6A68E}"/>
              </a:ext>
            </a:extLst>
          </p:cNvPr>
          <p:cNvSpPr txBox="1"/>
          <p:nvPr/>
        </p:nvSpPr>
        <p:spPr>
          <a:xfrm>
            <a:off x="675778" y="3681158"/>
            <a:ext cx="5642222" cy="246221"/>
          </a:xfrm>
          <a:prstGeom prst="rect">
            <a:avLst/>
          </a:prstGeom>
          <a:noFill/>
        </p:spPr>
        <p:txBody>
          <a:bodyPr wrap="square" rtlCol="0">
            <a:spAutoFit/>
          </a:bodyPr>
          <a:lstStyle/>
          <a:p>
            <a:r>
              <a:rPr lang="ja-JP" altLang="ja-JP" sz="1000" dirty="0">
                <a:latin typeface="IBM Plex Sans JP" panose="020B0503050203000203" pitchFamily="50" charset="-128"/>
                <a:ea typeface="IBM Plex Sans JP" panose="020B0503050203000203" pitchFamily="50" charset="-128"/>
              </a:rPr>
              <a:t>以下は</a:t>
            </a:r>
            <a:r>
              <a:rPr lang="en-US" altLang="ja-JP" sz="1000" dirty="0">
                <a:latin typeface="IBM Plex Sans JP" panose="020B0503050203000203" pitchFamily="50" charset="-128"/>
                <a:ea typeface="IBM Plex Sans JP" panose="020B0503050203000203" pitchFamily="50" charset="-128"/>
              </a:rPr>
              <a:t>Gradient Filament</a:t>
            </a:r>
            <a:r>
              <a:rPr lang="ja-JP" altLang="ja-JP" sz="1000" dirty="0">
                <a:latin typeface="IBM Plex Sans JP" panose="020B0503050203000203" pitchFamily="50" charset="-128"/>
                <a:ea typeface="IBM Plex Sans JP" panose="020B0503050203000203" pitchFamily="50" charset="-128"/>
              </a:rPr>
              <a:t>のモデル構成です。</a:t>
            </a:r>
            <a:endParaRPr lang="en-US" altLang="ja-JP" sz="1000" dirty="0">
              <a:latin typeface="IBM Plex Sans JP" panose="020B0503050203000203" pitchFamily="50" charset="-128"/>
              <a:ea typeface="IBM Plex Sans JP" panose="020B0503050203000203" pitchFamily="50" charset="-128"/>
            </a:endParaRPr>
          </a:p>
        </p:txBody>
      </p:sp>
      <p:sp>
        <p:nvSpPr>
          <p:cNvPr id="34" name="テキスト ボックス 33">
            <a:extLst>
              <a:ext uri="{FF2B5EF4-FFF2-40B4-BE49-F238E27FC236}">
                <a16:creationId xmlns:a16="http://schemas.microsoft.com/office/drawing/2014/main" id="{5DD33A85-D920-6841-D122-FE5141E331ED}"/>
              </a:ext>
            </a:extLst>
          </p:cNvPr>
          <p:cNvSpPr txBox="1"/>
          <p:nvPr/>
        </p:nvSpPr>
        <p:spPr>
          <a:xfrm>
            <a:off x="778114" y="7851411"/>
            <a:ext cx="1923925" cy="338554"/>
          </a:xfrm>
          <a:prstGeom prst="rect">
            <a:avLst/>
          </a:prstGeom>
          <a:noFill/>
        </p:spPr>
        <p:txBody>
          <a:bodyPr wrap="none" rtlCol="0">
            <a:spAutoFit/>
          </a:bodyPr>
          <a:lstStyle/>
          <a:p>
            <a:r>
              <a:rPr lang="en-US" altLang="ja-JP" sz="1600" dirty="0">
                <a:latin typeface="IBM Plex Sans JP SemiBold" panose="020B0703050203000203" pitchFamily="50" charset="-128"/>
                <a:ea typeface="IBM Plex Sans JP SemiBold" panose="020B0703050203000203" pitchFamily="50" charset="-128"/>
              </a:rPr>
              <a:t>6. Update History</a:t>
            </a:r>
            <a:endParaRPr kumimoji="1" lang="ja-JP" altLang="en-US" b="1" dirty="0">
              <a:latin typeface="IBM Plex Sans JP SemiBold" panose="020B0703050203000203" pitchFamily="50" charset="-128"/>
              <a:ea typeface="IBM Plex Sans JP SemiBold" panose="020B0703050203000203" pitchFamily="50" charset="-128"/>
            </a:endParaRPr>
          </a:p>
        </p:txBody>
      </p:sp>
      <p:sp>
        <p:nvSpPr>
          <p:cNvPr id="35" name="テキスト ボックス 34">
            <a:extLst>
              <a:ext uri="{FF2B5EF4-FFF2-40B4-BE49-F238E27FC236}">
                <a16:creationId xmlns:a16="http://schemas.microsoft.com/office/drawing/2014/main" id="{21B2D047-2B66-EC11-16BD-6EF9E52897C1}"/>
              </a:ext>
            </a:extLst>
          </p:cNvPr>
          <p:cNvSpPr txBox="1"/>
          <p:nvPr/>
        </p:nvSpPr>
        <p:spPr>
          <a:xfrm>
            <a:off x="638323" y="8189977"/>
            <a:ext cx="5649491" cy="507831"/>
          </a:xfrm>
          <a:prstGeom prst="rect">
            <a:avLst/>
          </a:prstGeom>
          <a:noFill/>
        </p:spPr>
        <p:txBody>
          <a:bodyPr wrap="square" rtlCol="0">
            <a:spAutoFit/>
          </a:bodyPr>
          <a:lstStyle/>
          <a:p>
            <a:r>
              <a:rPr lang="en-US" altLang="ja-JP" sz="900" dirty="0">
                <a:latin typeface="IBM Plex Sans JP" panose="020B0503050203000203" pitchFamily="50" charset="-128"/>
                <a:ea typeface="IBM Plex Sans JP" panose="020B0503050203000203" pitchFamily="50" charset="-128"/>
              </a:rPr>
              <a:t>Ver.1.00  2026-07-02  First Edition Published</a:t>
            </a:r>
          </a:p>
          <a:p>
            <a:r>
              <a:rPr lang="en-US" altLang="ja-JP" sz="900" dirty="0">
                <a:latin typeface="IBM Plex Sans JP" panose="020B0503050203000203" pitchFamily="50" charset="-128"/>
                <a:ea typeface="IBM Plex Sans JP" panose="020B0503050203000203" pitchFamily="50" charset="-128"/>
              </a:rPr>
              <a:t>Ver.1.10  2026-07-02  Revisions for Integrated Design</a:t>
            </a:r>
          </a:p>
          <a:p>
            <a:endParaRPr kumimoji="1" lang="ja-JP" altLang="en-US" sz="900" b="1" dirty="0">
              <a:latin typeface="IBM Plex Sans JP" panose="020B0503050203000203" pitchFamily="50" charset="-128"/>
              <a:ea typeface="IBM Plex Sans JP" panose="020B0503050203000203" pitchFamily="50" charset="-128"/>
            </a:endParaRPr>
          </a:p>
        </p:txBody>
      </p:sp>
      <p:pic>
        <p:nvPicPr>
          <p:cNvPr id="36" name="図 35">
            <a:extLst>
              <a:ext uri="{FF2B5EF4-FFF2-40B4-BE49-F238E27FC236}">
                <a16:creationId xmlns:a16="http://schemas.microsoft.com/office/drawing/2014/main" id="{9B5CD66D-50B6-9A4B-62D7-0FE70CA37B9A}"/>
              </a:ext>
            </a:extLst>
          </p:cNvPr>
          <p:cNvPicPr>
            <a:picLocks noChangeAspect="1"/>
          </p:cNvPicPr>
          <p:nvPr/>
        </p:nvPicPr>
        <p:blipFill>
          <a:blip r:embed="rId2"/>
          <a:stretch>
            <a:fillRect/>
          </a:stretch>
        </p:blipFill>
        <p:spPr>
          <a:xfrm>
            <a:off x="651740" y="2656972"/>
            <a:ext cx="5588622" cy="913760"/>
          </a:xfrm>
          <a:prstGeom prst="rect">
            <a:avLst/>
          </a:prstGeom>
        </p:spPr>
      </p:pic>
      <p:pic>
        <p:nvPicPr>
          <p:cNvPr id="3" name="図 2">
            <a:extLst>
              <a:ext uri="{FF2B5EF4-FFF2-40B4-BE49-F238E27FC236}">
                <a16:creationId xmlns:a16="http://schemas.microsoft.com/office/drawing/2014/main" id="{C99C9AE4-68EC-C31D-2E72-FAFA9B860DFF}"/>
              </a:ext>
            </a:extLst>
          </p:cNvPr>
          <p:cNvPicPr>
            <a:picLocks noChangeAspect="1"/>
          </p:cNvPicPr>
          <p:nvPr/>
        </p:nvPicPr>
        <p:blipFill>
          <a:blip r:embed="rId3"/>
          <a:stretch>
            <a:fillRect/>
          </a:stretch>
        </p:blipFill>
        <p:spPr>
          <a:xfrm>
            <a:off x="673091" y="3947248"/>
            <a:ext cx="5521536" cy="3874587"/>
          </a:xfrm>
          <a:prstGeom prst="rect">
            <a:avLst/>
          </a:prstGeom>
        </p:spPr>
      </p:pic>
    </p:spTree>
    <p:extLst>
      <p:ext uri="{BB962C8B-B14F-4D97-AF65-F5344CB8AC3E}">
        <p14:creationId xmlns:p14="http://schemas.microsoft.com/office/powerpoint/2010/main" val="939485769"/>
      </p:ext>
    </p:extLst>
  </p:cSld>
  <p:clrMapOvr>
    <a:masterClrMapping/>
  </p:clrMapOvr>
</p:sld>
</file>

<file path=ppt/theme/theme1.xml><?xml version="1.0" encoding="utf-8"?>
<a:theme xmlns:a="http://schemas.openxmlformats.org/drawingml/2006/main" name="Office テーマ">
  <a:themeElements>
    <a:clrScheme name="Office テーマ">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テーマ">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テーマ">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Office Theme</Template>
  <TotalTime>255</TotalTime>
  <Words>1417</Words>
  <Application>Microsoft Office PowerPoint</Application>
  <PresentationFormat>画面に合わせる (4:3)</PresentationFormat>
  <Paragraphs>75</Paragraphs>
  <Slides>7</Slides>
  <Notes>0</Notes>
  <HiddenSlides>0</HiddenSlides>
  <MMClips>0</MMClips>
  <ScaleCrop>false</ScaleCrop>
  <HeadingPairs>
    <vt:vector size="6" baseType="variant">
      <vt:variant>
        <vt:lpstr>使用されているフォント</vt:lpstr>
      </vt:variant>
      <vt:variant>
        <vt:i4>7</vt:i4>
      </vt:variant>
      <vt:variant>
        <vt:lpstr>テーマ</vt:lpstr>
      </vt:variant>
      <vt:variant>
        <vt:i4>1</vt:i4>
      </vt:variant>
      <vt:variant>
        <vt:lpstr>スライド タイトル</vt:lpstr>
      </vt:variant>
      <vt:variant>
        <vt:i4>7</vt:i4>
      </vt:variant>
    </vt:vector>
  </HeadingPairs>
  <TitlesOfParts>
    <vt:vector size="15" baseType="lpstr">
      <vt:lpstr>IBM Plex Sans JP</vt:lpstr>
      <vt:lpstr>IBM Plex Sans JP Light</vt:lpstr>
      <vt:lpstr>IBM Plex Sans JP SemiBold</vt:lpstr>
      <vt:lpstr>Aptos</vt:lpstr>
      <vt:lpstr>Aptos Display</vt:lpstr>
      <vt:lpstr>Arial</vt:lpstr>
      <vt:lpstr>Segoe UI Semibold</vt:lpstr>
      <vt:lpstr>Office テーマ</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lpstr>PowerPoint プレゼンテーション</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MAKOTO YAZAKI (矢﨑 誠)</dc:creator>
  <cp:lastModifiedBy>誠 矢崎</cp:lastModifiedBy>
  <cp:revision>18</cp:revision>
  <cp:lastPrinted>2026-07-23T12:12:14Z</cp:lastPrinted>
  <dcterms:created xsi:type="dcterms:W3CDTF">2026-07-22T02:46:18Z</dcterms:created>
  <dcterms:modified xsi:type="dcterms:W3CDTF">2026-07-23T12:12:18Z</dcterms:modified>
</cp:coreProperties>
</file>
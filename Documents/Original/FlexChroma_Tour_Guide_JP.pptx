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 varScale="1">
        <p:scale>
          <a:sx n="57" d="100"/>
          <a:sy n="57" d="100"/>
        </p:scale>
        <p:origin x="27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1002539" y="840586"/>
            <a:ext cx="4908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ja-JP" altLang="en-US" sz="28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ツアーガイド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79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ja-JP" altLang="en-US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のモデルを探してみよう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D9D80EE-7B63-AF1B-1B3A-EA5DC86D069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11D4DCF-F707-995B-6436-8A7DA1522C3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4A2E15D4-B4F1-FC30-49B0-998127E3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45BD161-DA0D-5CE8-8162-DC38C4F2F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1322046-DA05-E453-193E-B1947F271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26" y="4065069"/>
            <a:ext cx="5529865" cy="863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9B353-9D95-712D-2512-32F299577803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3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EBD496-4320-F95D-E4F6-46AE1204B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" y="1909692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2965281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12A0F4-0BEF-52F9-839A-7754F154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14" y="3276700"/>
            <a:ext cx="5521536" cy="387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207</TotalTime>
  <Words>938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14</cp:revision>
  <cp:lastPrinted>2026-07-22T07:43:19Z</cp:lastPrinted>
  <dcterms:created xsi:type="dcterms:W3CDTF">2026-07-22T02:46:18Z</dcterms:created>
  <dcterms:modified xsi:type="dcterms:W3CDTF">2026-07-22T23:12:01Z</dcterms:modified>
</cp:coreProperties>
</file>
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Lst>
  <p:sldSz cx="6858000" cy="9144000" type="screen4x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5E5"/>
    <a:srgbClr val="6200E8"/>
    <a:srgbClr val="EE00B0"/>
    <a:srgbClr val="0086D6"/>
    <a:srgbClr val="FF00FF"/>
    <a:srgbClr val="AE00F4"/>
    <a:srgbClr val="5800E1"/>
    <a:srgbClr val="EC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78" autoAdjust="0"/>
    <p:restoredTop sz="94660"/>
  </p:normalViewPr>
  <p:slideViewPr>
    <p:cSldViewPr snapToGrid="0">
      <p:cViewPr varScale="1">
        <p:scale>
          <a:sx n="57" d="100"/>
          <a:sy n="57" d="100"/>
        </p:scale>
        <p:origin x="271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ja-JP" altLang="en-US"/>
              <a:t>マスター タイトルの書式設定</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3241936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25556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448264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75338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340100"/>
            <a:ext cx="2901255"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340100"/>
            <a:ext cx="2915543"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58540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376062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48455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001763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86067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870933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07239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71132294-360C-4425-B294-91EF6E97A591}" type="datetimeFigureOut">
              <a:rPr kumimoji="1" lang="ja-JP" altLang="en-US" smtClean="0"/>
              <a:t>2026/7/24</a:t>
            </a:fld>
            <a:endParaRPr kumimoji="1" lang="ja-JP" alt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9441948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4.emf"/></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5AA41A86-A2F3-1D06-7116-45400082F3B6}"/>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97CD271A-34A9-3E4B-032F-15C70AF19889}"/>
              </a:ext>
            </a:extLst>
          </p:cNvPr>
          <p:cNvSpPr/>
          <p:nvPr/>
        </p:nvSpPr>
        <p:spPr>
          <a:xfrm>
            <a:off x="16975"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73915448-3941-BA60-2C94-241A97D6CAC9}"/>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52EEC23-A78A-14A0-56DD-8CB91A02DD2F}"/>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33F6922-5537-D3C9-1E45-625FD880C031}"/>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3EA9AD3-66B2-9EA5-5711-3C6A318F55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705123BF-B9A2-835D-6FE4-689D9F62F382}"/>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D340CDC6-D787-7B25-2307-F3BA1042D402}"/>
              </a:ext>
            </a:extLst>
          </p:cNvPr>
          <p:cNvSpPr/>
          <p:nvPr/>
        </p:nvSpPr>
        <p:spPr>
          <a:xfrm>
            <a:off x="539999" y="431999"/>
            <a:ext cx="5785269"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F25BF82-13EE-2D0B-D376-F101E332C733}"/>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8BCCC25-0C62-4E5D-0486-3F637C4A1C59}"/>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CFE29C1-D44C-58E2-5EDB-51A8D3EC840E}"/>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Tree>
    <p:extLst>
      <p:ext uri="{BB962C8B-B14F-4D97-AF65-F5344CB8AC3E}">
        <p14:creationId xmlns:p14="http://schemas.microsoft.com/office/powerpoint/2010/main" val="245741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540A8-5932-22C2-7D48-A0EA57C305DB}"/>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CD9029B2-D1D6-26F4-0BA3-DE439C520D10}"/>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7B3C0006-8C0E-711B-ECD8-45CF7F1D1609}"/>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C59FD50-8143-8A52-2646-26C8BDBFFDD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46770B46-C072-DF34-BD8D-2065F41808D5}"/>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3E27AFA-EFCD-0428-55DA-15697DE6456A}"/>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C16363EA-88CD-F1FE-3650-7B24149569AE}"/>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6E68F704-A898-98C2-EE85-8B817126B2F6}"/>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正方形/長方形 14">
            <a:extLst>
              <a:ext uri="{FF2B5EF4-FFF2-40B4-BE49-F238E27FC236}">
                <a16:creationId xmlns:a16="http://schemas.microsoft.com/office/drawing/2014/main" id="{2F960D99-6370-5724-453C-20AA9AC92D12}"/>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708601A0-5532-E890-C737-AF5B225E91D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CFBEBF-78FF-8FF9-3487-B087FB4F1A5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AB06514E-2962-A9E0-36A8-FFA8ABD714B3}"/>
              </a:ext>
            </a:extLst>
          </p:cNvPr>
          <p:cNvSpPr txBox="1"/>
          <p:nvPr/>
        </p:nvSpPr>
        <p:spPr>
          <a:xfrm>
            <a:off x="1002539" y="840586"/>
            <a:ext cx="4908331"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4" name="楕円 13">
            <a:extLst>
              <a:ext uri="{FF2B5EF4-FFF2-40B4-BE49-F238E27FC236}">
                <a16:creationId xmlns:a16="http://schemas.microsoft.com/office/drawing/2014/main" id="{86E89BA8-E7B2-7AB3-7267-37838D435E76}"/>
              </a:ext>
            </a:extLst>
          </p:cNvPr>
          <p:cNvSpPr/>
          <p:nvPr/>
        </p:nvSpPr>
        <p:spPr>
          <a:xfrm>
            <a:off x="566175" y="2883225"/>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797E49-CA37-4B2A-5187-03EC3007B3C7}"/>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0E5F4AF3-4FAB-E906-2281-AF56CB9A9F5F}"/>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0" name="楕円 19">
            <a:extLst>
              <a:ext uri="{FF2B5EF4-FFF2-40B4-BE49-F238E27FC236}">
                <a16:creationId xmlns:a16="http://schemas.microsoft.com/office/drawing/2014/main" id="{64F690EF-7932-B480-4E0E-878C474B7FC9}"/>
              </a:ext>
            </a:extLst>
          </p:cNvPr>
          <p:cNvSpPr/>
          <p:nvPr/>
        </p:nvSpPr>
        <p:spPr>
          <a:xfrm>
            <a:off x="566175" y="4203603"/>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FDE03A10-2964-5391-2223-CBCA00D23411}"/>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B96C8996-A004-2B6F-419A-B5C7EEF88FAF}"/>
              </a:ext>
            </a:extLst>
          </p:cNvPr>
          <p:cNvSpPr txBox="1"/>
          <p:nvPr/>
        </p:nvSpPr>
        <p:spPr>
          <a:xfrm>
            <a:off x="661239" y="4511386"/>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EBF7D3BD-1EF8-AC81-756A-94B848B80E13}"/>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F1B3E5E8-6526-8E6B-29D9-D104B66A6233}"/>
              </a:ext>
            </a:extLst>
          </p:cNvPr>
          <p:cNvSpPr txBox="1"/>
          <p:nvPr/>
        </p:nvSpPr>
        <p:spPr>
          <a:xfrm>
            <a:off x="756306" y="6650049"/>
            <a:ext cx="5554425" cy="1615827"/>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E5EE1833-E36C-633A-2CB5-AC9A3262046E}"/>
              </a:ext>
            </a:extLst>
          </p:cNvPr>
          <p:cNvSpPr txBox="1"/>
          <p:nvPr/>
        </p:nvSpPr>
        <p:spPr>
          <a:xfrm>
            <a:off x="656136" y="8285815"/>
            <a:ext cx="5680304" cy="223138"/>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pic>
        <p:nvPicPr>
          <p:cNvPr id="33" name="図 32">
            <a:extLst>
              <a:ext uri="{FF2B5EF4-FFF2-40B4-BE49-F238E27FC236}">
                <a16:creationId xmlns:a16="http://schemas.microsoft.com/office/drawing/2014/main" id="{373E7CFB-7ECE-1E91-69A3-DE952354F20A}"/>
              </a:ext>
            </a:extLst>
          </p:cNvPr>
          <p:cNvPicPr>
            <a:picLocks noChangeAspect="1"/>
          </p:cNvPicPr>
          <p:nvPr/>
        </p:nvPicPr>
        <p:blipFill>
          <a:blip r:embed="rId2"/>
          <a:stretch>
            <a:fillRect/>
          </a:stretch>
        </p:blipFill>
        <p:spPr>
          <a:xfrm>
            <a:off x="551490" y="4987005"/>
            <a:ext cx="5759241" cy="1144558"/>
          </a:xfrm>
          <a:prstGeom prst="rect">
            <a:avLst/>
          </a:prstGeom>
        </p:spPr>
      </p:pic>
      <p:grpSp>
        <p:nvGrpSpPr>
          <p:cNvPr id="23" name="グループ化 22">
            <a:extLst>
              <a:ext uri="{FF2B5EF4-FFF2-40B4-BE49-F238E27FC236}">
                <a16:creationId xmlns:a16="http://schemas.microsoft.com/office/drawing/2014/main" id="{8F15D30C-9810-6554-3F9D-C666664BC62E}"/>
              </a:ext>
            </a:extLst>
          </p:cNvPr>
          <p:cNvGrpSpPr/>
          <p:nvPr/>
        </p:nvGrpSpPr>
        <p:grpSpPr>
          <a:xfrm>
            <a:off x="1042026" y="441445"/>
            <a:ext cx="4781214" cy="377792"/>
            <a:chOff x="1042026" y="430737"/>
            <a:chExt cx="4781214" cy="377792"/>
          </a:xfrm>
        </p:grpSpPr>
        <p:sp>
          <p:nvSpPr>
            <p:cNvPr id="3" name="四角形: 上の 2 つの角を丸める 2">
              <a:extLst>
                <a:ext uri="{FF2B5EF4-FFF2-40B4-BE49-F238E27FC236}">
                  <a16:creationId xmlns:a16="http://schemas.microsoft.com/office/drawing/2014/main" id="{3A18D7FF-2AB7-9784-CFCF-AD9569D61BBD}"/>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上の 2 つの角を丸める 3">
              <a:extLst>
                <a:ext uri="{FF2B5EF4-FFF2-40B4-BE49-F238E27FC236}">
                  <a16:creationId xmlns:a16="http://schemas.microsoft.com/office/drawing/2014/main" id="{A7264CEB-0E02-D992-7F98-46154D03A20F}"/>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4" name="グループ化 23">
            <a:extLst>
              <a:ext uri="{FF2B5EF4-FFF2-40B4-BE49-F238E27FC236}">
                <a16:creationId xmlns:a16="http://schemas.microsoft.com/office/drawing/2014/main" id="{1E64D689-16FA-4459-27D6-5C841CAA4722}"/>
              </a:ext>
            </a:extLst>
          </p:cNvPr>
          <p:cNvGrpSpPr/>
          <p:nvPr/>
        </p:nvGrpSpPr>
        <p:grpSpPr>
          <a:xfrm rot="10800000">
            <a:off x="1042026" y="2224673"/>
            <a:ext cx="4781214" cy="377792"/>
            <a:chOff x="1042026" y="430737"/>
            <a:chExt cx="4781214" cy="377792"/>
          </a:xfrm>
        </p:grpSpPr>
        <p:sp>
          <p:nvSpPr>
            <p:cNvPr id="28" name="四角形: 上の 2 つの角を丸める 27">
              <a:extLst>
                <a:ext uri="{FF2B5EF4-FFF2-40B4-BE49-F238E27FC236}">
                  <a16:creationId xmlns:a16="http://schemas.microsoft.com/office/drawing/2014/main" id="{F8DF8492-C361-427B-2DE1-AE4499E917C5}"/>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B525C316-F63D-33F0-D18C-D441893CBA9D}"/>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1" name="テキスト ボックス 30">
            <a:extLst>
              <a:ext uri="{FF2B5EF4-FFF2-40B4-BE49-F238E27FC236}">
                <a16:creationId xmlns:a16="http://schemas.microsoft.com/office/drawing/2014/main" id="{15D7F160-5868-F96D-EF8B-282D37A34400}"/>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CCF6AA1D-A904-DA76-F915-872BDAEB9106}"/>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355273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0173C-59A2-2037-D73D-0E215B3139A4}"/>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10A76A69-7EBA-24AD-3805-2A372CFEEAE8}"/>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5B787233-FA7E-25C9-AFC8-77DD3B8699E6}"/>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5EE023F3-4FCC-103D-2599-E4E8CA7BF60A}"/>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24B2131-6CC4-0BFA-B748-D810A342326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4011FAB-63C2-178C-29DE-33DA96F47618}"/>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2F3C5EA-2AFD-33E4-549C-0F84BFE77136}"/>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3FA60BD-81FF-4E70-C88D-182A05D73C49}"/>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0F94DBC3-EEDB-BBD1-A314-ABB30EC10D4A}"/>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47E6663-8146-0675-09E7-BA77AF348350}"/>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C95B28A9-13D1-5C87-BC7B-361DB6DEDF54}"/>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65E0D04-137D-61B6-CDB3-C9B389BF921F}"/>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14" name="楕円 13">
            <a:extLst>
              <a:ext uri="{FF2B5EF4-FFF2-40B4-BE49-F238E27FC236}">
                <a16:creationId xmlns:a16="http://schemas.microsoft.com/office/drawing/2014/main" id="{598BECD0-FE21-7197-76A9-A35DBF75C26D}"/>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1228AC35-8F16-7C9A-87A7-5D5AF44B4A45}"/>
              </a:ext>
            </a:extLst>
          </p:cNvPr>
          <p:cNvSpPr/>
          <p:nvPr/>
        </p:nvSpPr>
        <p:spPr>
          <a:xfrm>
            <a:off x="566175" y="2510638"/>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E721B25-AF01-358E-3AF5-DD53E680BEA4}"/>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4E1C011-7C36-5F21-4954-43ED394E75BA}"/>
              </a:ext>
            </a:extLst>
          </p:cNvPr>
          <p:cNvSpPr txBox="1"/>
          <p:nvPr/>
        </p:nvSpPr>
        <p:spPr>
          <a:xfrm>
            <a:off x="668508" y="950188"/>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2FB48DC-10F4-2185-6930-78B6977A0BD2}"/>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83844719-2CDC-AB32-6FBF-9DC0B5690794}"/>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IBM Plex Sans JP" panose="020B0503050203000203" pitchFamily="50" charset="-128"/>
                <a:ea typeface="IBM Plex Sans JP" panose="020B0503050203000203" pitchFamily="50" charset="-128"/>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2FB90F5E-7734-F19F-FF8C-E8AC00A4C515}"/>
              </a:ext>
            </a:extLst>
          </p:cNvPr>
          <p:cNvSpPr txBox="1"/>
          <p:nvPr/>
        </p:nvSpPr>
        <p:spPr>
          <a:xfrm>
            <a:off x="668508" y="5070646"/>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pic>
        <p:nvPicPr>
          <p:cNvPr id="26" name="図 25">
            <a:extLst>
              <a:ext uri="{FF2B5EF4-FFF2-40B4-BE49-F238E27FC236}">
                <a16:creationId xmlns:a16="http://schemas.microsoft.com/office/drawing/2014/main" id="{23874BB3-E688-0DEB-EE2D-8445FA682C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0844" y="5337242"/>
            <a:ext cx="5264196" cy="327039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EBD6A209-2D06-7463-8165-69E2412B2F21}"/>
              </a:ext>
            </a:extLst>
          </p:cNvPr>
          <p:cNvPicPr>
            <a:picLocks noChangeAspect="1"/>
          </p:cNvPicPr>
          <p:nvPr/>
        </p:nvPicPr>
        <p:blipFill>
          <a:blip r:embed="rId3"/>
          <a:stretch>
            <a:fillRect/>
          </a:stretch>
        </p:blipFill>
        <p:spPr>
          <a:xfrm>
            <a:off x="709884" y="4161494"/>
            <a:ext cx="5325156" cy="831813"/>
          </a:xfrm>
          <a:prstGeom prst="rect">
            <a:avLst/>
          </a:prstGeom>
        </p:spPr>
      </p:pic>
      <p:pic>
        <p:nvPicPr>
          <p:cNvPr id="28" name="図 27">
            <a:extLst>
              <a:ext uri="{FF2B5EF4-FFF2-40B4-BE49-F238E27FC236}">
                <a16:creationId xmlns:a16="http://schemas.microsoft.com/office/drawing/2014/main" id="{1382655B-80C9-15F1-61E0-4D073DBA166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47" r="2095" b="10009"/>
          <a:stretch>
            <a:fillRect/>
          </a:stretch>
        </p:blipFill>
        <p:spPr bwMode="auto">
          <a:xfrm>
            <a:off x="1091915" y="1338219"/>
            <a:ext cx="4561094" cy="10147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897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23065-C738-1975-C61A-347A71E91131}"/>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76991F79-EF9D-214D-22CC-3EE4375C1316}"/>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DCDB3DB-81C6-2500-386E-779A7602240D}"/>
              </a:ext>
            </a:extLst>
          </p:cNvPr>
          <p:cNvSpPr/>
          <p:nvPr/>
        </p:nvSpPr>
        <p:spPr>
          <a:xfrm>
            <a:off x="17051" y="5531"/>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809260A-E3A9-A10F-64B4-276376DBA937}"/>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1013BF5E-61A6-7F01-BF6F-0C6BB497C24C}"/>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81A98E8-4943-C462-95B6-FEF1CE8411F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34534E-96BD-2796-50AA-D46B14258839}"/>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98BDDABE-AF21-FAFC-C17E-390C8B630108}"/>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C31BB991-A1A7-FAE2-CB87-73D2777505EE}"/>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33AFA6C5-4BF2-A033-32A4-BECDD4F86FD4}"/>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0B6597B8-6C80-13D9-C7AF-67EB68F224A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F623625-2DCF-7634-93D4-9344D0B367F8}"/>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14" name="楕円 13">
            <a:extLst>
              <a:ext uri="{FF2B5EF4-FFF2-40B4-BE49-F238E27FC236}">
                <a16:creationId xmlns:a16="http://schemas.microsoft.com/office/drawing/2014/main" id="{7D25B49B-E1C7-7FE3-F262-C6D12AEF1C2E}"/>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楕円 1">
            <a:extLst>
              <a:ext uri="{FF2B5EF4-FFF2-40B4-BE49-F238E27FC236}">
                <a16:creationId xmlns:a16="http://schemas.microsoft.com/office/drawing/2014/main" id="{F98466EE-556B-7D77-6461-4135277DD2E2}"/>
              </a:ext>
            </a:extLst>
          </p:cNvPr>
          <p:cNvSpPr/>
          <p:nvPr/>
        </p:nvSpPr>
        <p:spPr>
          <a:xfrm>
            <a:off x="546348" y="7885537"/>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8078D51-1E2C-A979-AB68-98E18890C6F1}"/>
              </a:ext>
            </a:extLst>
          </p:cNvPr>
          <p:cNvSpPr txBox="1"/>
          <p:nvPr/>
        </p:nvSpPr>
        <p:spPr>
          <a:xfrm>
            <a:off x="770844" y="610017"/>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F974243A-BE39-3111-BDC0-1688AF9439B9}"/>
              </a:ext>
            </a:extLst>
          </p:cNvPr>
          <p:cNvSpPr txBox="1"/>
          <p:nvPr/>
        </p:nvSpPr>
        <p:spPr>
          <a:xfrm>
            <a:off x="668508" y="1032957"/>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900" dirty="0">
                <a:latin typeface="IBM Plex Sans JP" panose="020B0503050203000203" pitchFamily="50" charset="-128"/>
                <a:ea typeface="IBM Plex Sans JP" panose="020B0503050203000203" pitchFamily="50" charset="-128"/>
              </a:rPr>
              <a:t>Vivid</a:t>
            </a:r>
            <a:r>
              <a:rPr lang="ja-JP" altLang="ja-JP" sz="900" dirty="0">
                <a:latin typeface="IBM Plex Sans JP" panose="020B0503050203000203" pitchFamily="50" charset="-128"/>
                <a:ea typeface="IBM Plex Sans JP" panose="020B0503050203000203" pitchFamily="50" charset="-128"/>
              </a:rPr>
              <a:t>、白とマゼンタならば</a:t>
            </a:r>
            <a:r>
              <a:rPr lang="en-US" altLang="ja-JP" sz="900" dirty="0">
                <a:latin typeface="IBM Plex Sans JP" panose="020B0503050203000203" pitchFamily="50" charset="-128"/>
                <a:ea typeface="IBM Plex Sans JP" panose="020B0503050203000203" pitchFamily="50" charset="-128"/>
              </a:rPr>
              <a:t>Contrast</a:t>
            </a:r>
            <a:r>
              <a:rPr lang="ja-JP" altLang="ja-JP" sz="9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B</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と変化して戻ることを</a:t>
            </a:r>
            <a:r>
              <a:rPr lang="en-US" altLang="ja-JP" sz="900" dirty="0">
                <a:latin typeface="IBM Plex Sans JP" panose="020B0503050203000203" pitchFamily="50" charset="-128"/>
                <a:ea typeface="IBM Plex Sans JP" panose="020B0503050203000203" pitchFamily="50" charset="-128"/>
              </a:rPr>
              <a:t>1</a:t>
            </a:r>
            <a:r>
              <a:rPr lang="ja-JP" altLang="ja-JP" sz="9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117BFD2F-556D-35B9-3D3B-9934FD82183A}"/>
              </a:ext>
            </a:extLst>
          </p:cNvPr>
          <p:cNvSpPr txBox="1"/>
          <p:nvPr/>
        </p:nvSpPr>
        <p:spPr>
          <a:xfrm>
            <a:off x="675778" y="3595963"/>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2D9D80EE-7B63-AF1B-1B3A-EA5DC86D0696}"/>
              </a:ext>
            </a:extLst>
          </p:cNvPr>
          <p:cNvSpPr txBox="1"/>
          <p:nvPr/>
        </p:nvSpPr>
        <p:spPr>
          <a:xfrm>
            <a:off x="778114" y="7852755"/>
            <a:ext cx="1923925"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 Update History</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D11D4DCF-F707-995B-6436-8A7DA1522C33}"/>
              </a:ext>
            </a:extLst>
          </p:cNvPr>
          <p:cNvSpPr txBox="1"/>
          <p:nvPr/>
        </p:nvSpPr>
        <p:spPr>
          <a:xfrm>
            <a:off x="638323" y="8183701"/>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First Edition Published</a:t>
            </a:r>
          </a:p>
          <a:p>
            <a:r>
              <a:rPr lang="en-US" altLang="ja-JP" sz="900" dirty="0">
                <a:latin typeface="IBM Plex Sans JP" panose="020B0503050203000203" pitchFamily="50" charset="-128"/>
                <a:ea typeface="IBM Plex Sans JP" panose="020B0503050203000203" pitchFamily="50" charset="-128"/>
              </a:rPr>
              <a:t>Ver.1.10  2026-07-02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36" name="図 35">
            <a:extLst>
              <a:ext uri="{FF2B5EF4-FFF2-40B4-BE49-F238E27FC236}">
                <a16:creationId xmlns:a16="http://schemas.microsoft.com/office/drawing/2014/main" id="{4A2E15D4-B4F1-FC30-49B0-998127E330E2}"/>
              </a:ext>
            </a:extLst>
          </p:cNvPr>
          <p:cNvPicPr>
            <a:picLocks noChangeAspect="1"/>
          </p:cNvPicPr>
          <p:nvPr/>
        </p:nvPicPr>
        <p:blipFill>
          <a:blip r:embed="rId2"/>
          <a:stretch>
            <a:fillRect/>
          </a:stretch>
        </p:blipFill>
        <p:spPr>
          <a:xfrm>
            <a:off x="651740" y="2635456"/>
            <a:ext cx="5588622" cy="913760"/>
          </a:xfrm>
          <a:prstGeom prst="rect">
            <a:avLst/>
          </a:prstGeom>
        </p:spPr>
      </p:pic>
      <p:pic>
        <p:nvPicPr>
          <p:cNvPr id="3" name="図 2">
            <a:extLst>
              <a:ext uri="{FF2B5EF4-FFF2-40B4-BE49-F238E27FC236}">
                <a16:creationId xmlns:a16="http://schemas.microsoft.com/office/drawing/2014/main" id="{90B206C3-D203-72F8-F7D7-2E6905097490}"/>
              </a:ext>
            </a:extLst>
          </p:cNvPr>
          <p:cNvPicPr>
            <a:picLocks noChangeAspect="1"/>
          </p:cNvPicPr>
          <p:nvPr/>
        </p:nvPicPr>
        <p:blipFill>
          <a:blip r:embed="rId3"/>
          <a:stretch>
            <a:fillRect/>
          </a:stretch>
        </p:blipFill>
        <p:spPr>
          <a:xfrm>
            <a:off x="673091" y="3861186"/>
            <a:ext cx="5521536" cy="3874587"/>
          </a:xfrm>
          <a:prstGeom prst="rect">
            <a:avLst/>
          </a:prstGeom>
        </p:spPr>
      </p:pic>
    </p:spTree>
    <p:extLst>
      <p:ext uri="{BB962C8B-B14F-4D97-AF65-F5344CB8AC3E}">
        <p14:creationId xmlns:p14="http://schemas.microsoft.com/office/powerpoint/2010/main" val="375018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7F66-0A0B-6622-A328-4A7360C8DA39}"/>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4FE2919F-4F03-BDC6-637C-54F859753550}"/>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フリーフォーム: 図形 37">
            <a:extLst>
              <a:ext uri="{FF2B5EF4-FFF2-40B4-BE49-F238E27FC236}">
                <a16:creationId xmlns:a16="http://schemas.microsoft.com/office/drawing/2014/main" id="{D504B6B1-8153-95A1-10E9-DE35F2B8C185}"/>
              </a:ext>
            </a:extLst>
          </p:cNvPr>
          <p:cNvSpPr/>
          <p:nvPr/>
        </p:nvSpPr>
        <p:spPr>
          <a:xfrm>
            <a:off x="0" y="0"/>
            <a:ext cx="6865269" cy="9144000"/>
          </a:xfrm>
          <a:custGeom>
            <a:avLst/>
            <a:gdLst>
              <a:gd name="connsiteX0" fmla="*/ 3734844 w 6865269"/>
              <a:gd name="connsiteY0" fmla="*/ 8661917 h 9144000"/>
              <a:gd name="connsiteX1" fmla="*/ 3734844 w 6865269"/>
              <a:gd name="connsiteY1" fmla="*/ 8715917 h 9144000"/>
              <a:gd name="connsiteX2" fmla="*/ 6326844 w 6865269"/>
              <a:gd name="connsiteY2" fmla="*/ 8715917 h 9144000"/>
              <a:gd name="connsiteX3" fmla="*/ 6326844 w 6865269"/>
              <a:gd name="connsiteY3" fmla="*/ 8661917 h 9144000"/>
              <a:gd name="connsiteX4" fmla="*/ 554538 w 6865269"/>
              <a:gd name="connsiteY4" fmla="*/ 8661917 h 9144000"/>
              <a:gd name="connsiteX5" fmla="*/ 554538 w 6865269"/>
              <a:gd name="connsiteY5" fmla="*/ 8715917 h 9144000"/>
              <a:gd name="connsiteX6" fmla="*/ 3146538 w 6865269"/>
              <a:gd name="connsiteY6" fmla="*/ 8715917 h 9144000"/>
              <a:gd name="connsiteX7" fmla="*/ 3146538 w 6865269"/>
              <a:gd name="connsiteY7" fmla="*/ 8661917 h 9144000"/>
              <a:gd name="connsiteX8" fmla="*/ 668510 w 6865269"/>
              <a:gd name="connsiteY8" fmla="*/ 4203603 h 9144000"/>
              <a:gd name="connsiteX9" fmla="*/ 566175 w 6865269"/>
              <a:gd name="connsiteY9" fmla="*/ 4305938 h 9144000"/>
              <a:gd name="connsiteX10" fmla="*/ 668510 w 6865269"/>
              <a:gd name="connsiteY10" fmla="*/ 4408273 h 9144000"/>
              <a:gd name="connsiteX11" fmla="*/ 770845 w 6865269"/>
              <a:gd name="connsiteY11" fmla="*/ 4305938 h 9144000"/>
              <a:gd name="connsiteX12" fmla="*/ 668510 w 6865269"/>
              <a:gd name="connsiteY12" fmla="*/ 4203603 h 9144000"/>
              <a:gd name="connsiteX13" fmla="*/ 668510 w 6865269"/>
              <a:gd name="connsiteY13" fmla="*/ 2883225 h 9144000"/>
              <a:gd name="connsiteX14" fmla="*/ 566175 w 6865269"/>
              <a:gd name="connsiteY14" fmla="*/ 2985560 h 9144000"/>
              <a:gd name="connsiteX15" fmla="*/ 668510 w 6865269"/>
              <a:gd name="connsiteY15" fmla="*/ 3087895 h 9144000"/>
              <a:gd name="connsiteX16" fmla="*/ 770845 w 6865269"/>
              <a:gd name="connsiteY16" fmla="*/ 2985560 h 9144000"/>
              <a:gd name="connsiteX17" fmla="*/ 668510 w 6865269"/>
              <a:gd name="connsiteY17" fmla="*/ 2883225 h 9144000"/>
              <a:gd name="connsiteX18" fmla="*/ 5823240 w 6865269"/>
              <a:gd name="connsiteY18" fmla="*/ 2279977 h 9144000"/>
              <a:gd name="connsiteX19" fmla="*/ 5767935 w 6865269"/>
              <a:gd name="connsiteY19" fmla="*/ 2335282 h 9144000"/>
              <a:gd name="connsiteX20" fmla="*/ 1097330 w 6865269"/>
              <a:gd name="connsiteY20" fmla="*/ 2335282 h 9144000"/>
              <a:gd name="connsiteX21" fmla="*/ 1058223 w 6865269"/>
              <a:gd name="connsiteY21" fmla="*/ 2319083 h 9144000"/>
              <a:gd name="connsiteX22" fmla="*/ 1042026 w 6865269"/>
              <a:gd name="connsiteY22" fmla="*/ 2279979 h 9144000"/>
              <a:gd name="connsiteX23" fmla="*/ 1042026 w 6865269"/>
              <a:gd name="connsiteY23" fmla="*/ 2413569 h 9144000"/>
              <a:gd name="connsiteX24" fmla="*/ 1230922 w 6865269"/>
              <a:gd name="connsiteY24" fmla="*/ 2602465 h 9144000"/>
              <a:gd name="connsiteX25" fmla="*/ 5634344 w 6865269"/>
              <a:gd name="connsiteY25" fmla="*/ 2602465 h 9144000"/>
              <a:gd name="connsiteX26" fmla="*/ 5823240 w 6865269"/>
              <a:gd name="connsiteY26" fmla="*/ 2413569 h 9144000"/>
              <a:gd name="connsiteX27" fmla="*/ 1230922 w 6865269"/>
              <a:gd name="connsiteY27" fmla="*/ 441445 h 9144000"/>
              <a:gd name="connsiteX28" fmla="*/ 1042026 w 6865269"/>
              <a:gd name="connsiteY28" fmla="*/ 630341 h 9144000"/>
              <a:gd name="connsiteX29" fmla="*/ 1042026 w 6865269"/>
              <a:gd name="connsiteY29" fmla="*/ 763933 h 9144000"/>
              <a:gd name="connsiteX30" fmla="*/ 1097331 w 6865269"/>
              <a:gd name="connsiteY30" fmla="*/ 708628 h 9144000"/>
              <a:gd name="connsiteX31" fmla="*/ 5767936 w 6865269"/>
              <a:gd name="connsiteY31" fmla="*/ 708628 h 9144000"/>
              <a:gd name="connsiteX32" fmla="*/ 5807043 w 6865269"/>
              <a:gd name="connsiteY32" fmla="*/ 724827 h 9144000"/>
              <a:gd name="connsiteX33" fmla="*/ 5823240 w 6865269"/>
              <a:gd name="connsiteY33" fmla="*/ 763931 h 9144000"/>
              <a:gd name="connsiteX34" fmla="*/ 5823240 w 6865269"/>
              <a:gd name="connsiteY34" fmla="*/ 630341 h 9144000"/>
              <a:gd name="connsiteX35" fmla="*/ 5634344 w 6865269"/>
              <a:gd name="connsiteY35" fmla="*/ 441445 h 9144000"/>
              <a:gd name="connsiteX36" fmla="*/ 0 w 6865269"/>
              <a:gd name="connsiteY36" fmla="*/ 0 h 9144000"/>
              <a:gd name="connsiteX37" fmla="*/ 6865269 w 6865269"/>
              <a:gd name="connsiteY37" fmla="*/ 0 h 9144000"/>
              <a:gd name="connsiteX38" fmla="*/ 6865269 w 6865269"/>
              <a:gd name="connsiteY38" fmla="*/ 9144000 h 9144000"/>
              <a:gd name="connsiteX39" fmla="*/ 0 w 6865269"/>
              <a:gd name="connsiteY39"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865269" h="9144000">
                <a:moveTo>
                  <a:pt x="3734844" y="8661917"/>
                </a:moveTo>
                <a:lnTo>
                  <a:pt x="3734844" y="8715917"/>
                </a:lnTo>
                <a:lnTo>
                  <a:pt x="6326844" y="8715917"/>
                </a:lnTo>
                <a:lnTo>
                  <a:pt x="6326844" y="8661917"/>
                </a:lnTo>
                <a:close/>
                <a:moveTo>
                  <a:pt x="554538" y="8661917"/>
                </a:moveTo>
                <a:lnTo>
                  <a:pt x="554538" y="8715917"/>
                </a:lnTo>
                <a:lnTo>
                  <a:pt x="3146538" y="8715917"/>
                </a:lnTo>
                <a:lnTo>
                  <a:pt x="3146538" y="8661917"/>
                </a:lnTo>
                <a:close/>
                <a:moveTo>
                  <a:pt x="668510" y="4203603"/>
                </a:moveTo>
                <a:cubicBezTo>
                  <a:pt x="611992" y="4203603"/>
                  <a:pt x="566175" y="4249420"/>
                  <a:pt x="566175" y="4305938"/>
                </a:cubicBezTo>
                <a:cubicBezTo>
                  <a:pt x="566175" y="4362456"/>
                  <a:pt x="611992" y="4408273"/>
                  <a:pt x="668510" y="4408273"/>
                </a:cubicBezTo>
                <a:cubicBezTo>
                  <a:pt x="725028" y="4408273"/>
                  <a:pt x="770845" y="4362456"/>
                  <a:pt x="770845" y="4305938"/>
                </a:cubicBezTo>
                <a:cubicBezTo>
                  <a:pt x="770845" y="4249420"/>
                  <a:pt x="725028" y="4203603"/>
                  <a:pt x="668510" y="4203603"/>
                </a:cubicBezTo>
                <a:close/>
                <a:moveTo>
                  <a:pt x="668510" y="2883225"/>
                </a:moveTo>
                <a:cubicBezTo>
                  <a:pt x="611992" y="2883225"/>
                  <a:pt x="566175" y="2929042"/>
                  <a:pt x="566175" y="2985560"/>
                </a:cubicBezTo>
                <a:cubicBezTo>
                  <a:pt x="566175" y="3042078"/>
                  <a:pt x="611992" y="3087895"/>
                  <a:pt x="668510" y="3087895"/>
                </a:cubicBezTo>
                <a:cubicBezTo>
                  <a:pt x="725028" y="3087895"/>
                  <a:pt x="770845" y="3042078"/>
                  <a:pt x="770845" y="2985560"/>
                </a:cubicBezTo>
                <a:cubicBezTo>
                  <a:pt x="770845" y="2929042"/>
                  <a:pt x="725028" y="2883225"/>
                  <a:pt x="668510" y="2883225"/>
                </a:cubicBezTo>
                <a:close/>
                <a:moveTo>
                  <a:pt x="5823240" y="2279977"/>
                </a:moveTo>
                <a:cubicBezTo>
                  <a:pt x="5823240" y="2310521"/>
                  <a:pt x="5798479" y="2335282"/>
                  <a:pt x="5767935" y="2335282"/>
                </a:cubicBezTo>
                <a:lnTo>
                  <a:pt x="1097330" y="2335282"/>
                </a:lnTo>
                <a:cubicBezTo>
                  <a:pt x="1082058" y="2335282"/>
                  <a:pt x="1068232" y="2329092"/>
                  <a:pt x="1058223" y="2319083"/>
                </a:cubicBezTo>
                <a:lnTo>
                  <a:pt x="1042026" y="2279979"/>
                </a:lnTo>
                <a:lnTo>
                  <a:pt x="1042026" y="2413569"/>
                </a:lnTo>
                <a:cubicBezTo>
                  <a:pt x="1042026" y="2517893"/>
                  <a:pt x="1126598" y="2602465"/>
                  <a:pt x="1230922" y="2602465"/>
                </a:cubicBezTo>
                <a:lnTo>
                  <a:pt x="5634344" y="2602465"/>
                </a:lnTo>
                <a:cubicBezTo>
                  <a:pt x="5738668" y="2602465"/>
                  <a:pt x="5823240" y="2517893"/>
                  <a:pt x="5823240" y="2413569"/>
                </a:cubicBezTo>
                <a:close/>
                <a:moveTo>
                  <a:pt x="1230922" y="441445"/>
                </a:moveTo>
                <a:cubicBezTo>
                  <a:pt x="1126598" y="441445"/>
                  <a:pt x="1042026" y="526017"/>
                  <a:pt x="1042026" y="630341"/>
                </a:cubicBezTo>
                <a:lnTo>
                  <a:pt x="1042026" y="763933"/>
                </a:lnTo>
                <a:cubicBezTo>
                  <a:pt x="1042026" y="733389"/>
                  <a:pt x="1066787" y="708628"/>
                  <a:pt x="1097331" y="708628"/>
                </a:cubicBezTo>
                <a:lnTo>
                  <a:pt x="5767936" y="708628"/>
                </a:lnTo>
                <a:cubicBezTo>
                  <a:pt x="5783208" y="708628"/>
                  <a:pt x="5797034" y="714818"/>
                  <a:pt x="5807043" y="724827"/>
                </a:cubicBezTo>
                <a:lnTo>
                  <a:pt x="5823240" y="763931"/>
                </a:lnTo>
                <a:lnTo>
                  <a:pt x="5823240" y="630341"/>
                </a:lnTo>
                <a:cubicBezTo>
                  <a:pt x="5823240" y="526017"/>
                  <a:pt x="5738668" y="441445"/>
                  <a:pt x="5634344" y="441445"/>
                </a:cubicBezTo>
                <a:close/>
                <a:moveTo>
                  <a:pt x="0" y="0"/>
                </a:moveTo>
                <a:lnTo>
                  <a:pt x="6865269" y="0"/>
                </a:lnTo>
                <a:lnTo>
                  <a:pt x="6865269"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23F7FDBC-2462-02EF-781D-CFB88D37BD65}"/>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1C010116-E0FC-A1C3-A27C-4DE97F719290}"/>
              </a:ext>
            </a:extLst>
          </p:cNvPr>
          <p:cNvSpPr txBox="1"/>
          <p:nvPr/>
        </p:nvSpPr>
        <p:spPr>
          <a:xfrm>
            <a:off x="1002539" y="840586"/>
            <a:ext cx="4908331"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8" name="テキスト ボックス 17">
            <a:extLst>
              <a:ext uri="{FF2B5EF4-FFF2-40B4-BE49-F238E27FC236}">
                <a16:creationId xmlns:a16="http://schemas.microsoft.com/office/drawing/2014/main" id="{1EAE5B37-A0A8-8DB3-058E-FE219EFB5C21}"/>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8B277155-F6B4-006F-3D15-7E80ED29E848}"/>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1" name="テキスト ボックス 20">
            <a:extLst>
              <a:ext uri="{FF2B5EF4-FFF2-40B4-BE49-F238E27FC236}">
                <a16:creationId xmlns:a16="http://schemas.microsoft.com/office/drawing/2014/main" id="{54DA55D2-2B5C-9AD6-980D-12AA6565179D}"/>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9892ABBA-C6BB-6533-C8B6-AF950E500E64}"/>
              </a:ext>
            </a:extLst>
          </p:cNvPr>
          <p:cNvSpPr txBox="1"/>
          <p:nvPr/>
        </p:nvSpPr>
        <p:spPr>
          <a:xfrm>
            <a:off x="661239" y="4538281"/>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b="1"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2BD9B259-385D-72AB-BC12-A39347742A8E}"/>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0B7448FA-4B3E-BB8D-CDAF-DE6157C9F664}"/>
              </a:ext>
            </a:extLst>
          </p:cNvPr>
          <p:cNvSpPr txBox="1"/>
          <p:nvPr/>
        </p:nvSpPr>
        <p:spPr>
          <a:xfrm>
            <a:off x="756306" y="6676943"/>
            <a:ext cx="5554425" cy="1615829"/>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C0F92284-90E6-0D1E-94B4-EE18257CE7CE}"/>
              </a:ext>
            </a:extLst>
          </p:cNvPr>
          <p:cNvSpPr txBox="1"/>
          <p:nvPr/>
        </p:nvSpPr>
        <p:spPr>
          <a:xfrm>
            <a:off x="688410" y="8345835"/>
            <a:ext cx="5680304" cy="167647"/>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pic>
        <p:nvPicPr>
          <p:cNvPr id="33" name="図 32">
            <a:extLst>
              <a:ext uri="{FF2B5EF4-FFF2-40B4-BE49-F238E27FC236}">
                <a16:creationId xmlns:a16="http://schemas.microsoft.com/office/drawing/2014/main" id="{0B4C43A0-825E-F30B-9D0C-F2B06C53569B}"/>
              </a:ext>
            </a:extLst>
          </p:cNvPr>
          <p:cNvPicPr>
            <a:picLocks noChangeAspect="1"/>
          </p:cNvPicPr>
          <p:nvPr/>
        </p:nvPicPr>
        <p:blipFill>
          <a:blip r:embed="rId2"/>
          <a:stretch>
            <a:fillRect/>
          </a:stretch>
        </p:blipFill>
        <p:spPr>
          <a:xfrm>
            <a:off x="668508" y="4987005"/>
            <a:ext cx="5478171" cy="1088700"/>
          </a:xfrm>
          <a:prstGeom prst="rect">
            <a:avLst/>
          </a:prstGeom>
        </p:spPr>
      </p:pic>
      <p:sp>
        <p:nvSpPr>
          <p:cNvPr id="31" name="テキスト ボックス 30">
            <a:extLst>
              <a:ext uri="{FF2B5EF4-FFF2-40B4-BE49-F238E27FC236}">
                <a16:creationId xmlns:a16="http://schemas.microsoft.com/office/drawing/2014/main" id="{89DAADC0-90E8-9DD8-E69D-EF0535095897}"/>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902B05C9-73E0-B790-6785-7C63D903FB4D}"/>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9290670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E29D0-A67B-D81A-ACFD-83FD8814E3FD}"/>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F078B9E5-980E-E0A0-2BA9-30CDBB5E1BBA}"/>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フリーフォーム: 図形 21">
            <a:extLst>
              <a:ext uri="{FF2B5EF4-FFF2-40B4-BE49-F238E27FC236}">
                <a16:creationId xmlns:a16="http://schemas.microsoft.com/office/drawing/2014/main" id="{9E7A94BB-4332-D47F-48DC-BDAF90C3F44A}"/>
              </a:ext>
            </a:extLst>
          </p:cNvPr>
          <p:cNvSpPr/>
          <p:nvPr/>
        </p:nvSpPr>
        <p:spPr>
          <a:xfrm>
            <a:off x="0" y="0"/>
            <a:ext cx="6865269" cy="9144000"/>
          </a:xfrm>
          <a:custGeom>
            <a:avLst/>
            <a:gdLst>
              <a:gd name="connsiteX0" fmla="*/ 3727575 w 6858000"/>
              <a:gd name="connsiteY0" fmla="*/ 8661917 h 9144000"/>
              <a:gd name="connsiteX1" fmla="*/ 3727575 w 6858000"/>
              <a:gd name="connsiteY1" fmla="*/ 8715917 h 9144000"/>
              <a:gd name="connsiteX2" fmla="*/ 6319575 w 6858000"/>
              <a:gd name="connsiteY2" fmla="*/ 8715917 h 9144000"/>
              <a:gd name="connsiteX3" fmla="*/ 6319575 w 6858000"/>
              <a:gd name="connsiteY3" fmla="*/ 8661917 h 9144000"/>
              <a:gd name="connsiteX4" fmla="*/ 547269 w 6858000"/>
              <a:gd name="connsiteY4" fmla="*/ 8661917 h 9144000"/>
              <a:gd name="connsiteX5" fmla="*/ 547269 w 6858000"/>
              <a:gd name="connsiteY5" fmla="*/ 8715917 h 9144000"/>
              <a:gd name="connsiteX6" fmla="*/ 3139269 w 6858000"/>
              <a:gd name="connsiteY6" fmla="*/ 8715917 h 9144000"/>
              <a:gd name="connsiteX7" fmla="*/ 3139269 w 6858000"/>
              <a:gd name="connsiteY7" fmla="*/ 8661917 h 9144000"/>
              <a:gd name="connsiteX8" fmla="*/ 661241 w 6858000"/>
              <a:gd name="connsiteY8" fmla="*/ 2510638 h 9144000"/>
              <a:gd name="connsiteX9" fmla="*/ 558906 w 6858000"/>
              <a:gd name="connsiteY9" fmla="*/ 2612973 h 9144000"/>
              <a:gd name="connsiteX10" fmla="*/ 661241 w 6858000"/>
              <a:gd name="connsiteY10" fmla="*/ 2715308 h 9144000"/>
              <a:gd name="connsiteX11" fmla="*/ 763576 w 6858000"/>
              <a:gd name="connsiteY11" fmla="*/ 2612973 h 9144000"/>
              <a:gd name="connsiteX12" fmla="*/ 661241 w 6858000"/>
              <a:gd name="connsiteY12" fmla="*/ 2510638 h 9144000"/>
              <a:gd name="connsiteX13" fmla="*/ 661241 w 6858000"/>
              <a:gd name="connsiteY13" fmla="*/ 677902 h 9144000"/>
              <a:gd name="connsiteX14" fmla="*/ 558906 w 6858000"/>
              <a:gd name="connsiteY14" fmla="*/ 780237 h 9144000"/>
              <a:gd name="connsiteX15" fmla="*/ 661241 w 6858000"/>
              <a:gd name="connsiteY15" fmla="*/ 882572 h 9144000"/>
              <a:gd name="connsiteX16" fmla="*/ 763576 w 6858000"/>
              <a:gd name="connsiteY16" fmla="*/ 780237 h 9144000"/>
              <a:gd name="connsiteX17" fmla="*/ 661241 w 6858000"/>
              <a:gd name="connsiteY17" fmla="*/ 677902 h 9144000"/>
              <a:gd name="connsiteX18" fmla="*/ 547268 w 6858000"/>
              <a:gd name="connsiteY18" fmla="*/ 452468 h 9144000"/>
              <a:gd name="connsiteX19" fmla="*/ 547268 w 6858000"/>
              <a:gd name="connsiteY19" fmla="*/ 506468 h 9144000"/>
              <a:gd name="connsiteX20" fmla="*/ 6303461 w 6858000"/>
              <a:gd name="connsiteY20" fmla="*/ 506468 h 9144000"/>
              <a:gd name="connsiteX21" fmla="*/ 6303461 w 6858000"/>
              <a:gd name="connsiteY21" fmla="*/ 452468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7575" y="8661917"/>
                </a:moveTo>
                <a:lnTo>
                  <a:pt x="3727575" y="8715917"/>
                </a:lnTo>
                <a:lnTo>
                  <a:pt x="6319575" y="8715917"/>
                </a:lnTo>
                <a:lnTo>
                  <a:pt x="6319575" y="8661917"/>
                </a:lnTo>
                <a:close/>
                <a:moveTo>
                  <a:pt x="547269" y="8661917"/>
                </a:moveTo>
                <a:lnTo>
                  <a:pt x="547269" y="8715917"/>
                </a:lnTo>
                <a:lnTo>
                  <a:pt x="3139269" y="8715917"/>
                </a:lnTo>
                <a:lnTo>
                  <a:pt x="3139269" y="8661917"/>
                </a:lnTo>
                <a:close/>
                <a:moveTo>
                  <a:pt x="661241" y="2510638"/>
                </a:moveTo>
                <a:cubicBezTo>
                  <a:pt x="604723" y="2510638"/>
                  <a:pt x="558906" y="2556455"/>
                  <a:pt x="558906" y="2612973"/>
                </a:cubicBezTo>
                <a:cubicBezTo>
                  <a:pt x="558906" y="2669491"/>
                  <a:pt x="604723" y="2715308"/>
                  <a:pt x="661241" y="2715308"/>
                </a:cubicBezTo>
                <a:cubicBezTo>
                  <a:pt x="717759" y="2715308"/>
                  <a:pt x="763576" y="2669491"/>
                  <a:pt x="763576" y="2612973"/>
                </a:cubicBezTo>
                <a:cubicBezTo>
                  <a:pt x="763576" y="2556455"/>
                  <a:pt x="717759" y="2510638"/>
                  <a:pt x="661241" y="2510638"/>
                </a:cubicBezTo>
                <a:close/>
                <a:moveTo>
                  <a:pt x="661241" y="677902"/>
                </a:moveTo>
                <a:cubicBezTo>
                  <a:pt x="604723" y="677902"/>
                  <a:pt x="558906" y="723719"/>
                  <a:pt x="558906" y="780237"/>
                </a:cubicBezTo>
                <a:cubicBezTo>
                  <a:pt x="558906" y="836755"/>
                  <a:pt x="604723" y="882572"/>
                  <a:pt x="661241" y="882572"/>
                </a:cubicBezTo>
                <a:cubicBezTo>
                  <a:pt x="717759" y="882572"/>
                  <a:pt x="763576" y="836755"/>
                  <a:pt x="763576" y="780237"/>
                </a:cubicBezTo>
                <a:cubicBezTo>
                  <a:pt x="763576" y="723719"/>
                  <a:pt x="717759" y="677902"/>
                  <a:pt x="661241" y="677902"/>
                </a:cubicBezTo>
                <a:close/>
                <a:moveTo>
                  <a:pt x="547268" y="452468"/>
                </a:moveTo>
                <a:lnTo>
                  <a:pt x="547268" y="506468"/>
                </a:lnTo>
                <a:lnTo>
                  <a:pt x="6303461" y="506468"/>
                </a:lnTo>
                <a:lnTo>
                  <a:pt x="6303461" y="452468"/>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3" name="テキスト ボックス 2">
            <a:extLst>
              <a:ext uri="{FF2B5EF4-FFF2-40B4-BE49-F238E27FC236}">
                <a16:creationId xmlns:a16="http://schemas.microsoft.com/office/drawing/2014/main" id="{18C85979-FA04-F6B4-1A25-5254037C1655}"/>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798E74C-E29E-7137-31D2-45EEB48C6114}"/>
              </a:ext>
            </a:extLst>
          </p:cNvPr>
          <p:cNvSpPr txBox="1"/>
          <p:nvPr/>
        </p:nvSpPr>
        <p:spPr>
          <a:xfrm>
            <a:off x="668508" y="966325"/>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D8BCD38-83D5-BF0D-E9F6-96FD8A35BD19}"/>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50BCCB88-45BA-28DD-EAD4-7C869FD19E5D}"/>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33E7CC69-3B3F-F3A6-3DCF-D170E51F244D}"/>
              </a:ext>
            </a:extLst>
          </p:cNvPr>
          <p:cNvSpPr txBox="1"/>
          <p:nvPr/>
        </p:nvSpPr>
        <p:spPr>
          <a:xfrm>
            <a:off x="668508" y="5086783"/>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pic>
        <p:nvPicPr>
          <p:cNvPr id="26" name="図 25">
            <a:extLst>
              <a:ext uri="{FF2B5EF4-FFF2-40B4-BE49-F238E27FC236}">
                <a16:creationId xmlns:a16="http://schemas.microsoft.com/office/drawing/2014/main" id="{C0977733-1EC6-18D0-367E-FB8E730783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0844" y="5369516"/>
            <a:ext cx="5264196" cy="327039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2C8B8E17-B4AE-E354-9224-6D8A5A7B49F2}"/>
              </a:ext>
            </a:extLst>
          </p:cNvPr>
          <p:cNvPicPr>
            <a:picLocks noChangeAspect="1"/>
          </p:cNvPicPr>
          <p:nvPr/>
        </p:nvPicPr>
        <p:blipFill>
          <a:blip r:embed="rId3"/>
          <a:stretch>
            <a:fillRect/>
          </a:stretch>
        </p:blipFill>
        <p:spPr>
          <a:xfrm>
            <a:off x="709884" y="4161494"/>
            <a:ext cx="5325156" cy="831813"/>
          </a:xfrm>
          <a:prstGeom prst="rect">
            <a:avLst/>
          </a:prstGeom>
        </p:spPr>
      </p:pic>
      <p:pic>
        <p:nvPicPr>
          <p:cNvPr id="28" name="図 27">
            <a:extLst>
              <a:ext uri="{FF2B5EF4-FFF2-40B4-BE49-F238E27FC236}">
                <a16:creationId xmlns:a16="http://schemas.microsoft.com/office/drawing/2014/main" id="{9B3FC674-F120-51BF-92D1-0CCE403D465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47" r="2095" b="10009"/>
          <a:stretch>
            <a:fillRect/>
          </a:stretch>
        </p:blipFill>
        <p:spPr bwMode="auto">
          <a:xfrm>
            <a:off x="1254450" y="1387287"/>
            <a:ext cx="4394485" cy="977661"/>
          </a:xfrm>
          <a:prstGeom prst="rect">
            <a:avLst/>
          </a:prstGeom>
          <a:noFill/>
          <a:extLst>
            <a:ext uri="{909E8E84-426E-40DD-AFC4-6F175D3DCCD1}">
              <a14:hiddenFill xmlns:a14="http://schemas.microsoft.com/office/drawing/2010/main">
                <a:solidFill>
                  <a:srgbClr val="FFFFFF"/>
                </a:solidFill>
              </a14:hiddenFill>
            </a:ext>
          </a:extLst>
        </p:spPr>
      </p:pic>
      <p:sp>
        <p:nvSpPr>
          <p:cNvPr id="17" name="テキスト ボックス 16">
            <a:extLst>
              <a:ext uri="{FF2B5EF4-FFF2-40B4-BE49-F238E27FC236}">
                <a16:creationId xmlns:a16="http://schemas.microsoft.com/office/drawing/2014/main" id="{166FC322-1D62-A69F-56DF-8F820EB033E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Tree>
    <p:extLst>
      <p:ext uri="{BB962C8B-B14F-4D97-AF65-F5344CB8AC3E}">
        <p14:creationId xmlns:p14="http://schemas.microsoft.com/office/powerpoint/2010/main" val="3492068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907F-33A2-C649-A0EB-5ACCE72727A5}"/>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6F0F53F1-FFCD-EDD8-027D-BB71DCD5E93F}"/>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 name="フリーフォーム: 図形 18">
            <a:extLst>
              <a:ext uri="{FF2B5EF4-FFF2-40B4-BE49-F238E27FC236}">
                <a16:creationId xmlns:a16="http://schemas.microsoft.com/office/drawing/2014/main" id="{E925E3B5-F543-14FD-B64D-E00E01624B23}"/>
              </a:ext>
            </a:extLst>
          </p:cNvPr>
          <p:cNvSpPr/>
          <p:nvPr/>
        </p:nvSpPr>
        <p:spPr>
          <a:xfrm>
            <a:off x="17051" y="5531"/>
            <a:ext cx="6858000" cy="9144000"/>
          </a:xfrm>
          <a:custGeom>
            <a:avLst/>
            <a:gdLst>
              <a:gd name="connsiteX0" fmla="*/ 3717793 w 6858000"/>
              <a:gd name="connsiteY0" fmla="*/ 8656386 h 9144000"/>
              <a:gd name="connsiteX1" fmla="*/ 3717793 w 6858000"/>
              <a:gd name="connsiteY1" fmla="*/ 8710386 h 9144000"/>
              <a:gd name="connsiteX2" fmla="*/ 6309793 w 6858000"/>
              <a:gd name="connsiteY2" fmla="*/ 8710386 h 9144000"/>
              <a:gd name="connsiteX3" fmla="*/ 6309793 w 6858000"/>
              <a:gd name="connsiteY3" fmla="*/ 8656386 h 9144000"/>
              <a:gd name="connsiteX4" fmla="*/ 537487 w 6858000"/>
              <a:gd name="connsiteY4" fmla="*/ 8656386 h 9144000"/>
              <a:gd name="connsiteX5" fmla="*/ 537487 w 6858000"/>
              <a:gd name="connsiteY5" fmla="*/ 8710386 h 9144000"/>
              <a:gd name="connsiteX6" fmla="*/ 3129487 w 6858000"/>
              <a:gd name="connsiteY6" fmla="*/ 8710386 h 9144000"/>
              <a:gd name="connsiteX7" fmla="*/ 3129487 w 6858000"/>
              <a:gd name="connsiteY7" fmla="*/ 8656386 h 9144000"/>
              <a:gd name="connsiteX8" fmla="*/ 631632 w 6858000"/>
              <a:gd name="connsiteY8" fmla="*/ 7880006 h 9144000"/>
              <a:gd name="connsiteX9" fmla="*/ 529297 w 6858000"/>
              <a:gd name="connsiteY9" fmla="*/ 7982341 h 9144000"/>
              <a:gd name="connsiteX10" fmla="*/ 631632 w 6858000"/>
              <a:gd name="connsiteY10" fmla="*/ 8084676 h 9144000"/>
              <a:gd name="connsiteX11" fmla="*/ 733967 w 6858000"/>
              <a:gd name="connsiteY11" fmla="*/ 7982341 h 9144000"/>
              <a:gd name="connsiteX12" fmla="*/ 631632 w 6858000"/>
              <a:gd name="connsiteY12" fmla="*/ 7880006 h 9144000"/>
              <a:gd name="connsiteX13" fmla="*/ 651459 w 6858000"/>
              <a:gd name="connsiteY13" fmla="*/ 672371 h 9144000"/>
              <a:gd name="connsiteX14" fmla="*/ 549124 w 6858000"/>
              <a:gd name="connsiteY14" fmla="*/ 774706 h 9144000"/>
              <a:gd name="connsiteX15" fmla="*/ 651459 w 6858000"/>
              <a:gd name="connsiteY15" fmla="*/ 877041 h 9144000"/>
              <a:gd name="connsiteX16" fmla="*/ 753794 w 6858000"/>
              <a:gd name="connsiteY16" fmla="*/ 774706 h 9144000"/>
              <a:gd name="connsiteX17" fmla="*/ 651459 w 6858000"/>
              <a:gd name="connsiteY17" fmla="*/ 672371 h 9144000"/>
              <a:gd name="connsiteX18" fmla="*/ 537486 w 6858000"/>
              <a:gd name="connsiteY18" fmla="*/ 446937 h 9144000"/>
              <a:gd name="connsiteX19" fmla="*/ 537486 w 6858000"/>
              <a:gd name="connsiteY19" fmla="*/ 500937 h 9144000"/>
              <a:gd name="connsiteX20" fmla="*/ 6293679 w 6858000"/>
              <a:gd name="connsiteY20" fmla="*/ 500937 h 9144000"/>
              <a:gd name="connsiteX21" fmla="*/ 6293679 w 6858000"/>
              <a:gd name="connsiteY21" fmla="*/ 446937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31632" y="7880006"/>
                </a:moveTo>
                <a:cubicBezTo>
                  <a:pt x="575114" y="7880006"/>
                  <a:pt x="529297" y="7925823"/>
                  <a:pt x="529297" y="7982341"/>
                </a:cubicBezTo>
                <a:cubicBezTo>
                  <a:pt x="529297" y="8038859"/>
                  <a:pt x="575114" y="8084676"/>
                  <a:pt x="631632" y="8084676"/>
                </a:cubicBezTo>
                <a:cubicBezTo>
                  <a:pt x="688150" y="8084676"/>
                  <a:pt x="733967" y="8038859"/>
                  <a:pt x="733967" y="7982341"/>
                </a:cubicBezTo>
                <a:cubicBezTo>
                  <a:pt x="733967" y="7925823"/>
                  <a:pt x="688150" y="7880006"/>
                  <a:pt x="631632" y="7880006"/>
                </a:cubicBezTo>
                <a:close/>
                <a:moveTo>
                  <a:pt x="651459" y="672371"/>
                </a:moveTo>
                <a:cubicBezTo>
                  <a:pt x="594941" y="672371"/>
                  <a:pt x="549124" y="718188"/>
                  <a:pt x="549124" y="774706"/>
                </a:cubicBezTo>
                <a:cubicBezTo>
                  <a:pt x="549124" y="831224"/>
                  <a:pt x="594941" y="877041"/>
                  <a:pt x="651459" y="877041"/>
                </a:cubicBezTo>
                <a:cubicBezTo>
                  <a:pt x="707977" y="877041"/>
                  <a:pt x="753794" y="831224"/>
                  <a:pt x="753794" y="774706"/>
                </a:cubicBezTo>
                <a:cubicBezTo>
                  <a:pt x="753794" y="718188"/>
                  <a:pt x="707977" y="672371"/>
                  <a:pt x="651459" y="672371"/>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p>
        </p:txBody>
      </p:sp>
      <p:sp>
        <p:nvSpPr>
          <p:cNvPr id="17" name="テキスト ボックス 16">
            <a:extLst>
              <a:ext uri="{FF2B5EF4-FFF2-40B4-BE49-F238E27FC236}">
                <a16:creationId xmlns:a16="http://schemas.microsoft.com/office/drawing/2014/main" id="{179A80EA-C038-4703-1BDB-466354340DA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31" name="テキスト ボックス 30">
            <a:extLst>
              <a:ext uri="{FF2B5EF4-FFF2-40B4-BE49-F238E27FC236}">
                <a16:creationId xmlns:a16="http://schemas.microsoft.com/office/drawing/2014/main" id="{24A4ADEE-BA21-83FA-B3D3-284329685B4E}"/>
              </a:ext>
            </a:extLst>
          </p:cNvPr>
          <p:cNvSpPr txBox="1"/>
          <p:nvPr/>
        </p:nvSpPr>
        <p:spPr>
          <a:xfrm>
            <a:off x="770844" y="599259"/>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18D0FA83-5583-654E-ABDF-7AC285062148}"/>
              </a:ext>
            </a:extLst>
          </p:cNvPr>
          <p:cNvSpPr txBox="1"/>
          <p:nvPr/>
        </p:nvSpPr>
        <p:spPr>
          <a:xfrm>
            <a:off x="668508" y="977823"/>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、白とマゼンタならば</a:t>
            </a:r>
            <a:r>
              <a:rPr lang="en-US" altLang="ja-JP" sz="1000" dirty="0">
                <a:latin typeface="IBM Plex Sans JP" panose="020B0503050203000203" pitchFamily="50" charset="-128"/>
                <a:ea typeface="IBM Plex Sans JP" panose="020B0503050203000203" pitchFamily="50" charset="-128"/>
              </a:rPr>
              <a:t>Contrast</a:t>
            </a:r>
            <a:r>
              <a:rPr lang="ja-JP" altLang="ja-JP" sz="10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B</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と変化して戻ることを</a:t>
            </a:r>
            <a:r>
              <a:rPr lang="en-US" altLang="ja-JP" sz="1000" dirty="0">
                <a:latin typeface="IBM Plex Sans JP" panose="020B0503050203000203" pitchFamily="50" charset="-128"/>
                <a:ea typeface="IBM Plex Sans JP" panose="020B0503050203000203" pitchFamily="50" charset="-128"/>
              </a:rPr>
              <a:t>1</a:t>
            </a:r>
            <a:r>
              <a:rPr lang="ja-JP" altLang="ja-JP" sz="10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F2AEC5C2-C759-5468-B690-686B74E6A68E}"/>
              </a:ext>
            </a:extLst>
          </p:cNvPr>
          <p:cNvSpPr txBox="1"/>
          <p:nvPr/>
        </p:nvSpPr>
        <p:spPr>
          <a:xfrm>
            <a:off x="675778" y="3681158"/>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5DD33A85-D920-6841-D122-FE5141E331ED}"/>
              </a:ext>
            </a:extLst>
          </p:cNvPr>
          <p:cNvSpPr txBox="1"/>
          <p:nvPr/>
        </p:nvSpPr>
        <p:spPr>
          <a:xfrm>
            <a:off x="778114" y="7851411"/>
            <a:ext cx="1923925"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 Update History</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21B2D047-2B66-EC11-16BD-6EF9E52897C1}"/>
              </a:ext>
            </a:extLst>
          </p:cNvPr>
          <p:cNvSpPr txBox="1"/>
          <p:nvPr/>
        </p:nvSpPr>
        <p:spPr>
          <a:xfrm>
            <a:off x="638323" y="8189977"/>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First Edition Published</a:t>
            </a:r>
          </a:p>
          <a:p>
            <a:r>
              <a:rPr lang="en-US" altLang="ja-JP" sz="900" dirty="0">
                <a:latin typeface="IBM Plex Sans JP" panose="020B0503050203000203" pitchFamily="50" charset="-128"/>
                <a:ea typeface="IBM Plex Sans JP" panose="020B0503050203000203" pitchFamily="50" charset="-128"/>
              </a:rPr>
              <a:t>Ver.1.10  2026-07-02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36" name="図 35">
            <a:extLst>
              <a:ext uri="{FF2B5EF4-FFF2-40B4-BE49-F238E27FC236}">
                <a16:creationId xmlns:a16="http://schemas.microsoft.com/office/drawing/2014/main" id="{9B5CD66D-50B6-9A4B-62D7-0FE70CA37B9A}"/>
              </a:ext>
            </a:extLst>
          </p:cNvPr>
          <p:cNvPicPr>
            <a:picLocks noChangeAspect="1"/>
          </p:cNvPicPr>
          <p:nvPr/>
        </p:nvPicPr>
        <p:blipFill>
          <a:blip r:embed="rId2"/>
          <a:stretch>
            <a:fillRect/>
          </a:stretch>
        </p:blipFill>
        <p:spPr>
          <a:xfrm>
            <a:off x="651740" y="2656972"/>
            <a:ext cx="5588622" cy="913760"/>
          </a:xfrm>
          <a:prstGeom prst="rect">
            <a:avLst/>
          </a:prstGeom>
        </p:spPr>
      </p:pic>
      <p:pic>
        <p:nvPicPr>
          <p:cNvPr id="3" name="図 2">
            <a:extLst>
              <a:ext uri="{FF2B5EF4-FFF2-40B4-BE49-F238E27FC236}">
                <a16:creationId xmlns:a16="http://schemas.microsoft.com/office/drawing/2014/main" id="{C99C9AE4-68EC-C31D-2E72-FAFA9B860DFF}"/>
              </a:ext>
            </a:extLst>
          </p:cNvPr>
          <p:cNvPicPr>
            <a:picLocks noChangeAspect="1"/>
          </p:cNvPicPr>
          <p:nvPr/>
        </p:nvPicPr>
        <p:blipFill>
          <a:blip r:embed="rId3"/>
          <a:stretch>
            <a:fillRect/>
          </a:stretch>
        </p:blipFill>
        <p:spPr>
          <a:xfrm>
            <a:off x="673091" y="3947248"/>
            <a:ext cx="5521536" cy="3874587"/>
          </a:xfrm>
          <a:prstGeom prst="rect">
            <a:avLst/>
          </a:prstGeom>
        </p:spPr>
      </p:pic>
    </p:spTree>
    <p:extLst>
      <p:ext uri="{BB962C8B-B14F-4D97-AF65-F5344CB8AC3E}">
        <p14:creationId xmlns:p14="http://schemas.microsoft.com/office/powerpoint/2010/main" val="93948576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255</TotalTime>
  <Words>1417</Words>
  <Application>Microsoft Office PowerPoint</Application>
  <PresentationFormat>画面に合わせる (4:3)</PresentationFormat>
  <Paragraphs>75</Paragraphs>
  <Slides>7</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7</vt:i4>
      </vt:variant>
    </vt:vector>
  </HeadingPairs>
  <TitlesOfParts>
    <vt:vector size="15" baseType="lpstr">
      <vt:lpstr>IBM Plex Sans JP</vt:lpstr>
      <vt:lpstr>IBM Plex Sans JP Light</vt:lpstr>
      <vt:lpstr>IBM Plex Sans JP SemiBold</vt:lpstr>
      <vt:lpstr>Aptos</vt:lpstr>
      <vt:lpstr>Aptos Display</vt:lpstr>
      <vt:lpstr>Arial</vt:lpstr>
      <vt:lpstr>Segoe UI Semibold</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MAKOTO YAZAKI (矢﨑 誠)</dc:creator>
  <cp:lastModifiedBy>MAKOTO YAZAKI (矢﨑 誠)</cp:lastModifiedBy>
  <cp:revision>19</cp:revision>
  <cp:lastPrinted>2026-07-23T12:12:14Z</cp:lastPrinted>
  <dcterms:created xsi:type="dcterms:W3CDTF">2026-07-22T02:46:18Z</dcterms:created>
  <dcterms:modified xsi:type="dcterms:W3CDTF">2026-07-24T02:57:04Z</dcterms:modified>
</cp:coreProperties>
</file>
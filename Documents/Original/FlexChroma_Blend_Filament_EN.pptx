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Play" panose="020B0600070205080204" charset="0"/>
      <p:regular r:id="rId18"/>
      <p:bold r:id="rId19"/>
    </p:embeddedFont>
    <p:embeddedFont>
      <p:font typeface="Segoe UI Semibold" panose="020B0702040204020203" pitchFamily="34" charset="0"/>
      <p:bold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1512" y="-4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05998DF6-329D-A1A3-0D2A-FBC2DBEF7D97}"/>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62891E14-ACFC-B820-263F-406B4D2DBBD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7A480F0D-75F9-F316-C3C5-9AE4815B91F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5979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CD5D6C92-B134-E591-A34F-B37797664860}"/>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21EC2433-B460-C720-797E-628C0146E53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8D5FB640-1DF2-AC6F-3CCB-C5A73B212D8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70656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E7E5EE0-CE9E-87B2-2EE0-AA691CCB2A4E}"/>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C43AB8AF-94A9-14E5-6921-6E7CFDF34CB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3F2A55CF-5929-8B5B-4529-AAD0BE02E393}"/>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02658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1FCEC973-570B-C10C-A1EC-DA989221E004}"/>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572C1271-02BF-D212-B117-572DEBC0BA6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08E7E4E9-0320-B624-84C9-C2A0668F5590}"/>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4918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78A6C7BE-C87C-C943-0D81-A16ADCB03856}"/>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26C2DB14-8785-75E4-C262-FF6CE2E22CE3}"/>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E5DDC6F3-6002-243E-8926-16255BEF5FE0}"/>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0634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9FB530CC-8599-1E4C-D411-AEB5ED8CC6AD}"/>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DF6A5F9-A778-9698-F1BE-230E8F62BC6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09BBB4F2-A4E2-C2E8-DE25-AC412C17E41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1293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36552"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a:t>
            </a:r>
            <a:r>
              <a:rPr lang="en-US" altLang="ja-JP"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altLang="ja-JP" dirty="0">
                <a:solidFill>
                  <a:schemeClr val="dk1"/>
                </a:solidFill>
                <a:latin typeface="IBM Plex Sans JP" panose="020B0503050203000203" pitchFamily="50" charset="-128"/>
                <a:ea typeface="IBM Plex Sans JP" panose="020B0503050203000203" pitchFamily="50" charset="-128"/>
                <a:cs typeface="IBM Plex Sans JP"/>
                <a:sym typeface="IBM Plex Sans JP"/>
              </a:rPr>
              <a:t>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2028"/>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高い物ほど発色が悪い傾向にあります。そのためどの様なフィラメントの組み合わせを用いるかに応じたモデルの選択が必要</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のも良いですが、時間が許せばBlend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Color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Checkerで混色結果の比較をして色を確認することを推奨します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この様なケースではStandardモデルだけで十分な結果を得る事が出来ます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84700"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9060"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35417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lvl="0"/>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a:t>
            </a:r>
            <a:r>
              <a:rPr lang="ja-JP" alt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受けるため、テスト印刷を推奨します。</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にて糊がノズルに詰まる可能性があります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A4B24A5-8B7D-35FF-4F2A-BCF8FB05711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8EF549FB-C36D-4EF2-D09A-2654474CB249}"/>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 name="フリーフォーム: 図形 11">
            <a:extLst>
              <a:ext uri="{FF2B5EF4-FFF2-40B4-BE49-F238E27FC236}">
                <a16:creationId xmlns:a16="http://schemas.microsoft.com/office/drawing/2014/main" id="{8ADAFE07-08A4-BB56-87C3-8CB9A526888C}"/>
              </a:ext>
            </a:extLst>
          </p:cNvPr>
          <p:cNvSpPr/>
          <p:nvPr/>
        </p:nvSpPr>
        <p:spPr>
          <a:xfrm>
            <a:off x="0" y="1337"/>
            <a:ext cx="6858000" cy="9144000"/>
          </a:xfrm>
          <a:custGeom>
            <a:avLst/>
            <a:gdLst>
              <a:gd name="csX0" fmla="*/ 3736591 w 6858000"/>
              <a:gd name="csY0" fmla="*/ 8661917 h 9144000"/>
              <a:gd name="csX1" fmla="*/ 3736591 w 6858000"/>
              <a:gd name="csY1" fmla="*/ 8715917 h 9144000"/>
              <a:gd name="csX2" fmla="*/ 6328591 w 6858000"/>
              <a:gd name="csY2" fmla="*/ 8715917 h 9144000"/>
              <a:gd name="csX3" fmla="*/ 6328591 w 6858000"/>
              <a:gd name="csY3" fmla="*/ 8661917 h 9144000"/>
              <a:gd name="csX4" fmla="*/ 556285 w 6858000"/>
              <a:gd name="csY4" fmla="*/ 8661917 h 9144000"/>
              <a:gd name="csX5" fmla="*/ 556285 w 6858000"/>
              <a:gd name="csY5" fmla="*/ 8715917 h 9144000"/>
              <a:gd name="csX6" fmla="*/ 3148285 w 6858000"/>
              <a:gd name="csY6" fmla="*/ 8715917 h 9144000"/>
              <a:gd name="csX7" fmla="*/ 3148285 w 6858000"/>
              <a:gd name="csY7" fmla="*/ 8661917 h 9144000"/>
              <a:gd name="csX8" fmla="*/ 777473 w 6858000"/>
              <a:gd name="csY8" fmla="*/ 6659597 h 9144000"/>
              <a:gd name="csX9" fmla="*/ 715223 w 6858000"/>
              <a:gd name="csY9" fmla="*/ 6724547 h 9144000"/>
              <a:gd name="csX10" fmla="*/ 777473 w 6858000"/>
              <a:gd name="csY10" fmla="*/ 6789497 h 9144000"/>
              <a:gd name="csX11" fmla="*/ 839723 w 6858000"/>
              <a:gd name="csY11" fmla="*/ 6724547 h 9144000"/>
              <a:gd name="csX12" fmla="*/ 777473 w 6858000"/>
              <a:gd name="csY12" fmla="*/ 6659597 h 9144000"/>
              <a:gd name="csX13" fmla="*/ 658597 w 6858000"/>
              <a:gd name="csY13" fmla="*/ 5703577 h 9144000"/>
              <a:gd name="csX14" fmla="*/ 556297 w 6858000"/>
              <a:gd name="csY14" fmla="*/ 5805877 h 9144000"/>
              <a:gd name="csX15" fmla="*/ 658597 w 6858000"/>
              <a:gd name="csY15" fmla="*/ 5908177 h 9144000"/>
              <a:gd name="csX16" fmla="*/ 760897 w 6858000"/>
              <a:gd name="csY16" fmla="*/ 5805877 h 9144000"/>
              <a:gd name="csX17" fmla="*/ 658597 w 6858000"/>
              <a:gd name="csY17" fmla="*/ 5703577 h 9144000"/>
              <a:gd name="csX18" fmla="*/ 671648 w 6858000"/>
              <a:gd name="csY18" fmla="*/ 4459122 h 9144000"/>
              <a:gd name="csX19" fmla="*/ 609398 w 6858000"/>
              <a:gd name="csY19" fmla="*/ 4524072 h 9144000"/>
              <a:gd name="csX20" fmla="*/ 671648 w 6858000"/>
              <a:gd name="csY20" fmla="*/ 4589022 h 9144000"/>
              <a:gd name="csX21" fmla="*/ 733898 w 6858000"/>
              <a:gd name="csY21" fmla="*/ 4524072 h 9144000"/>
              <a:gd name="csX22" fmla="*/ 671648 w 6858000"/>
              <a:gd name="csY22" fmla="*/ 4459122 h 9144000"/>
              <a:gd name="csX23" fmla="*/ 671648 w 6858000"/>
              <a:gd name="csY23" fmla="*/ 3613110 h 9144000"/>
              <a:gd name="csX24" fmla="*/ 609398 w 6858000"/>
              <a:gd name="csY24" fmla="*/ 3678060 h 9144000"/>
              <a:gd name="csX25" fmla="*/ 671648 w 6858000"/>
              <a:gd name="csY25" fmla="*/ 3743010 h 9144000"/>
              <a:gd name="csX26" fmla="*/ 733898 w 6858000"/>
              <a:gd name="csY26" fmla="*/ 3678060 h 9144000"/>
              <a:gd name="csX27" fmla="*/ 671648 w 6858000"/>
              <a:gd name="csY27" fmla="*/ 3613110 h 9144000"/>
              <a:gd name="csX28" fmla="*/ 670222 w 6858000"/>
              <a:gd name="csY28" fmla="*/ 3074681 h 9144000"/>
              <a:gd name="csX29" fmla="*/ 567922 w 6858000"/>
              <a:gd name="csY29" fmla="*/ 3176981 h 9144000"/>
              <a:gd name="csX30" fmla="*/ 670222 w 6858000"/>
              <a:gd name="csY30" fmla="*/ 3279281 h 9144000"/>
              <a:gd name="csX31" fmla="*/ 772522 w 6858000"/>
              <a:gd name="csY31" fmla="*/ 3176981 h 9144000"/>
              <a:gd name="csX32" fmla="*/ 670222 w 6858000"/>
              <a:gd name="csY32" fmla="*/ 3074681 h 9144000"/>
              <a:gd name="csX33" fmla="*/ 6088939 w 6858000"/>
              <a:gd name="csY33" fmla="*/ 2279968 h 9144000"/>
              <a:gd name="csX34" fmla="*/ 6033634 w 6858000"/>
              <a:gd name="csY34" fmla="*/ 2335273 h 9144000"/>
              <a:gd name="csX35" fmla="*/ 883659 w 6858000"/>
              <a:gd name="csY35" fmla="*/ 2335273 h 9144000"/>
              <a:gd name="csX36" fmla="*/ 844553 w 6858000"/>
              <a:gd name="csY36" fmla="*/ 2319074 h 9144000"/>
              <a:gd name="csX37" fmla="*/ 828355 w 6858000"/>
              <a:gd name="csY37" fmla="*/ 2279970 h 9144000"/>
              <a:gd name="csX38" fmla="*/ 828355 w 6858000"/>
              <a:gd name="csY38" fmla="*/ 2413560 h 9144000"/>
              <a:gd name="csX39" fmla="*/ 1017251 w 6858000"/>
              <a:gd name="csY39" fmla="*/ 2602456 h 9144000"/>
              <a:gd name="csX40" fmla="*/ 5900043 w 6858000"/>
              <a:gd name="csY40" fmla="*/ 2602456 h 9144000"/>
              <a:gd name="csX41" fmla="*/ 6088939 w 6858000"/>
              <a:gd name="csY41" fmla="*/ 2413560 h 9144000"/>
              <a:gd name="csX42" fmla="*/ 1028417 w 6858000"/>
              <a:gd name="csY42" fmla="*/ 441445 h 9144000"/>
              <a:gd name="csX43" fmla="*/ 828357 w 6858000"/>
              <a:gd name="csY43" fmla="*/ 641505 h 9144000"/>
              <a:gd name="csX44" fmla="*/ 828357 w 6858000"/>
              <a:gd name="csY44" fmla="*/ 782992 h 9144000"/>
              <a:gd name="csX45" fmla="*/ 886930 w 6858000"/>
              <a:gd name="csY45" fmla="*/ 724419 h 9144000"/>
              <a:gd name="csX46" fmla="*/ 6030367 w 6858000"/>
              <a:gd name="csY46" fmla="*/ 724419 h 9144000"/>
              <a:gd name="csX47" fmla="*/ 6088940 w 6858000"/>
              <a:gd name="csY47" fmla="*/ 782992 h 9144000"/>
              <a:gd name="csX48" fmla="*/ 6088940 w 6858000"/>
              <a:gd name="csY48" fmla="*/ 641505 h 9144000"/>
              <a:gd name="csX49" fmla="*/ 5888880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6591" y="8661917"/>
                </a:moveTo>
                <a:lnTo>
                  <a:pt x="3736591" y="8715917"/>
                </a:lnTo>
                <a:lnTo>
                  <a:pt x="6328591" y="8715917"/>
                </a:lnTo>
                <a:lnTo>
                  <a:pt x="6328591" y="8661917"/>
                </a:lnTo>
                <a:close/>
                <a:moveTo>
                  <a:pt x="556285" y="8661917"/>
                </a:moveTo>
                <a:lnTo>
                  <a:pt x="556285" y="8715917"/>
                </a:lnTo>
                <a:lnTo>
                  <a:pt x="3148285" y="8715917"/>
                </a:lnTo>
                <a:lnTo>
                  <a:pt x="3148285" y="8661917"/>
                </a:lnTo>
                <a:close/>
                <a:moveTo>
                  <a:pt x="777473" y="6659597"/>
                </a:moveTo>
                <a:cubicBezTo>
                  <a:pt x="743093" y="6659597"/>
                  <a:pt x="715223" y="6688676"/>
                  <a:pt x="715223" y="6724547"/>
                </a:cubicBezTo>
                <a:cubicBezTo>
                  <a:pt x="715223" y="6760418"/>
                  <a:pt x="743093" y="6789497"/>
                  <a:pt x="777473" y="6789497"/>
                </a:cubicBezTo>
                <a:cubicBezTo>
                  <a:pt x="811853" y="6789497"/>
                  <a:pt x="839723" y="6760418"/>
                  <a:pt x="839723" y="6724547"/>
                </a:cubicBezTo>
                <a:cubicBezTo>
                  <a:pt x="839723" y="6688676"/>
                  <a:pt x="811853" y="6659597"/>
                  <a:pt x="777473" y="6659597"/>
                </a:cubicBezTo>
                <a:close/>
                <a:moveTo>
                  <a:pt x="658597" y="5703577"/>
                </a:moveTo>
                <a:cubicBezTo>
                  <a:pt x="602098" y="5703577"/>
                  <a:pt x="556297" y="5749378"/>
                  <a:pt x="556297" y="5805877"/>
                </a:cubicBezTo>
                <a:cubicBezTo>
                  <a:pt x="556297" y="5862376"/>
                  <a:pt x="602098" y="5908177"/>
                  <a:pt x="658597" y="5908177"/>
                </a:cubicBezTo>
                <a:cubicBezTo>
                  <a:pt x="715096" y="5908177"/>
                  <a:pt x="760897" y="5862376"/>
                  <a:pt x="760897" y="5805877"/>
                </a:cubicBezTo>
                <a:cubicBezTo>
                  <a:pt x="760897" y="5749378"/>
                  <a:pt x="715096" y="5703577"/>
                  <a:pt x="658597" y="5703577"/>
                </a:cubicBezTo>
                <a:close/>
                <a:moveTo>
                  <a:pt x="671648" y="4459122"/>
                </a:moveTo>
                <a:cubicBezTo>
                  <a:pt x="637268" y="4459122"/>
                  <a:pt x="609398" y="4488201"/>
                  <a:pt x="609398" y="4524072"/>
                </a:cubicBezTo>
                <a:cubicBezTo>
                  <a:pt x="609398" y="4559943"/>
                  <a:pt x="637268" y="4589022"/>
                  <a:pt x="671648" y="4589022"/>
                </a:cubicBezTo>
                <a:cubicBezTo>
                  <a:pt x="706028" y="4589022"/>
                  <a:pt x="733898" y="4559943"/>
                  <a:pt x="733898" y="4524072"/>
                </a:cubicBezTo>
                <a:cubicBezTo>
                  <a:pt x="733898" y="4488201"/>
                  <a:pt x="706028" y="4459122"/>
                  <a:pt x="671648" y="4459122"/>
                </a:cubicBezTo>
                <a:close/>
                <a:moveTo>
                  <a:pt x="671648" y="3613110"/>
                </a:moveTo>
                <a:cubicBezTo>
                  <a:pt x="637268" y="3613110"/>
                  <a:pt x="609398" y="3642189"/>
                  <a:pt x="609398" y="3678060"/>
                </a:cubicBezTo>
                <a:cubicBezTo>
                  <a:pt x="609398" y="3713931"/>
                  <a:pt x="637268" y="3743010"/>
                  <a:pt x="671648" y="3743010"/>
                </a:cubicBezTo>
                <a:cubicBezTo>
                  <a:pt x="706028" y="3743010"/>
                  <a:pt x="733898" y="3713931"/>
                  <a:pt x="733898" y="3678060"/>
                </a:cubicBezTo>
                <a:cubicBezTo>
                  <a:pt x="733898" y="3642189"/>
                  <a:pt x="706028" y="3613110"/>
                  <a:pt x="671648" y="3613110"/>
                </a:cubicBezTo>
                <a:close/>
                <a:moveTo>
                  <a:pt x="670222" y="3074681"/>
                </a:moveTo>
                <a:cubicBezTo>
                  <a:pt x="613723" y="3074681"/>
                  <a:pt x="567922" y="3120482"/>
                  <a:pt x="567922" y="3176981"/>
                </a:cubicBezTo>
                <a:cubicBezTo>
                  <a:pt x="567922" y="3233480"/>
                  <a:pt x="613723" y="3279281"/>
                  <a:pt x="670222" y="3279281"/>
                </a:cubicBezTo>
                <a:cubicBezTo>
                  <a:pt x="726721" y="3279281"/>
                  <a:pt x="772522" y="3233480"/>
                  <a:pt x="772522" y="3176981"/>
                </a:cubicBezTo>
                <a:cubicBezTo>
                  <a:pt x="772522" y="3120482"/>
                  <a:pt x="726721" y="3074681"/>
                  <a:pt x="670222" y="3074681"/>
                </a:cubicBezTo>
                <a:close/>
                <a:moveTo>
                  <a:pt x="6088939" y="2279968"/>
                </a:moveTo>
                <a:cubicBezTo>
                  <a:pt x="6088939" y="2310512"/>
                  <a:pt x="6064178" y="2335273"/>
                  <a:pt x="6033634" y="2335273"/>
                </a:cubicBezTo>
                <a:lnTo>
                  <a:pt x="883659" y="2335273"/>
                </a:lnTo>
                <a:cubicBezTo>
                  <a:pt x="868387" y="2335273"/>
                  <a:pt x="854561" y="2329083"/>
                  <a:pt x="844553" y="2319074"/>
                </a:cubicBezTo>
                <a:lnTo>
                  <a:pt x="828355" y="2279970"/>
                </a:lnTo>
                <a:lnTo>
                  <a:pt x="828355" y="2413560"/>
                </a:lnTo>
                <a:cubicBezTo>
                  <a:pt x="828355" y="2517884"/>
                  <a:pt x="912927" y="2602456"/>
                  <a:pt x="1017251" y="2602456"/>
                </a:cubicBezTo>
                <a:lnTo>
                  <a:pt x="5900043" y="2602456"/>
                </a:lnTo>
                <a:cubicBezTo>
                  <a:pt x="6004367" y="2602456"/>
                  <a:pt x="6088939" y="2517884"/>
                  <a:pt x="6088939" y="2413560"/>
                </a:cubicBezTo>
                <a:close/>
                <a:moveTo>
                  <a:pt x="1028417" y="441445"/>
                </a:moveTo>
                <a:cubicBezTo>
                  <a:pt x="917927" y="441445"/>
                  <a:pt x="828357" y="531015"/>
                  <a:pt x="828357" y="641505"/>
                </a:cubicBezTo>
                <a:lnTo>
                  <a:pt x="828357" y="782992"/>
                </a:lnTo>
                <a:cubicBezTo>
                  <a:pt x="828357" y="750643"/>
                  <a:pt x="854581" y="724419"/>
                  <a:pt x="886930" y="724419"/>
                </a:cubicBezTo>
                <a:lnTo>
                  <a:pt x="6030367" y="724419"/>
                </a:lnTo>
                <a:cubicBezTo>
                  <a:pt x="6062716" y="724419"/>
                  <a:pt x="6088940" y="750643"/>
                  <a:pt x="6088940" y="782992"/>
                </a:cubicBezTo>
                <a:lnTo>
                  <a:pt x="6088940" y="641505"/>
                </a:lnTo>
                <a:cubicBezTo>
                  <a:pt x="6088940" y="531015"/>
                  <a:pt x="5999370" y="441445"/>
                  <a:pt x="5888880"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F0419AEA-7D82-797B-586D-CC8A63267043}"/>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11" name="Google Shape;111;p14">
            <a:extLst>
              <a:ext uri="{FF2B5EF4-FFF2-40B4-BE49-F238E27FC236}">
                <a16:creationId xmlns:a16="http://schemas.microsoft.com/office/drawing/2014/main" id="{8191B378-F955-3BCB-058B-31E53FCBEFA1}"/>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E0BD53-71E1-6E46-410A-D957ECE19F4D}"/>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9" name="Google Shape;119;p14">
            <a:extLst>
              <a:ext uri="{FF2B5EF4-FFF2-40B4-BE49-F238E27FC236}">
                <a16:creationId xmlns:a16="http://schemas.microsoft.com/office/drawing/2014/main" id="{FB735FBB-14DB-A09F-4E84-C6B8244B802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Any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D951FA3-9101-F4C3-D0D1-FCC3A28E9B25}"/>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Ver.2.1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a:extLst>
              <a:ext uri="{FF2B5EF4-FFF2-40B4-BE49-F238E27FC236}">
                <a16:creationId xmlns:a16="http://schemas.microsoft.com/office/drawing/2014/main" id="{62F1F248-9B9B-494A-FA57-61F91366105D}"/>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08973E24-7B15-6F09-DAA8-0632582C4283}"/>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D49CDE56-2F44-4487-F5D5-766FDFEA2099}"/>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F798AB77-6F92-12E4-C4E6-B1A53516FAE1}"/>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00DCEA3F-9C6E-977E-4C48-05093D7D0666}"/>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3" name="Google Shape;109;p14">
            <a:extLst>
              <a:ext uri="{FF2B5EF4-FFF2-40B4-BE49-F238E27FC236}">
                <a16:creationId xmlns:a16="http://schemas.microsoft.com/office/drawing/2014/main" id="{F4BAE9DB-B53C-C650-2682-96A79543CA56}"/>
              </a:ext>
            </a:extLst>
          </p:cNvPr>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pic>
        <p:nvPicPr>
          <p:cNvPr id="5" name="図 4">
            <a:extLst>
              <a:ext uri="{FF2B5EF4-FFF2-40B4-BE49-F238E27FC236}">
                <a16:creationId xmlns:a16="http://schemas.microsoft.com/office/drawing/2014/main" id="{8A323D97-2969-DA5A-75A4-D934BD610600}"/>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3118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AF6D4E6A-B1B0-3EA8-B83C-5A2A3A23190F}"/>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34D23A58-BAFB-DCA8-A863-3113B2584CC6}"/>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7A86A942-BE23-0511-8625-6CB30EF5FB2A}"/>
              </a:ext>
            </a:extLst>
          </p:cNvPr>
          <p:cNvSpPr/>
          <p:nvPr/>
        </p:nvSpPr>
        <p:spPr>
          <a:xfrm>
            <a:off x="0" y="0"/>
            <a:ext cx="6858000" cy="9144000"/>
          </a:xfrm>
          <a:custGeom>
            <a:avLst/>
            <a:gdLst>
              <a:gd name="csX0" fmla="*/ 3734850 w 6858000"/>
              <a:gd name="csY0" fmla="*/ 8661919 h 9144000"/>
              <a:gd name="csX1" fmla="*/ 3734850 w 6858000"/>
              <a:gd name="csY1" fmla="*/ 8715919 h 9144000"/>
              <a:gd name="csX2" fmla="*/ 6326850 w 6858000"/>
              <a:gd name="csY2" fmla="*/ 8715919 h 9144000"/>
              <a:gd name="csX3" fmla="*/ 6326850 w 6858000"/>
              <a:gd name="csY3" fmla="*/ 8661919 h 9144000"/>
              <a:gd name="csX4" fmla="*/ 554544 w 6858000"/>
              <a:gd name="csY4" fmla="*/ 8661919 h 9144000"/>
              <a:gd name="csX5" fmla="*/ 554544 w 6858000"/>
              <a:gd name="csY5" fmla="*/ 8715919 h 9144000"/>
              <a:gd name="csX6" fmla="*/ 3146544 w 6858000"/>
              <a:gd name="csY6" fmla="*/ 8715919 h 9144000"/>
              <a:gd name="csX7" fmla="*/ 3146544 w 6858000"/>
              <a:gd name="csY7" fmla="*/ 8661919 h 9144000"/>
              <a:gd name="csX8" fmla="*/ 642856 w 6858000"/>
              <a:gd name="csY8" fmla="*/ 5938368 h 9144000"/>
              <a:gd name="csX9" fmla="*/ 580606 w 6858000"/>
              <a:gd name="csY9" fmla="*/ 6003318 h 9144000"/>
              <a:gd name="csX10" fmla="*/ 642856 w 6858000"/>
              <a:gd name="csY10" fmla="*/ 6068268 h 9144000"/>
              <a:gd name="csX11" fmla="*/ 705106 w 6858000"/>
              <a:gd name="csY11" fmla="*/ 6003318 h 9144000"/>
              <a:gd name="csX12" fmla="*/ 642856 w 6858000"/>
              <a:gd name="csY12" fmla="*/ 5938368 h 9144000"/>
              <a:gd name="csX13" fmla="*/ 651756 w 6858000"/>
              <a:gd name="csY13" fmla="*/ 4350189 h 9144000"/>
              <a:gd name="csX14" fmla="*/ 549456 w 6858000"/>
              <a:gd name="csY14" fmla="*/ 4452489 h 9144000"/>
              <a:gd name="csX15" fmla="*/ 651756 w 6858000"/>
              <a:gd name="csY15" fmla="*/ 4554789 h 9144000"/>
              <a:gd name="csX16" fmla="*/ 754056 w 6858000"/>
              <a:gd name="csY16" fmla="*/ 4452489 h 9144000"/>
              <a:gd name="csX17" fmla="*/ 651756 w 6858000"/>
              <a:gd name="csY17" fmla="*/ 4350189 h 9144000"/>
              <a:gd name="csX18" fmla="*/ 628432 w 6858000"/>
              <a:gd name="csY18" fmla="*/ 650084 h 9144000"/>
              <a:gd name="csX19" fmla="*/ 566182 w 6858000"/>
              <a:gd name="csY19" fmla="*/ 715034 h 9144000"/>
              <a:gd name="csX20" fmla="*/ 628432 w 6858000"/>
              <a:gd name="csY20" fmla="*/ 779984 h 9144000"/>
              <a:gd name="csX21" fmla="*/ 690682 w 6858000"/>
              <a:gd name="csY21" fmla="*/ 715034 h 9144000"/>
              <a:gd name="csX22" fmla="*/ 628432 w 6858000"/>
              <a:gd name="csY22" fmla="*/ 650084 h 9144000"/>
              <a:gd name="csX23" fmla="*/ 554543 w 6858000"/>
              <a:gd name="csY23" fmla="*/ 452470 h 9144000"/>
              <a:gd name="csX24" fmla="*/ 554543 w 6858000"/>
              <a:gd name="csY24" fmla="*/ 506470 h 9144000"/>
              <a:gd name="csX25" fmla="*/ 6310736 w 6858000"/>
              <a:gd name="csY25" fmla="*/ 506470 h 9144000"/>
              <a:gd name="csX26" fmla="*/ 6310736 w 6858000"/>
              <a:gd name="csY26" fmla="*/ 45247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34850" y="8661919"/>
                </a:moveTo>
                <a:lnTo>
                  <a:pt x="3734850" y="8715919"/>
                </a:lnTo>
                <a:lnTo>
                  <a:pt x="6326850" y="8715919"/>
                </a:lnTo>
                <a:lnTo>
                  <a:pt x="6326850" y="8661919"/>
                </a:lnTo>
                <a:close/>
                <a:moveTo>
                  <a:pt x="554544" y="8661919"/>
                </a:moveTo>
                <a:lnTo>
                  <a:pt x="554544" y="8715919"/>
                </a:lnTo>
                <a:lnTo>
                  <a:pt x="3146544" y="8715919"/>
                </a:lnTo>
                <a:lnTo>
                  <a:pt x="3146544" y="8661919"/>
                </a:lnTo>
                <a:close/>
                <a:moveTo>
                  <a:pt x="642856" y="5938368"/>
                </a:moveTo>
                <a:cubicBezTo>
                  <a:pt x="608476" y="5938368"/>
                  <a:pt x="580606" y="5967447"/>
                  <a:pt x="580606" y="6003318"/>
                </a:cubicBezTo>
                <a:cubicBezTo>
                  <a:pt x="580606" y="6039189"/>
                  <a:pt x="608476" y="6068268"/>
                  <a:pt x="642856" y="6068268"/>
                </a:cubicBezTo>
                <a:cubicBezTo>
                  <a:pt x="677236" y="6068268"/>
                  <a:pt x="705106" y="6039189"/>
                  <a:pt x="705106" y="6003318"/>
                </a:cubicBezTo>
                <a:cubicBezTo>
                  <a:pt x="705106" y="5967447"/>
                  <a:pt x="677236" y="5938368"/>
                  <a:pt x="642856" y="5938368"/>
                </a:cubicBezTo>
                <a:close/>
                <a:moveTo>
                  <a:pt x="651756" y="4350189"/>
                </a:moveTo>
                <a:cubicBezTo>
                  <a:pt x="595257" y="4350189"/>
                  <a:pt x="549456" y="4395990"/>
                  <a:pt x="549456" y="4452489"/>
                </a:cubicBezTo>
                <a:cubicBezTo>
                  <a:pt x="549456" y="4508988"/>
                  <a:pt x="595257" y="4554789"/>
                  <a:pt x="651756" y="4554789"/>
                </a:cubicBezTo>
                <a:cubicBezTo>
                  <a:pt x="708255" y="4554789"/>
                  <a:pt x="754056" y="4508988"/>
                  <a:pt x="754056" y="4452489"/>
                </a:cubicBezTo>
                <a:cubicBezTo>
                  <a:pt x="754056" y="4395990"/>
                  <a:pt x="708255" y="4350189"/>
                  <a:pt x="651756" y="4350189"/>
                </a:cubicBezTo>
                <a:close/>
                <a:moveTo>
                  <a:pt x="628432" y="650084"/>
                </a:moveTo>
                <a:cubicBezTo>
                  <a:pt x="594052" y="650084"/>
                  <a:pt x="566182" y="679163"/>
                  <a:pt x="566182" y="715034"/>
                </a:cubicBezTo>
                <a:cubicBezTo>
                  <a:pt x="566182" y="750905"/>
                  <a:pt x="594052" y="779984"/>
                  <a:pt x="628432" y="779984"/>
                </a:cubicBezTo>
                <a:cubicBezTo>
                  <a:pt x="662812" y="779984"/>
                  <a:pt x="690682" y="750905"/>
                  <a:pt x="690682" y="715034"/>
                </a:cubicBezTo>
                <a:cubicBezTo>
                  <a:pt x="690682" y="679163"/>
                  <a:pt x="662812" y="650084"/>
                  <a:pt x="628432" y="650084"/>
                </a:cubicBezTo>
                <a:close/>
                <a:moveTo>
                  <a:pt x="554543" y="452470"/>
                </a:moveTo>
                <a:lnTo>
                  <a:pt x="554543" y="506470"/>
                </a:lnTo>
                <a:lnTo>
                  <a:pt x="6310736" y="506470"/>
                </a:lnTo>
                <a:lnTo>
                  <a:pt x="6310736" y="45247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9ABD9319-780E-A5B9-2752-5363826D5DEB}"/>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BC92D3A5-78E7-F00C-BA75-CB680B982AB9}"/>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E588016D-66F7-EB04-6F62-7EFDD49AC042}"/>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a:extLst>
              <a:ext uri="{FF2B5EF4-FFF2-40B4-BE49-F238E27FC236}">
                <a16:creationId xmlns:a16="http://schemas.microsoft.com/office/drawing/2014/main" id="{6FFAE485-6B28-7E7D-65F5-7C7D73DBC184}"/>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F9F77DF5-E165-82E5-7773-9D547D87263F}"/>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1F0203A6-5DB7-152B-D0AB-669B857D0198}"/>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AB595057-CCF3-5059-62D4-5340AC1B8DE5}"/>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80C1E09F-F24F-49B8-AC91-17CBBE1974D6}"/>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
        <p:nvSpPr>
          <p:cNvPr id="9" name="正方形/長方形 8">
            <a:extLst>
              <a:ext uri="{FF2B5EF4-FFF2-40B4-BE49-F238E27FC236}">
                <a16:creationId xmlns:a16="http://schemas.microsoft.com/office/drawing/2014/main" id="{D793BCB5-0B66-FC85-7077-E15EC0525029}"/>
              </a:ext>
            </a:extLst>
          </p:cNvPr>
          <p:cNvSpPr/>
          <p:nvPr/>
        </p:nvSpPr>
        <p:spPr>
          <a:xfrm>
            <a:off x="3388659" y="6773423"/>
            <a:ext cx="3162748" cy="156224"/>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0831B8ED-1033-E284-3564-4C5CCB186618}"/>
              </a:ext>
            </a:extLst>
          </p:cNvPr>
          <p:cNvSpPr/>
          <p:nvPr/>
        </p:nvSpPr>
        <p:spPr>
          <a:xfrm flipV="1">
            <a:off x="3539593" y="8410075"/>
            <a:ext cx="2875225" cy="207933"/>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4440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331135A0-EC8E-2A22-49D3-C3CAC4FD0E3B}"/>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BE5B8C8B-AF85-E2D4-A9D4-2AEC791D7554}"/>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DFEFD032-A78E-E6CF-B234-D5EAA493F36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16206 h 9144000"/>
              <a:gd name="csX14" fmla="*/ 577699 w 6858000"/>
              <a:gd name="csY14" fmla="*/ 4381156 h 9144000"/>
              <a:gd name="csX15" fmla="*/ 639949 w 6858000"/>
              <a:gd name="csY15" fmla="*/ 4446106 h 9144000"/>
              <a:gd name="csX16" fmla="*/ 702199 w 6858000"/>
              <a:gd name="csY16" fmla="*/ 4381156 h 9144000"/>
              <a:gd name="csX17" fmla="*/ 639949 w 6858000"/>
              <a:gd name="csY17" fmla="*/ 431620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16206"/>
                </a:moveTo>
                <a:cubicBezTo>
                  <a:pt x="605569" y="4316206"/>
                  <a:pt x="577699" y="4345285"/>
                  <a:pt x="577699" y="4381156"/>
                </a:cubicBezTo>
                <a:cubicBezTo>
                  <a:pt x="577699" y="4417027"/>
                  <a:pt x="605569" y="4446106"/>
                  <a:pt x="639949" y="4446106"/>
                </a:cubicBezTo>
                <a:cubicBezTo>
                  <a:pt x="674329" y="4446106"/>
                  <a:pt x="702199" y="4417027"/>
                  <a:pt x="702199" y="4381156"/>
                </a:cubicBezTo>
                <a:cubicBezTo>
                  <a:pt x="702199" y="4345285"/>
                  <a:pt x="674329" y="4316206"/>
                  <a:pt x="639949" y="431620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4D272849-9DEE-FB2C-00F5-A8497A301D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81552B57-B992-F6BD-8537-41D5BB74071A}"/>
              </a:ext>
            </a:extLst>
          </p:cNvPr>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2C17E29-B963-C073-629D-2838A2BBB02D}"/>
              </a:ext>
            </a:extLst>
          </p:cNvPr>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a:extLst>
              <a:ext uri="{FF2B5EF4-FFF2-40B4-BE49-F238E27FC236}">
                <a16:creationId xmlns:a16="http://schemas.microsoft.com/office/drawing/2014/main" id="{B05B10E6-00B1-8084-B216-A48CF55A01EA}"/>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69F2650E-D416-9406-51A3-C34411A45883}"/>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CD7DA3A0-B1F6-997B-CEF5-919C8DC635A1}"/>
              </a:ext>
            </a:extLst>
          </p:cNvPr>
          <p:cNvSpPr txBox="1"/>
          <p:nvPr/>
        </p:nvSpPr>
        <p:spPr>
          <a:xfrm>
            <a:off x="666532" y="4269345"/>
            <a:ext cx="5642100" cy="135417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lvl="0"/>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a:t>
            </a:r>
            <a:r>
              <a:rPr lang="ja-JP" alt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受けるため、テスト印刷を推奨します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472642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7D955A5-57E5-5C3E-03AC-444BEB64E08D}"/>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12731763-E121-1A4C-9B0F-40AEB82BCBEE}"/>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B83A0BB2-4289-E260-9C09-349CB557C731}"/>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9157 h 9144000"/>
              <a:gd name="csX9" fmla="*/ 594999 w 6858000"/>
              <a:gd name="csY9" fmla="*/ 7024107 h 9144000"/>
              <a:gd name="csX10" fmla="*/ 657249 w 6858000"/>
              <a:gd name="csY10" fmla="*/ 7089057 h 9144000"/>
              <a:gd name="csX11" fmla="*/ 719499 w 6858000"/>
              <a:gd name="csY11" fmla="*/ 7024107 h 9144000"/>
              <a:gd name="csX12" fmla="*/ 657249 w 6858000"/>
              <a:gd name="csY12" fmla="*/ 6959157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9157"/>
                </a:moveTo>
                <a:cubicBezTo>
                  <a:pt x="622869" y="6959157"/>
                  <a:pt x="594999" y="6988236"/>
                  <a:pt x="594999" y="7024107"/>
                </a:cubicBezTo>
                <a:cubicBezTo>
                  <a:pt x="594999" y="7059978"/>
                  <a:pt x="622869" y="7089057"/>
                  <a:pt x="657249" y="7089057"/>
                </a:cubicBezTo>
                <a:cubicBezTo>
                  <a:pt x="691629" y="7089057"/>
                  <a:pt x="719499" y="7059978"/>
                  <a:pt x="719499" y="7024107"/>
                </a:cubicBezTo>
                <a:cubicBezTo>
                  <a:pt x="719499" y="6988236"/>
                  <a:pt x="691629" y="6959157"/>
                  <a:pt x="657249" y="6959157"/>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31899DA-8B8C-8ED5-65EF-C77B97781551}"/>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9CAC8942-2439-6445-5217-A5CC5A0B1E2E}"/>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6F8C76CA-0DA9-5496-1D2F-FCB891F8827B}"/>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a:extLst>
              <a:ext uri="{FF2B5EF4-FFF2-40B4-BE49-F238E27FC236}">
                <a16:creationId xmlns:a16="http://schemas.microsoft.com/office/drawing/2014/main" id="{80FB70D5-8B7C-36C7-8BA9-ED5C3588EEB2}"/>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a:extLst>
              <a:ext uri="{FF2B5EF4-FFF2-40B4-BE49-F238E27FC236}">
                <a16:creationId xmlns:a16="http://schemas.microsoft.com/office/drawing/2014/main" id="{97AEB27C-99CF-799C-5420-751FA0DC1692}"/>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5D9BC887-7907-103F-2B10-94E0586BBCD7}"/>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E1E2CE23-D115-92A5-12ED-86326FE4254C}"/>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410092FB-0DD6-E5E3-8362-AAABBEDC8632}"/>
              </a:ext>
            </a:extLst>
          </p:cNvPr>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343881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F0F2A6F6-6330-ECA7-5159-57DD528FE01C}"/>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74E7E149-E36A-8763-2298-8C3F9C64FF39}"/>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7A3295ED-AB35-2080-78EE-9996633FFE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28797124-C62F-BEC5-0C43-3ACCD75325AD}"/>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A925BD67-902F-7AAC-D1F1-81CE68FCFB0E}"/>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a:extLst>
              <a:ext uri="{FF2B5EF4-FFF2-40B4-BE49-F238E27FC236}">
                <a16:creationId xmlns:a16="http://schemas.microsoft.com/office/drawing/2014/main" id="{9BD7F315-0030-291A-6D9D-E12891778E03}"/>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a:extLst>
              <a:ext uri="{FF2B5EF4-FFF2-40B4-BE49-F238E27FC236}">
                <a16:creationId xmlns:a16="http://schemas.microsoft.com/office/drawing/2014/main" id="{A6E8EFC7-20D7-1EDC-35D8-ACF8D48CF14F}"/>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586AA613-ACB5-7D8B-CD7D-1B4D26E2D1B9}"/>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3997505F-9366-0413-DA5B-43C234B12413}"/>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855218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AB1AE13C-C3F9-90E3-BCD0-D3D54E172A0B}"/>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7080EC57-8219-A393-0C69-31F45976CD5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F4F1904A-DB78-AF7B-F0B9-54A5E92F3B4C}"/>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11CA049A-5E6A-C604-C758-88D00D59A5FE}"/>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D7153B77-2CF8-111C-1726-539CA278A5A5}"/>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6D477597-7344-C528-FEF9-BC377C3B8BEB}"/>
              </a:ext>
            </a:extLst>
          </p:cNvPr>
          <p:cNvSpPr txBox="1"/>
          <p:nvPr/>
        </p:nvSpPr>
        <p:spPr>
          <a:xfrm>
            <a:off x="672860" y="3162690"/>
            <a:ext cx="5649600" cy="723235"/>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a:p>
            <a:pPr lvl="0"/>
            <a:endParaRPr dirty="0">
              <a:latin typeface="IBM Plex Sans JP" panose="020B0503050203000203" pitchFamily="50" charset="-128"/>
              <a:ea typeface="IBM Plex Sans JP" panose="020B0503050203000203" pitchFamily="50" charset="-128"/>
            </a:endParaRPr>
          </a:p>
        </p:txBody>
      </p:sp>
      <p:sp>
        <p:nvSpPr>
          <p:cNvPr id="240" name="Google Shape;240;p19">
            <a:extLst>
              <a:ext uri="{FF2B5EF4-FFF2-40B4-BE49-F238E27FC236}">
                <a16:creationId xmlns:a16="http://schemas.microsoft.com/office/drawing/2014/main" id="{4157A92B-42B5-C679-0977-F8D3D9700035}"/>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2" name="Google Shape;242;p19">
            <a:extLst>
              <a:ext uri="{FF2B5EF4-FFF2-40B4-BE49-F238E27FC236}">
                <a16:creationId xmlns:a16="http://schemas.microsoft.com/office/drawing/2014/main" id="{784581A8-DE9F-8259-A9B8-B0E19F08C830}"/>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042D7969-FF8C-8843-29CD-F416F7F3E403}"/>
              </a:ext>
            </a:extLst>
          </p:cNvPr>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277891617"/>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1371</Words>
  <Application>Microsoft Office PowerPoint</Application>
  <PresentationFormat>画面に合わせる (4:3)</PresentationFormat>
  <Paragraphs>229</Paragraphs>
  <Slides>13</Slides>
  <Notes>13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IBM Plex Sans JP</vt:lpstr>
      <vt:lpstr>Play</vt:lpstr>
      <vt:lpstr>Segoe UI Semibold</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7</cp:revision>
  <cp:lastPrinted>2026-09-16T03:26:12Z</cp:lastPrinted>
  <dcterms:modified xsi:type="dcterms:W3CDTF">2026-09-16T03:26:25Z</dcterms:modified>
</cp:coreProperties>
</file>
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Lst>
  <p:sldSz cy="9144000" cx="6858000"/>
  <p:notesSz cx="7104050" cy="10234600"/>
  <p:embeddedFontLst>
    <p:embeddedFont>
      <p:font typeface="Play"/>
      <p:regular r:id="rId10"/>
      <p:bold r:id="rId11"/>
    </p:embeddedFont>
    <p:embeddedFont>
      <p:font typeface="Quattrocento Sans"/>
      <p:regular r:id="rId12"/>
      <p:bold r:id="rId13"/>
      <p:italic r:id="rId14"/>
      <p:boldItalic r:id="rId15"/>
    </p:embeddedFont>
    <p:embeddedFont>
      <p:font typeface="IBM Plex Sans JP SemiBold"/>
      <p:regular r:id="rId16"/>
      <p:bold r:id="rId17"/>
    </p:embeddedFont>
    <p:embeddedFont>
      <p:font typeface="IBM Plex Sans JP"/>
      <p:regular r:id="rId18"/>
      <p:bold r:id="rId1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1" Type="http://schemas.openxmlformats.org/officeDocument/2006/relationships/font" Target="fonts/Play-bold.fntdata"/><Relationship Id="rId10" Type="http://schemas.openxmlformats.org/officeDocument/2006/relationships/font" Target="fonts/Play-regular.fntdata"/><Relationship Id="rId13" Type="http://schemas.openxmlformats.org/officeDocument/2006/relationships/font" Target="fonts/QuattrocentoSans-bold.fntdata"/><Relationship Id="rId12" Type="http://schemas.openxmlformats.org/officeDocument/2006/relationships/font" Target="fonts/QuattrocentoSans-regular.fntdata"/><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font" Target="fonts/QuattrocentoSans-boldItalic.fntdata"/><Relationship Id="rId14" Type="http://schemas.openxmlformats.org/officeDocument/2006/relationships/font" Target="fonts/QuattrocentoSans-italic.fntdata"/><Relationship Id="rId17" Type="http://schemas.openxmlformats.org/officeDocument/2006/relationships/font" Target="fonts/IBMPlexSansJPSemiBold-bold.fntdata"/><Relationship Id="rId16" Type="http://schemas.openxmlformats.org/officeDocument/2006/relationships/font" Target="fonts/IBMPlexSansJPSemiBold-regular.fntdata"/><Relationship Id="rId5" Type="http://schemas.openxmlformats.org/officeDocument/2006/relationships/slide" Target="slides/slide1.xml"/><Relationship Id="rId19" Type="http://schemas.openxmlformats.org/officeDocument/2006/relationships/font" Target="fonts/IBMPlexSansJP-bold.fntdata"/><Relationship Id="rId6" Type="http://schemas.openxmlformats.org/officeDocument/2006/relationships/slide" Target="slides/slide2.xml"/><Relationship Id="rId18" Type="http://schemas.openxmlformats.org/officeDocument/2006/relationships/font" Target="fonts/IBMPlexSansJP-regular.fntdata"/><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84225" y="767575"/>
            <a:ext cx="4736250" cy="383797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710400" y="4861425"/>
            <a:ext cx="5683225" cy="460555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txBox="1"/>
          <p:nvPr>
            <p:ph idx="1" type="body"/>
          </p:nvPr>
        </p:nvSpPr>
        <p:spPr>
          <a:xfrm>
            <a:off x="710400" y="4861425"/>
            <a:ext cx="5683225" cy="460555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1:notes"/>
          <p:cNvSpPr/>
          <p:nvPr>
            <p:ph idx="2" type="sldImg"/>
          </p:nvPr>
        </p:nvSpPr>
        <p:spPr>
          <a:xfrm>
            <a:off x="1184225" y="767575"/>
            <a:ext cx="4736250" cy="3837975"/>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p2:notes"/>
          <p:cNvSpPr txBox="1"/>
          <p:nvPr>
            <p:ph idx="1" type="body"/>
          </p:nvPr>
        </p:nvSpPr>
        <p:spPr>
          <a:xfrm>
            <a:off x="710400" y="4861425"/>
            <a:ext cx="5683225" cy="460555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7" name="Google Shape;97;p2:notes"/>
          <p:cNvSpPr/>
          <p:nvPr>
            <p:ph idx="2" type="sldImg"/>
          </p:nvPr>
        </p:nvSpPr>
        <p:spPr>
          <a:xfrm>
            <a:off x="1184225" y="767575"/>
            <a:ext cx="4736250" cy="3837975"/>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3:notes"/>
          <p:cNvSpPr txBox="1"/>
          <p:nvPr>
            <p:ph idx="1" type="body"/>
          </p:nvPr>
        </p:nvSpPr>
        <p:spPr>
          <a:xfrm>
            <a:off x="710400" y="4861425"/>
            <a:ext cx="5683225" cy="460555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0" name="Google Shape;130;p3:notes"/>
          <p:cNvSpPr/>
          <p:nvPr>
            <p:ph idx="2" type="sldImg"/>
          </p:nvPr>
        </p:nvSpPr>
        <p:spPr>
          <a:xfrm>
            <a:off x="1184225" y="767575"/>
            <a:ext cx="4736250" cy="3837975"/>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p4:notes"/>
          <p:cNvSpPr txBox="1"/>
          <p:nvPr>
            <p:ph idx="1" type="body"/>
          </p:nvPr>
        </p:nvSpPr>
        <p:spPr>
          <a:xfrm>
            <a:off x="710400" y="4861425"/>
            <a:ext cx="5683225" cy="460555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2" name="Google Shape;152;p4:notes"/>
          <p:cNvSpPr/>
          <p:nvPr>
            <p:ph idx="2" type="sldImg"/>
          </p:nvPr>
        </p:nvSpPr>
        <p:spPr>
          <a:xfrm>
            <a:off x="1184225" y="767575"/>
            <a:ext cx="4736250" cy="3837975"/>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 name="Shape 175"/>
        <p:cNvGrpSpPr/>
        <p:nvPr/>
      </p:nvGrpSpPr>
      <p:grpSpPr>
        <a:xfrm>
          <a:off x="0" y="0"/>
          <a:ext cx="0" cy="0"/>
          <a:chOff x="0" y="0"/>
          <a:chExt cx="0" cy="0"/>
        </a:xfrm>
      </p:grpSpPr>
      <p:sp>
        <p:nvSpPr>
          <p:cNvPr id="176" name="Google Shape;176;p5:notes"/>
          <p:cNvSpPr txBox="1"/>
          <p:nvPr>
            <p:ph idx="1" type="body"/>
          </p:nvPr>
        </p:nvSpPr>
        <p:spPr>
          <a:xfrm>
            <a:off x="710400" y="4861425"/>
            <a:ext cx="5683225" cy="460555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77" name="Google Shape;177;p5:notes"/>
          <p:cNvSpPr/>
          <p:nvPr>
            <p:ph idx="2" type="sldImg"/>
          </p:nvPr>
        </p:nvSpPr>
        <p:spPr>
          <a:xfrm>
            <a:off x="1184225" y="767575"/>
            <a:ext cx="4736250" cy="3837975"/>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タイトル スライド" type="title">
  <p:cSld name="TITLE">
    <p:spTree>
      <p:nvGrpSpPr>
        <p:cNvPr id="11" name="Shape 11"/>
        <p:cNvGrpSpPr/>
        <p:nvPr/>
      </p:nvGrpSpPr>
      <p:grpSpPr>
        <a:xfrm>
          <a:off x="0" y="0"/>
          <a:ext cx="0" cy="0"/>
          <a:chOff x="0" y="0"/>
          <a:chExt cx="0" cy="0"/>
        </a:xfrm>
      </p:grpSpPr>
      <p:sp>
        <p:nvSpPr>
          <p:cNvPr id="12" name="Google Shape;12;p2"/>
          <p:cNvSpPr txBox="1"/>
          <p:nvPr>
            <p:ph type="ctrTitle"/>
          </p:nvPr>
        </p:nvSpPr>
        <p:spPr>
          <a:xfrm>
            <a:off x="514350" y="1496484"/>
            <a:ext cx="5829300" cy="3183467"/>
          </a:xfrm>
          <a:prstGeom prst="rect">
            <a:avLst/>
          </a:prstGeom>
          <a:noFill/>
          <a:ln>
            <a:noFill/>
          </a:ln>
        </p:spPr>
        <p:txBody>
          <a:bodyPr anchorCtr="0" anchor="b" bIns="45700" lIns="91425" spcFirstLastPara="1" rIns="91425" wrap="square" tIns="45700">
            <a:normAutofit/>
          </a:bodyPr>
          <a:lstStyle>
            <a:lvl1pPr lvl="0" algn="ctr">
              <a:lnSpc>
                <a:spcPct val="90000"/>
              </a:lnSpc>
              <a:spcBef>
                <a:spcPts val="0"/>
              </a:spcBef>
              <a:spcAft>
                <a:spcPts val="0"/>
              </a:spcAft>
              <a:buClr>
                <a:schemeClr val="dk1"/>
              </a:buClr>
              <a:buSzPts val="4500"/>
              <a:buFont typeface="Play"/>
              <a:buNone/>
              <a:defRPr sz="45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3" name="Google Shape;13;p2"/>
          <p:cNvSpPr txBox="1"/>
          <p:nvPr>
            <p:ph idx="1" type="subTitle"/>
          </p:nvPr>
        </p:nvSpPr>
        <p:spPr>
          <a:xfrm>
            <a:off x="857250" y="4802717"/>
            <a:ext cx="5143500" cy="2207683"/>
          </a:xfrm>
          <a:prstGeom prst="rect">
            <a:avLst/>
          </a:prstGeom>
          <a:noFill/>
          <a:ln>
            <a:noFill/>
          </a:ln>
        </p:spPr>
        <p:txBody>
          <a:bodyPr anchorCtr="0" anchor="t" bIns="45700" lIns="91425" spcFirstLastPara="1" rIns="91425" wrap="square" tIns="45700">
            <a:normAutofit/>
          </a:bodyPr>
          <a:lstStyle>
            <a:lvl1pPr lvl="0" algn="ctr">
              <a:lnSpc>
                <a:spcPct val="90000"/>
              </a:lnSpc>
              <a:spcBef>
                <a:spcPts val="750"/>
              </a:spcBef>
              <a:spcAft>
                <a:spcPts val="0"/>
              </a:spcAft>
              <a:buClr>
                <a:schemeClr val="dk1"/>
              </a:buClr>
              <a:buSzPts val="1800"/>
              <a:buNone/>
              <a:defRPr sz="1800"/>
            </a:lvl1pPr>
            <a:lvl2pPr lvl="1" algn="ctr">
              <a:lnSpc>
                <a:spcPct val="90000"/>
              </a:lnSpc>
              <a:spcBef>
                <a:spcPts val="375"/>
              </a:spcBef>
              <a:spcAft>
                <a:spcPts val="0"/>
              </a:spcAft>
              <a:buClr>
                <a:schemeClr val="dk1"/>
              </a:buClr>
              <a:buSzPts val="1500"/>
              <a:buNone/>
              <a:defRPr sz="1500"/>
            </a:lvl2pPr>
            <a:lvl3pPr lvl="2" algn="ctr">
              <a:lnSpc>
                <a:spcPct val="90000"/>
              </a:lnSpc>
              <a:spcBef>
                <a:spcPts val="375"/>
              </a:spcBef>
              <a:spcAft>
                <a:spcPts val="0"/>
              </a:spcAft>
              <a:buClr>
                <a:schemeClr val="dk1"/>
              </a:buClr>
              <a:buSzPts val="1350"/>
              <a:buNone/>
              <a:defRPr sz="1350"/>
            </a:lvl3pPr>
            <a:lvl4pPr lvl="3" algn="ctr">
              <a:lnSpc>
                <a:spcPct val="90000"/>
              </a:lnSpc>
              <a:spcBef>
                <a:spcPts val="375"/>
              </a:spcBef>
              <a:spcAft>
                <a:spcPts val="0"/>
              </a:spcAft>
              <a:buClr>
                <a:schemeClr val="dk1"/>
              </a:buClr>
              <a:buSzPts val="1200"/>
              <a:buNone/>
              <a:defRPr sz="1200"/>
            </a:lvl4pPr>
            <a:lvl5pPr lvl="4" algn="ctr">
              <a:lnSpc>
                <a:spcPct val="90000"/>
              </a:lnSpc>
              <a:spcBef>
                <a:spcPts val="375"/>
              </a:spcBef>
              <a:spcAft>
                <a:spcPts val="0"/>
              </a:spcAft>
              <a:buClr>
                <a:schemeClr val="dk1"/>
              </a:buClr>
              <a:buSzPts val="1200"/>
              <a:buNone/>
              <a:defRPr sz="1200"/>
            </a:lvl5pPr>
            <a:lvl6pPr lvl="5" algn="ctr">
              <a:lnSpc>
                <a:spcPct val="90000"/>
              </a:lnSpc>
              <a:spcBef>
                <a:spcPts val="375"/>
              </a:spcBef>
              <a:spcAft>
                <a:spcPts val="0"/>
              </a:spcAft>
              <a:buClr>
                <a:schemeClr val="dk1"/>
              </a:buClr>
              <a:buSzPts val="1200"/>
              <a:buNone/>
              <a:defRPr sz="1200"/>
            </a:lvl6pPr>
            <a:lvl7pPr lvl="6" algn="ctr">
              <a:lnSpc>
                <a:spcPct val="90000"/>
              </a:lnSpc>
              <a:spcBef>
                <a:spcPts val="375"/>
              </a:spcBef>
              <a:spcAft>
                <a:spcPts val="0"/>
              </a:spcAft>
              <a:buClr>
                <a:schemeClr val="dk1"/>
              </a:buClr>
              <a:buSzPts val="1200"/>
              <a:buNone/>
              <a:defRPr sz="1200"/>
            </a:lvl7pPr>
            <a:lvl8pPr lvl="7" algn="ctr">
              <a:lnSpc>
                <a:spcPct val="90000"/>
              </a:lnSpc>
              <a:spcBef>
                <a:spcPts val="375"/>
              </a:spcBef>
              <a:spcAft>
                <a:spcPts val="0"/>
              </a:spcAft>
              <a:buClr>
                <a:schemeClr val="dk1"/>
              </a:buClr>
              <a:buSzPts val="1200"/>
              <a:buNone/>
              <a:defRPr sz="1200"/>
            </a:lvl8pPr>
            <a:lvl9pPr lvl="8" algn="ctr">
              <a:lnSpc>
                <a:spcPct val="90000"/>
              </a:lnSpc>
              <a:spcBef>
                <a:spcPts val="375"/>
              </a:spcBef>
              <a:spcAft>
                <a:spcPts val="0"/>
              </a:spcAft>
              <a:buClr>
                <a:schemeClr val="dk1"/>
              </a:buClr>
              <a:buSzPts val="1200"/>
              <a:buNone/>
              <a:defRPr sz="1200"/>
            </a:lvl9pPr>
          </a:lstStyle>
          <a:p/>
        </p:txBody>
      </p:sp>
      <p:sp>
        <p:nvSpPr>
          <p:cNvPr id="14" name="Google Shape;14;p2"/>
          <p:cNvSpPr txBox="1"/>
          <p:nvPr>
            <p:ph idx="10" type="dt"/>
          </p:nvPr>
        </p:nvSpPr>
        <p:spPr>
          <a:xfrm>
            <a:off x="471488" y="8475136"/>
            <a:ext cx="1543050" cy="486833"/>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5" name="Google Shape;15;p2"/>
          <p:cNvSpPr txBox="1"/>
          <p:nvPr>
            <p:ph idx="11" type="ftr"/>
          </p:nvPr>
        </p:nvSpPr>
        <p:spPr>
          <a:xfrm>
            <a:off x="2271713" y="8475136"/>
            <a:ext cx="2314575" cy="486833"/>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6" name="Google Shape;16;p2"/>
          <p:cNvSpPr txBox="1"/>
          <p:nvPr>
            <p:ph idx="12" type="sldNum"/>
          </p:nvPr>
        </p:nvSpPr>
        <p:spPr>
          <a:xfrm>
            <a:off x="4843463" y="8475136"/>
            <a:ext cx="1543050" cy="486833"/>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タイトルとコンテンツ" type="obj">
  <p:cSld name="OBJECT">
    <p:spTree>
      <p:nvGrpSpPr>
        <p:cNvPr id="17" name="Shape 17"/>
        <p:cNvGrpSpPr/>
        <p:nvPr/>
      </p:nvGrpSpPr>
      <p:grpSpPr>
        <a:xfrm>
          <a:off x="0" y="0"/>
          <a:ext cx="0" cy="0"/>
          <a:chOff x="0" y="0"/>
          <a:chExt cx="0" cy="0"/>
        </a:xfrm>
      </p:grpSpPr>
      <p:sp>
        <p:nvSpPr>
          <p:cNvPr id="18" name="Google Shape;18;p3"/>
          <p:cNvSpPr txBox="1"/>
          <p:nvPr>
            <p:ph type="title"/>
          </p:nvPr>
        </p:nvSpPr>
        <p:spPr>
          <a:xfrm>
            <a:off x="471488" y="486836"/>
            <a:ext cx="5915025" cy="1767417"/>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9" name="Google Shape;19;p3"/>
          <p:cNvSpPr txBox="1"/>
          <p:nvPr>
            <p:ph idx="1" type="body"/>
          </p:nvPr>
        </p:nvSpPr>
        <p:spPr>
          <a:xfrm>
            <a:off x="471488" y="2434167"/>
            <a:ext cx="5915025" cy="5801784"/>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750"/>
              </a:spcBef>
              <a:spcAft>
                <a:spcPts val="0"/>
              </a:spcAft>
              <a:buClr>
                <a:schemeClr val="dk1"/>
              </a:buClr>
              <a:buSzPts val="1800"/>
              <a:buChar char="•"/>
              <a:defRPr/>
            </a:lvl1pPr>
            <a:lvl2pPr indent="-342900" lvl="1" marL="914400" algn="l">
              <a:lnSpc>
                <a:spcPct val="90000"/>
              </a:lnSpc>
              <a:spcBef>
                <a:spcPts val="375"/>
              </a:spcBef>
              <a:spcAft>
                <a:spcPts val="0"/>
              </a:spcAft>
              <a:buClr>
                <a:schemeClr val="dk1"/>
              </a:buClr>
              <a:buSzPts val="1800"/>
              <a:buChar char="•"/>
              <a:defRPr/>
            </a:lvl2pPr>
            <a:lvl3pPr indent="-342900" lvl="2" marL="1371600" algn="l">
              <a:lnSpc>
                <a:spcPct val="90000"/>
              </a:lnSpc>
              <a:spcBef>
                <a:spcPts val="375"/>
              </a:spcBef>
              <a:spcAft>
                <a:spcPts val="0"/>
              </a:spcAft>
              <a:buClr>
                <a:schemeClr val="dk1"/>
              </a:buClr>
              <a:buSzPts val="1800"/>
              <a:buChar char="•"/>
              <a:defRPr/>
            </a:lvl3pPr>
            <a:lvl4pPr indent="-342900" lvl="3" marL="1828800" algn="l">
              <a:lnSpc>
                <a:spcPct val="90000"/>
              </a:lnSpc>
              <a:spcBef>
                <a:spcPts val="375"/>
              </a:spcBef>
              <a:spcAft>
                <a:spcPts val="0"/>
              </a:spcAft>
              <a:buClr>
                <a:schemeClr val="dk1"/>
              </a:buClr>
              <a:buSzPts val="1800"/>
              <a:buChar char="•"/>
              <a:defRPr/>
            </a:lvl4pPr>
            <a:lvl5pPr indent="-342900" lvl="4" marL="2286000" algn="l">
              <a:lnSpc>
                <a:spcPct val="90000"/>
              </a:lnSpc>
              <a:spcBef>
                <a:spcPts val="375"/>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20" name="Google Shape;20;p3"/>
          <p:cNvSpPr txBox="1"/>
          <p:nvPr>
            <p:ph idx="10" type="dt"/>
          </p:nvPr>
        </p:nvSpPr>
        <p:spPr>
          <a:xfrm>
            <a:off x="471488" y="8475136"/>
            <a:ext cx="1543050" cy="486833"/>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3"/>
          <p:cNvSpPr txBox="1"/>
          <p:nvPr>
            <p:ph idx="11" type="ftr"/>
          </p:nvPr>
        </p:nvSpPr>
        <p:spPr>
          <a:xfrm>
            <a:off x="2271713" y="8475136"/>
            <a:ext cx="2314575" cy="486833"/>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2" name="Google Shape;22;p3"/>
          <p:cNvSpPr txBox="1"/>
          <p:nvPr>
            <p:ph idx="12" type="sldNum"/>
          </p:nvPr>
        </p:nvSpPr>
        <p:spPr>
          <a:xfrm>
            <a:off x="4843463" y="8475136"/>
            <a:ext cx="1543050" cy="486833"/>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セクション見出し" type="secHead">
  <p:cSld name="SECTION_HEADER">
    <p:spTree>
      <p:nvGrpSpPr>
        <p:cNvPr id="23" name="Shape 23"/>
        <p:cNvGrpSpPr/>
        <p:nvPr/>
      </p:nvGrpSpPr>
      <p:grpSpPr>
        <a:xfrm>
          <a:off x="0" y="0"/>
          <a:ext cx="0" cy="0"/>
          <a:chOff x="0" y="0"/>
          <a:chExt cx="0" cy="0"/>
        </a:xfrm>
      </p:grpSpPr>
      <p:sp>
        <p:nvSpPr>
          <p:cNvPr id="24" name="Google Shape;24;p4"/>
          <p:cNvSpPr txBox="1"/>
          <p:nvPr>
            <p:ph type="title"/>
          </p:nvPr>
        </p:nvSpPr>
        <p:spPr>
          <a:xfrm>
            <a:off x="467916" y="2279653"/>
            <a:ext cx="5915025" cy="3803649"/>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4500"/>
              <a:buFont typeface="Play"/>
              <a:buNone/>
              <a:defRPr sz="45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5" name="Google Shape;25;p4"/>
          <p:cNvSpPr txBox="1"/>
          <p:nvPr>
            <p:ph idx="1" type="body"/>
          </p:nvPr>
        </p:nvSpPr>
        <p:spPr>
          <a:xfrm>
            <a:off x="467916" y="6119286"/>
            <a:ext cx="5915025" cy="2000249"/>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750"/>
              </a:spcBef>
              <a:spcAft>
                <a:spcPts val="0"/>
              </a:spcAft>
              <a:buClr>
                <a:srgbClr val="757575"/>
              </a:buClr>
              <a:buSzPts val="1800"/>
              <a:buNone/>
              <a:defRPr sz="1800">
                <a:solidFill>
                  <a:srgbClr val="757575"/>
                </a:solidFill>
              </a:defRPr>
            </a:lvl1pPr>
            <a:lvl2pPr indent="-228600" lvl="1" marL="914400" algn="l">
              <a:lnSpc>
                <a:spcPct val="90000"/>
              </a:lnSpc>
              <a:spcBef>
                <a:spcPts val="375"/>
              </a:spcBef>
              <a:spcAft>
                <a:spcPts val="0"/>
              </a:spcAft>
              <a:buClr>
                <a:srgbClr val="757575"/>
              </a:buClr>
              <a:buSzPts val="1500"/>
              <a:buNone/>
              <a:defRPr sz="1500">
                <a:solidFill>
                  <a:srgbClr val="757575"/>
                </a:solidFill>
              </a:defRPr>
            </a:lvl2pPr>
            <a:lvl3pPr indent="-228600" lvl="2" marL="1371600" algn="l">
              <a:lnSpc>
                <a:spcPct val="90000"/>
              </a:lnSpc>
              <a:spcBef>
                <a:spcPts val="375"/>
              </a:spcBef>
              <a:spcAft>
                <a:spcPts val="0"/>
              </a:spcAft>
              <a:buClr>
                <a:srgbClr val="757575"/>
              </a:buClr>
              <a:buSzPts val="1350"/>
              <a:buNone/>
              <a:defRPr sz="1350">
                <a:solidFill>
                  <a:srgbClr val="757575"/>
                </a:solidFill>
              </a:defRPr>
            </a:lvl3pPr>
            <a:lvl4pPr indent="-228600" lvl="3" marL="1828800" algn="l">
              <a:lnSpc>
                <a:spcPct val="90000"/>
              </a:lnSpc>
              <a:spcBef>
                <a:spcPts val="375"/>
              </a:spcBef>
              <a:spcAft>
                <a:spcPts val="0"/>
              </a:spcAft>
              <a:buClr>
                <a:srgbClr val="757575"/>
              </a:buClr>
              <a:buSzPts val="1200"/>
              <a:buNone/>
              <a:defRPr sz="1200">
                <a:solidFill>
                  <a:srgbClr val="757575"/>
                </a:solidFill>
              </a:defRPr>
            </a:lvl4pPr>
            <a:lvl5pPr indent="-228600" lvl="4" marL="2286000" algn="l">
              <a:lnSpc>
                <a:spcPct val="90000"/>
              </a:lnSpc>
              <a:spcBef>
                <a:spcPts val="375"/>
              </a:spcBef>
              <a:spcAft>
                <a:spcPts val="0"/>
              </a:spcAft>
              <a:buClr>
                <a:srgbClr val="757575"/>
              </a:buClr>
              <a:buSzPts val="1200"/>
              <a:buNone/>
              <a:defRPr sz="1200">
                <a:solidFill>
                  <a:srgbClr val="757575"/>
                </a:solidFill>
              </a:defRPr>
            </a:lvl5pPr>
            <a:lvl6pPr indent="-228600" lvl="5" marL="2743200" algn="l">
              <a:lnSpc>
                <a:spcPct val="90000"/>
              </a:lnSpc>
              <a:spcBef>
                <a:spcPts val="375"/>
              </a:spcBef>
              <a:spcAft>
                <a:spcPts val="0"/>
              </a:spcAft>
              <a:buClr>
                <a:srgbClr val="757575"/>
              </a:buClr>
              <a:buSzPts val="1200"/>
              <a:buNone/>
              <a:defRPr sz="1200">
                <a:solidFill>
                  <a:srgbClr val="757575"/>
                </a:solidFill>
              </a:defRPr>
            </a:lvl6pPr>
            <a:lvl7pPr indent="-228600" lvl="6" marL="3200400" algn="l">
              <a:lnSpc>
                <a:spcPct val="90000"/>
              </a:lnSpc>
              <a:spcBef>
                <a:spcPts val="375"/>
              </a:spcBef>
              <a:spcAft>
                <a:spcPts val="0"/>
              </a:spcAft>
              <a:buClr>
                <a:srgbClr val="757575"/>
              </a:buClr>
              <a:buSzPts val="1200"/>
              <a:buNone/>
              <a:defRPr sz="1200">
                <a:solidFill>
                  <a:srgbClr val="757575"/>
                </a:solidFill>
              </a:defRPr>
            </a:lvl7pPr>
            <a:lvl8pPr indent="-228600" lvl="7" marL="3657600" algn="l">
              <a:lnSpc>
                <a:spcPct val="90000"/>
              </a:lnSpc>
              <a:spcBef>
                <a:spcPts val="375"/>
              </a:spcBef>
              <a:spcAft>
                <a:spcPts val="0"/>
              </a:spcAft>
              <a:buClr>
                <a:srgbClr val="757575"/>
              </a:buClr>
              <a:buSzPts val="1200"/>
              <a:buNone/>
              <a:defRPr sz="1200">
                <a:solidFill>
                  <a:srgbClr val="757575"/>
                </a:solidFill>
              </a:defRPr>
            </a:lvl8pPr>
            <a:lvl9pPr indent="-228600" lvl="8" marL="4114800" algn="l">
              <a:lnSpc>
                <a:spcPct val="90000"/>
              </a:lnSpc>
              <a:spcBef>
                <a:spcPts val="375"/>
              </a:spcBef>
              <a:spcAft>
                <a:spcPts val="0"/>
              </a:spcAft>
              <a:buClr>
                <a:srgbClr val="757575"/>
              </a:buClr>
              <a:buSzPts val="1200"/>
              <a:buNone/>
              <a:defRPr sz="1200">
                <a:solidFill>
                  <a:srgbClr val="757575"/>
                </a:solidFill>
              </a:defRPr>
            </a:lvl9pPr>
          </a:lstStyle>
          <a:p/>
        </p:txBody>
      </p:sp>
      <p:sp>
        <p:nvSpPr>
          <p:cNvPr id="26" name="Google Shape;26;p4"/>
          <p:cNvSpPr txBox="1"/>
          <p:nvPr>
            <p:ph idx="10" type="dt"/>
          </p:nvPr>
        </p:nvSpPr>
        <p:spPr>
          <a:xfrm>
            <a:off x="471488" y="8475136"/>
            <a:ext cx="1543050" cy="486833"/>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7" name="Google Shape;27;p4"/>
          <p:cNvSpPr txBox="1"/>
          <p:nvPr>
            <p:ph idx="11" type="ftr"/>
          </p:nvPr>
        </p:nvSpPr>
        <p:spPr>
          <a:xfrm>
            <a:off x="2271713" y="8475136"/>
            <a:ext cx="2314575" cy="486833"/>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4"/>
          <p:cNvSpPr txBox="1"/>
          <p:nvPr>
            <p:ph idx="12" type="sldNum"/>
          </p:nvPr>
        </p:nvSpPr>
        <p:spPr>
          <a:xfrm>
            <a:off x="4843463" y="8475136"/>
            <a:ext cx="1543050" cy="486833"/>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 つのコンテンツ" type="twoObj">
  <p:cSld name="TWO_OBJECTS">
    <p:spTree>
      <p:nvGrpSpPr>
        <p:cNvPr id="29" name="Shape 29"/>
        <p:cNvGrpSpPr/>
        <p:nvPr/>
      </p:nvGrpSpPr>
      <p:grpSpPr>
        <a:xfrm>
          <a:off x="0" y="0"/>
          <a:ext cx="0" cy="0"/>
          <a:chOff x="0" y="0"/>
          <a:chExt cx="0" cy="0"/>
        </a:xfrm>
      </p:grpSpPr>
      <p:sp>
        <p:nvSpPr>
          <p:cNvPr id="30" name="Google Shape;30;p5"/>
          <p:cNvSpPr txBox="1"/>
          <p:nvPr>
            <p:ph type="title"/>
          </p:nvPr>
        </p:nvSpPr>
        <p:spPr>
          <a:xfrm>
            <a:off x="471488" y="486836"/>
            <a:ext cx="5915025" cy="1767417"/>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1" name="Google Shape;31;p5"/>
          <p:cNvSpPr txBox="1"/>
          <p:nvPr>
            <p:ph idx="1" type="body"/>
          </p:nvPr>
        </p:nvSpPr>
        <p:spPr>
          <a:xfrm>
            <a:off x="471488" y="2434167"/>
            <a:ext cx="2914650" cy="5801784"/>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750"/>
              </a:spcBef>
              <a:spcAft>
                <a:spcPts val="0"/>
              </a:spcAft>
              <a:buClr>
                <a:schemeClr val="dk1"/>
              </a:buClr>
              <a:buSzPts val="1800"/>
              <a:buChar char="•"/>
              <a:defRPr/>
            </a:lvl1pPr>
            <a:lvl2pPr indent="-342900" lvl="1" marL="914400" algn="l">
              <a:lnSpc>
                <a:spcPct val="90000"/>
              </a:lnSpc>
              <a:spcBef>
                <a:spcPts val="375"/>
              </a:spcBef>
              <a:spcAft>
                <a:spcPts val="0"/>
              </a:spcAft>
              <a:buClr>
                <a:schemeClr val="dk1"/>
              </a:buClr>
              <a:buSzPts val="1800"/>
              <a:buChar char="•"/>
              <a:defRPr/>
            </a:lvl2pPr>
            <a:lvl3pPr indent="-342900" lvl="2" marL="1371600" algn="l">
              <a:lnSpc>
                <a:spcPct val="90000"/>
              </a:lnSpc>
              <a:spcBef>
                <a:spcPts val="375"/>
              </a:spcBef>
              <a:spcAft>
                <a:spcPts val="0"/>
              </a:spcAft>
              <a:buClr>
                <a:schemeClr val="dk1"/>
              </a:buClr>
              <a:buSzPts val="1800"/>
              <a:buChar char="•"/>
              <a:defRPr/>
            </a:lvl3pPr>
            <a:lvl4pPr indent="-342900" lvl="3" marL="1828800" algn="l">
              <a:lnSpc>
                <a:spcPct val="90000"/>
              </a:lnSpc>
              <a:spcBef>
                <a:spcPts val="375"/>
              </a:spcBef>
              <a:spcAft>
                <a:spcPts val="0"/>
              </a:spcAft>
              <a:buClr>
                <a:schemeClr val="dk1"/>
              </a:buClr>
              <a:buSzPts val="1800"/>
              <a:buChar char="•"/>
              <a:defRPr/>
            </a:lvl4pPr>
            <a:lvl5pPr indent="-342900" lvl="4" marL="2286000" algn="l">
              <a:lnSpc>
                <a:spcPct val="90000"/>
              </a:lnSpc>
              <a:spcBef>
                <a:spcPts val="375"/>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32" name="Google Shape;32;p5"/>
          <p:cNvSpPr txBox="1"/>
          <p:nvPr>
            <p:ph idx="2" type="body"/>
          </p:nvPr>
        </p:nvSpPr>
        <p:spPr>
          <a:xfrm>
            <a:off x="3471863" y="2434167"/>
            <a:ext cx="2914650" cy="5801784"/>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750"/>
              </a:spcBef>
              <a:spcAft>
                <a:spcPts val="0"/>
              </a:spcAft>
              <a:buClr>
                <a:schemeClr val="dk1"/>
              </a:buClr>
              <a:buSzPts val="1800"/>
              <a:buChar char="•"/>
              <a:defRPr/>
            </a:lvl1pPr>
            <a:lvl2pPr indent="-342900" lvl="1" marL="914400" algn="l">
              <a:lnSpc>
                <a:spcPct val="90000"/>
              </a:lnSpc>
              <a:spcBef>
                <a:spcPts val="375"/>
              </a:spcBef>
              <a:spcAft>
                <a:spcPts val="0"/>
              </a:spcAft>
              <a:buClr>
                <a:schemeClr val="dk1"/>
              </a:buClr>
              <a:buSzPts val="1800"/>
              <a:buChar char="•"/>
              <a:defRPr/>
            </a:lvl2pPr>
            <a:lvl3pPr indent="-342900" lvl="2" marL="1371600" algn="l">
              <a:lnSpc>
                <a:spcPct val="90000"/>
              </a:lnSpc>
              <a:spcBef>
                <a:spcPts val="375"/>
              </a:spcBef>
              <a:spcAft>
                <a:spcPts val="0"/>
              </a:spcAft>
              <a:buClr>
                <a:schemeClr val="dk1"/>
              </a:buClr>
              <a:buSzPts val="1800"/>
              <a:buChar char="•"/>
              <a:defRPr/>
            </a:lvl3pPr>
            <a:lvl4pPr indent="-342900" lvl="3" marL="1828800" algn="l">
              <a:lnSpc>
                <a:spcPct val="90000"/>
              </a:lnSpc>
              <a:spcBef>
                <a:spcPts val="375"/>
              </a:spcBef>
              <a:spcAft>
                <a:spcPts val="0"/>
              </a:spcAft>
              <a:buClr>
                <a:schemeClr val="dk1"/>
              </a:buClr>
              <a:buSzPts val="1800"/>
              <a:buChar char="•"/>
              <a:defRPr/>
            </a:lvl4pPr>
            <a:lvl5pPr indent="-342900" lvl="4" marL="2286000" algn="l">
              <a:lnSpc>
                <a:spcPct val="90000"/>
              </a:lnSpc>
              <a:spcBef>
                <a:spcPts val="375"/>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33" name="Google Shape;33;p5"/>
          <p:cNvSpPr txBox="1"/>
          <p:nvPr>
            <p:ph idx="10" type="dt"/>
          </p:nvPr>
        </p:nvSpPr>
        <p:spPr>
          <a:xfrm>
            <a:off x="471488" y="8475136"/>
            <a:ext cx="1543050" cy="486833"/>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5"/>
          <p:cNvSpPr txBox="1"/>
          <p:nvPr>
            <p:ph idx="11" type="ftr"/>
          </p:nvPr>
        </p:nvSpPr>
        <p:spPr>
          <a:xfrm>
            <a:off x="2271713" y="8475136"/>
            <a:ext cx="2314575" cy="486833"/>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5"/>
          <p:cNvSpPr txBox="1"/>
          <p:nvPr>
            <p:ph idx="12" type="sldNum"/>
          </p:nvPr>
        </p:nvSpPr>
        <p:spPr>
          <a:xfrm>
            <a:off x="4843463" y="8475136"/>
            <a:ext cx="1543050" cy="486833"/>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比較" type="twoTxTwoObj">
  <p:cSld name="TWO_OBJECTS_WITH_TEXT">
    <p:spTree>
      <p:nvGrpSpPr>
        <p:cNvPr id="36" name="Shape 36"/>
        <p:cNvGrpSpPr/>
        <p:nvPr/>
      </p:nvGrpSpPr>
      <p:grpSpPr>
        <a:xfrm>
          <a:off x="0" y="0"/>
          <a:ext cx="0" cy="0"/>
          <a:chOff x="0" y="0"/>
          <a:chExt cx="0" cy="0"/>
        </a:xfrm>
      </p:grpSpPr>
      <p:sp>
        <p:nvSpPr>
          <p:cNvPr id="37" name="Google Shape;37;p6"/>
          <p:cNvSpPr txBox="1"/>
          <p:nvPr>
            <p:ph type="title"/>
          </p:nvPr>
        </p:nvSpPr>
        <p:spPr>
          <a:xfrm>
            <a:off x="472381" y="486836"/>
            <a:ext cx="5915025" cy="1767417"/>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8" name="Google Shape;38;p6"/>
          <p:cNvSpPr txBox="1"/>
          <p:nvPr>
            <p:ph idx="1" type="body"/>
          </p:nvPr>
        </p:nvSpPr>
        <p:spPr>
          <a:xfrm>
            <a:off x="472381" y="2241551"/>
            <a:ext cx="2901255" cy="1098549"/>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750"/>
              </a:spcBef>
              <a:spcAft>
                <a:spcPts val="0"/>
              </a:spcAft>
              <a:buClr>
                <a:schemeClr val="dk1"/>
              </a:buClr>
              <a:buSzPts val="1800"/>
              <a:buNone/>
              <a:defRPr b="1" sz="1800"/>
            </a:lvl1pPr>
            <a:lvl2pPr indent="-228600" lvl="1" marL="914400" algn="l">
              <a:lnSpc>
                <a:spcPct val="90000"/>
              </a:lnSpc>
              <a:spcBef>
                <a:spcPts val="375"/>
              </a:spcBef>
              <a:spcAft>
                <a:spcPts val="0"/>
              </a:spcAft>
              <a:buClr>
                <a:schemeClr val="dk1"/>
              </a:buClr>
              <a:buSzPts val="1500"/>
              <a:buNone/>
              <a:defRPr b="1" sz="1500"/>
            </a:lvl2pPr>
            <a:lvl3pPr indent="-228600" lvl="2" marL="1371600" algn="l">
              <a:lnSpc>
                <a:spcPct val="90000"/>
              </a:lnSpc>
              <a:spcBef>
                <a:spcPts val="375"/>
              </a:spcBef>
              <a:spcAft>
                <a:spcPts val="0"/>
              </a:spcAft>
              <a:buClr>
                <a:schemeClr val="dk1"/>
              </a:buClr>
              <a:buSzPts val="1350"/>
              <a:buNone/>
              <a:defRPr b="1" sz="1350"/>
            </a:lvl3pPr>
            <a:lvl4pPr indent="-228600" lvl="3" marL="1828800" algn="l">
              <a:lnSpc>
                <a:spcPct val="90000"/>
              </a:lnSpc>
              <a:spcBef>
                <a:spcPts val="375"/>
              </a:spcBef>
              <a:spcAft>
                <a:spcPts val="0"/>
              </a:spcAft>
              <a:buClr>
                <a:schemeClr val="dk1"/>
              </a:buClr>
              <a:buSzPts val="1200"/>
              <a:buNone/>
              <a:defRPr b="1" sz="1200"/>
            </a:lvl4pPr>
            <a:lvl5pPr indent="-228600" lvl="4" marL="2286000" algn="l">
              <a:lnSpc>
                <a:spcPct val="90000"/>
              </a:lnSpc>
              <a:spcBef>
                <a:spcPts val="375"/>
              </a:spcBef>
              <a:spcAft>
                <a:spcPts val="0"/>
              </a:spcAft>
              <a:buClr>
                <a:schemeClr val="dk1"/>
              </a:buClr>
              <a:buSzPts val="1200"/>
              <a:buNone/>
              <a:defRPr b="1" sz="1200"/>
            </a:lvl5pPr>
            <a:lvl6pPr indent="-228600" lvl="5" marL="2743200" algn="l">
              <a:lnSpc>
                <a:spcPct val="90000"/>
              </a:lnSpc>
              <a:spcBef>
                <a:spcPts val="375"/>
              </a:spcBef>
              <a:spcAft>
                <a:spcPts val="0"/>
              </a:spcAft>
              <a:buClr>
                <a:schemeClr val="dk1"/>
              </a:buClr>
              <a:buSzPts val="1200"/>
              <a:buNone/>
              <a:defRPr b="1" sz="1200"/>
            </a:lvl6pPr>
            <a:lvl7pPr indent="-228600" lvl="6" marL="3200400" algn="l">
              <a:lnSpc>
                <a:spcPct val="90000"/>
              </a:lnSpc>
              <a:spcBef>
                <a:spcPts val="375"/>
              </a:spcBef>
              <a:spcAft>
                <a:spcPts val="0"/>
              </a:spcAft>
              <a:buClr>
                <a:schemeClr val="dk1"/>
              </a:buClr>
              <a:buSzPts val="1200"/>
              <a:buNone/>
              <a:defRPr b="1" sz="1200"/>
            </a:lvl7pPr>
            <a:lvl8pPr indent="-228600" lvl="7" marL="3657600" algn="l">
              <a:lnSpc>
                <a:spcPct val="90000"/>
              </a:lnSpc>
              <a:spcBef>
                <a:spcPts val="375"/>
              </a:spcBef>
              <a:spcAft>
                <a:spcPts val="0"/>
              </a:spcAft>
              <a:buClr>
                <a:schemeClr val="dk1"/>
              </a:buClr>
              <a:buSzPts val="1200"/>
              <a:buNone/>
              <a:defRPr b="1" sz="1200"/>
            </a:lvl8pPr>
            <a:lvl9pPr indent="-228600" lvl="8" marL="4114800" algn="l">
              <a:lnSpc>
                <a:spcPct val="90000"/>
              </a:lnSpc>
              <a:spcBef>
                <a:spcPts val="375"/>
              </a:spcBef>
              <a:spcAft>
                <a:spcPts val="0"/>
              </a:spcAft>
              <a:buClr>
                <a:schemeClr val="dk1"/>
              </a:buClr>
              <a:buSzPts val="1200"/>
              <a:buNone/>
              <a:defRPr b="1" sz="1200"/>
            </a:lvl9pPr>
          </a:lstStyle>
          <a:p/>
        </p:txBody>
      </p:sp>
      <p:sp>
        <p:nvSpPr>
          <p:cNvPr id="39" name="Google Shape;39;p6"/>
          <p:cNvSpPr txBox="1"/>
          <p:nvPr>
            <p:ph idx="2" type="body"/>
          </p:nvPr>
        </p:nvSpPr>
        <p:spPr>
          <a:xfrm>
            <a:off x="472381" y="3340100"/>
            <a:ext cx="2901255" cy="4912784"/>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750"/>
              </a:spcBef>
              <a:spcAft>
                <a:spcPts val="0"/>
              </a:spcAft>
              <a:buClr>
                <a:schemeClr val="dk1"/>
              </a:buClr>
              <a:buSzPts val="1800"/>
              <a:buChar char="•"/>
              <a:defRPr/>
            </a:lvl1pPr>
            <a:lvl2pPr indent="-342900" lvl="1" marL="914400" algn="l">
              <a:lnSpc>
                <a:spcPct val="90000"/>
              </a:lnSpc>
              <a:spcBef>
                <a:spcPts val="375"/>
              </a:spcBef>
              <a:spcAft>
                <a:spcPts val="0"/>
              </a:spcAft>
              <a:buClr>
                <a:schemeClr val="dk1"/>
              </a:buClr>
              <a:buSzPts val="1800"/>
              <a:buChar char="•"/>
              <a:defRPr/>
            </a:lvl2pPr>
            <a:lvl3pPr indent="-342900" lvl="2" marL="1371600" algn="l">
              <a:lnSpc>
                <a:spcPct val="90000"/>
              </a:lnSpc>
              <a:spcBef>
                <a:spcPts val="375"/>
              </a:spcBef>
              <a:spcAft>
                <a:spcPts val="0"/>
              </a:spcAft>
              <a:buClr>
                <a:schemeClr val="dk1"/>
              </a:buClr>
              <a:buSzPts val="1800"/>
              <a:buChar char="•"/>
              <a:defRPr/>
            </a:lvl3pPr>
            <a:lvl4pPr indent="-342900" lvl="3" marL="1828800" algn="l">
              <a:lnSpc>
                <a:spcPct val="90000"/>
              </a:lnSpc>
              <a:spcBef>
                <a:spcPts val="375"/>
              </a:spcBef>
              <a:spcAft>
                <a:spcPts val="0"/>
              </a:spcAft>
              <a:buClr>
                <a:schemeClr val="dk1"/>
              </a:buClr>
              <a:buSzPts val="1800"/>
              <a:buChar char="•"/>
              <a:defRPr/>
            </a:lvl4pPr>
            <a:lvl5pPr indent="-342900" lvl="4" marL="2286000" algn="l">
              <a:lnSpc>
                <a:spcPct val="90000"/>
              </a:lnSpc>
              <a:spcBef>
                <a:spcPts val="375"/>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40" name="Google Shape;40;p6"/>
          <p:cNvSpPr txBox="1"/>
          <p:nvPr>
            <p:ph idx="3" type="body"/>
          </p:nvPr>
        </p:nvSpPr>
        <p:spPr>
          <a:xfrm>
            <a:off x="3471863" y="2241551"/>
            <a:ext cx="2915543" cy="1098549"/>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750"/>
              </a:spcBef>
              <a:spcAft>
                <a:spcPts val="0"/>
              </a:spcAft>
              <a:buClr>
                <a:schemeClr val="dk1"/>
              </a:buClr>
              <a:buSzPts val="1800"/>
              <a:buNone/>
              <a:defRPr b="1" sz="1800"/>
            </a:lvl1pPr>
            <a:lvl2pPr indent="-228600" lvl="1" marL="914400" algn="l">
              <a:lnSpc>
                <a:spcPct val="90000"/>
              </a:lnSpc>
              <a:spcBef>
                <a:spcPts val="375"/>
              </a:spcBef>
              <a:spcAft>
                <a:spcPts val="0"/>
              </a:spcAft>
              <a:buClr>
                <a:schemeClr val="dk1"/>
              </a:buClr>
              <a:buSzPts val="1500"/>
              <a:buNone/>
              <a:defRPr b="1" sz="1500"/>
            </a:lvl2pPr>
            <a:lvl3pPr indent="-228600" lvl="2" marL="1371600" algn="l">
              <a:lnSpc>
                <a:spcPct val="90000"/>
              </a:lnSpc>
              <a:spcBef>
                <a:spcPts val="375"/>
              </a:spcBef>
              <a:spcAft>
                <a:spcPts val="0"/>
              </a:spcAft>
              <a:buClr>
                <a:schemeClr val="dk1"/>
              </a:buClr>
              <a:buSzPts val="1350"/>
              <a:buNone/>
              <a:defRPr b="1" sz="1350"/>
            </a:lvl3pPr>
            <a:lvl4pPr indent="-228600" lvl="3" marL="1828800" algn="l">
              <a:lnSpc>
                <a:spcPct val="90000"/>
              </a:lnSpc>
              <a:spcBef>
                <a:spcPts val="375"/>
              </a:spcBef>
              <a:spcAft>
                <a:spcPts val="0"/>
              </a:spcAft>
              <a:buClr>
                <a:schemeClr val="dk1"/>
              </a:buClr>
              <a:buSzPts val="1200"/>
              <a:buNone/>
              <a:defRPr b="1" sz="1200"/>
            </a:lvl4pPr>
            <a:lvl5pPr indent="-228600" lvl="4" marL="2286000" algn="l">
              <a:lnSpc>
                <a:spcPct val="90000"/>
              </a:lnSpc>
              <a:spcBef>
                <a:spcPts val="375"/>
              </a:spcBef>
              <a:spcAft>
                <a:spcPts val="0"/>
              </a:spcAft>
              <a:buClr>
                <a:schemeClr val="dk1"/>
              </a:buClr>
              <a:buSzPts val="1200"/>
              <a:buNone/>
              <a:defRPr b="1" sz="1200"/>
            </a:lvl5pPr>
            <a:lvl6pPr indent="-228600" lvl="5" marL="2743200" algn="l">
              <a:lnSpc>
                <a:spcPct val="90000"/>
              </a:lnSpc>
              <a:spcBef>
                <a:spcPts val="375"/>
              </a:spcBef>
              <a:spcAft>
                <a:spcPts val="0"/>
              </a:spcAft>
              <a:buClr>
                <a:schemeClr val="dk1"/>
              </a:buClr>
              <a:buSzPts val="1200"/>
              <a:buNone/>
              <a:defRPr b="1" sz="1200"/>
            </a:lvl6pPr>
            <a:lvl7pPr indent="-228600" lvl="6" marL="3200400" algn="l">
              <a:lnSpc>
                <a:spcPct val="90000"/>
              </a:lnSpc>
              <a:spcBef>
                <a:spcPts val="375"/>
              </a:spcBef>
              <a:spcAft>
                <a:spcPts val="0"/>
              </a:spcAft>
              <a:buClr>
                <a:schemeClr val="dk1"/>
              </a:buClr>
              <a:buSzPts val="1200"/>
              <a:buNone/>
              <a:defRPr b="1" sz="1200"/>
            </a:lvl7pPr>
            <a:lvl8pPr indent="-228600" lvl="7" marL="3657600" algn="l">
              <a:lnSpc>
                <a:spcPct val="90000"/>
              </a:lnSpc>
              <a:spcBef>
                <a:spcPts val="375"/>
              </a:spcBef>
              <a:spcAft>
                <a:spcPts val="0"/>
              </a:spcAft>
              <a:buClr>
                <a:schemeClr val="dk1"/>
              </a:buClr>
              <a:buSzPts val="1200"/>
              <a:buNone/>
              <a:defRPr b="1" sz="1200"/>
            </a:lvl8pPr>
            <a:lvl9pPr indent="-228600" lvl="8" marL="4114800" algn="l">
              <a:lnSpc>
                <a:spcPct val="90000"/>
              </a:lnSpc>
              <a:spcBef>
                <a:spcPts val="375"/>
              </a:spcBef>
              <a:spcAft>
                <a:spcPts val="0"/>
              </a:spcAft>
              <a:buClr>
                <a:schemeClr val="dk1"/>
              </a:buClr>
              <a:buSzPts val="1200"/>
              <a:buNone/>
              <a:defRPr b="1" sz="1200"/>
            </a:lvl9pPr>
          </a:lstStyle>
          <a:p/>
        </p:txBody>
      </p:sp>
      <p:sp>
        <p:nvSpPr>
          <p:cNvPr id="41" name="Google Shape;41;p6"/>
          <p:cNvSpPr txBox="1"/>
          <p:nvPr>
            <p:ph idx="4" type="body"/>
          </p:nvPr>
        </p:nvSpPr>
        <p:spPr>
          <a:xfrm>
            <a:off x="3471863" y="3340100"/>
            <a:ext cx="2915543" cy="4912784"/>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750"/>
              </a:spcBef>
              <a:spcAft>
                <a:spcPts val="0"/>
              </a:spcAft>
              <a:buClr>
                <a:schemeClr val="dk1"/>
              </a:buClr>
              <a:buSzPts val="1800"/>
              <a:buChar char="•"/>
              <a:defRPr/>
            </a:lvl1pPr>
            <a:lvl2pPr indent="-342900" lvl="1" marL="914400" algn="l">
              <a:lnSpc>
                <a:spcPct val="90000"/>
              </a:lnSpc>
              <a:spcBef>
                <a:spcPts val="375"/>
              </a:spcBef>
              <a:spcAft>
                <a:spcPts val="0"/>
              </a:spcAft>
              <a:buClr>
                <a:schemeClr val="dk1"/>
              </a:buClr>
              <a:buSzPts val="1800"/>
              <a:buChar char="•"/>
              <a:defRPr/>
            </a:lvl2pPr>
            <a:lvl3pPr indent="-342900" lvl="2" marL="1371600" algn="l">
              <a:lnSpc>
                <a:spcPct val="90000"/>
              </a:lnSpc>
              <a:spcBef>
                <a:spcPts val="375"/>
              </a:spcBef>
              <a:spcAft>
                <a:spcPts val="0"/>
              </a:spcAft>
              <a:buClr>
                <a:schemeClr val="dk1"/>
              </a:buClr>
              <a:buSzPts val="1800"/>
              <a:buChar char="•"/>
              <a:defRPr/>
            </a:lvl3pPr>
            <a:lvl4pPr indent="-342900" lvl="3" marL="1828800" algn="l">
              <a:lnSpc>
                <a:spcPct val="90000"/>
              </a:lnSpc>
              <a:spcBef>
                <a:spcPts val="375"/>
              </a:spcBef>
              <a:spcAft>
                <a:spcPts val="0"/>
              </a:spcAft>
              <a:buClr>
                <a:schemeClr val="dk1"/>
              </a:buClr>
              <a:buSzPts val="1800"/>
              <a:buChar char="•"/>
              <a:defRPr/>
            </a:lvl4pPr>
            <a:lvl5pPr indent="-342900" lvl="4" marL="2286000" algn="l">
              <a:lnSpc>
                <a:spcPct val="90000"/>
              </a:lnSpc>
              <a:spcBef>
                <a:spcPts val="375"/>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42" name="Google Shape;42;p6"/>
          <p:cNvSpPr txBox="1"/>
          <p:nvPr>
            <p:ph idx="10" type="dt"/>
          </p:nvPr>
        </p:nvSpPr>
        <p:spPr>
          <a:xfrm>
            <a:off x="471488" y="8475136"/>
            <a:ext cx="1543050" cy="486833"/>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6"/>
          <p:cNvSpPr txBox="1"/>
          <p:nvPr>
            <p:ph idx="11" type="ftr"/>
          </p:nvPr>
        </p:nvSpPr>
        <p:spPr>
          <a:xfrm>
            <a:off x="2271713" y="8475136"/>
            <a:ext cx="2314575" cy="486833"/>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6"/>
          <p:cNvSpPr txBox="1"/>
          <p:nvPr>
            <p:ph idx="12" type="sldNum"/>
          </p:nvPr>
        </p:nvSpPr>
        <p:spPr>
          <a:xfrm>
            <a:off x="4843463" y="8475136"/>
            <a:ext cx="1543050" cy="486833"/>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タイトルのみ" type="titleOnly">
  <p:cSld name="TITLE_ONLY">
    <p:spTree>
      <p:nvGrpSpPr>
        <p:cNvPr id="45" name="Shape 45"/>
        <p:cNvGrpSpPr/>
        <p:nvPr/>
      </p:nvGrpSpPr>
      <p:grpSpPr>
        <a:xfrm>
          <a:off x="0" y="0"/>
          <a:ext cx="0" cy="0"/>
          <a:chOff x="0" y="0"/>
          <a:chExt cx="0" cy="0"/>
        </a:xfrm>
      </p:grpSpPr>
      <p:sp>
        <p:nvSpPr>
          <p:cNvPr id="46" name="Google Shape;46;p7"/>
          <p:cNvSpPr txBox="1"/>
          <p:nvPr>
            <p:ph type="title"/>
          </p:nvPr>
        </p:nvSpPr>
        <p:spPr>
          <a:xfrm>
            <a:off x="471488" y="486836"/>
            <a:ext cx="5915025" cy="1767417"/>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7"/>
          <p:cNvSpPr txBox="1"/>
          <p:nvPr>
            <p:ph idx="10" type="dt"/>
          </p:nvPr>
        </p:nvSpPr>
        <p:spPr>
          <a:xfrm>
            <a:off x="471488" y="8475136"/>
            <a:ext cx="1543050" cy="486833"/>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7"/>
          <p:cNvSpPr txBox="1"/>
          <p:nvPr>
            <p:ph idx="11" type="ftr"/>
          </p:nvPr>
        </p:nvSpPr>
        <p:spPr>
          <a:xfrm>
            <a:off x="2271713" y="8475136"/>
            <a:ext cx="2314575" cy="486833"/>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9" name="Google Shape;49;p7"/>
          <p:cNvSpPr txBox="1"/>
          <p:nvPr>
            <p:ph idx="12" type="sldNum"/>
          </p:nvPr>
        </p:nvSpPr>
        <p:spPr>
          <a:xfrm>
            <a:off x="4843463" y="8475136"/>
            <a:ext cx="1543050" cy="486833"/>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白紙" type="blank">
  <p:cSld name="BLANK">
    <p:spTree>
      <p:nvGrpSpPr>
        <p:cNvPr id="50" name="Shape 50"/>
        <p:cNvGrpSpPr/>
        <p:nvPr/>
      </p:nvGrpSpPr>
      <p:grpSpPr>
        <a:xfrm>
          <a:off x="0" y="0"/>
          <a:ext cx="0" cy="0"/>
          <a:chOff x="0" y="0"/>
          <a:chExt cx="0" cy="0"/>
        </a:xfrm>
      </p:grpSpPr>
      <p:sp>
        <p:nvSpPr>
          <p:cNvPr id="51" name="Google Shape;51;p8"/>
          <p:cNvSpPr txBox="1"/>
          <p:nvPr>
            <p:ph idx="10" type="dt"/>
          </p:nvPr>
        </p:nvSpPr>
        <p:spPr>
          <a:xfrm>
            <a:off x="471488" y="8475136"/>
            <a:ext cx="1543050" cy="486833"/>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8"/>
          <p:cNvSpPr txBox="1"/>
          <p:nvPr>
            <p:ph idx="11" type="ftr"/>
          </p:nvPr>
        </p:nvSpPr>
        <p:spPr>
          <a:xfrm>
            <a:off x="2271713" y="8475136"/>
            <a:ext cx="2314575" cy="486833"/>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8"/>
          <p:cNvSpPr txBox="1"/>
          <p:nvPr>
            <p:ph idx="12" type="sldNum"/>
          </p:nvPr>
        </p:nvSpPr>
        <p:spPr>
          <a:xfrm>
            <a:off x="4843463" y="8475136"/>
            <a:ext cx="1543050" cy="486833"/>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タイトル付きのコンテンツ"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72381" y="609600"/>
            <a:ext cx="2211884" cy="21336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2400"/>
              <a:buFont typeface="Play"/>
              <a:buNone/>
              <a:defRPr sz="24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9"/>
          <p:cNvSpPr txBox="1"/>
          <p:nvPr>
            <p:ph idx="1" type="body"/>
          </p:nvPr>
        </p:nvSpPr>
        <p:spPr>
          <a:xfrm>
            <a:off x="2915543" y="1316569"/>
            <a:ext cx="3471863" cy="6498167"/>
          </a:xfrm>
          <a:prstGeom prst="rect">
            <a:avLst/>
          </a:prstGeom>
          <a:noFill/>
          <a:ln>
            <a:noFill/>
          </a:ln>
        </p:spPr>
        <p:txBody>
          <a:bodyPr anchorCtr="0" anchor="t" bIns="45700" lIns="91425" spcFirstLastPara="1" rIns="91425" wrap="square" tIns="45700">
            <a:normAutofit/>
          </a:bodyPr>
          <a:lstStyle>
            <a:lvl1pPr indent="-381000" lvl="0" marL="457200" algn="l">
              <a:lnSpc>
                <a:spcPct val="90000"/>
              </a:lnSpc>
              <a:spcBef>
                <a:spcPts val="750"/>
              </a:spcBef>
              <a:spcAft>
                <a:spcPts val="0"/>
              </a:spcAft>
              <a:buClr>
                <a:schemeClr val="dk1"/>
              </a:buClr>
              <a:buSzPts val="2400"/>
              <a:buChar char="•"/>
              <a:defRPr sz="2400"/>
            </a:lvl1pPr>
            <a:lvl2pPr indent="-361950" lvl="1" marL="914400" algn="l">
              <a:lnSpc>
                <a:spcPct val="90000"/>
              </a:lnSpc>
              <a:spcBef>
                <a:spcPts val="375"/>
              </a:spcBef>
              <a:spcAft>
                <a:spcPts val="0"/>
              </a:spcAft>
              <a:buClr>
                <a:schemeClr val="dk1"/>
              </a:buClr>
              <a:buSzPts val="2100"/>
              <a:buChar char="•"/>
              <a:defRPr sz="2100"/>
            </a:lvl2pPr>
            <a:lvl3pPr indent="-342900" lvl="2" marL="1371600" algn="l">
              <a:lnSpc>
                <a:spcPct val="90000"/>
              </a:lnSpc>
              <a:spcBef>
                <a:spcPts val="375"/>
              </a:spcBef>
              <a:spcAft>
                <a:spcPts val="0"/>
              </a:spcAft>
              <a:buClr>
                <a:schemeClr val="dk1"/>
              </a:buClr>
              <a:buSzPts val="1800"/>
              <a:buChar char="•"/>
              <a:defRPr sz="1800"/>
            </a:lvl3pPr>
            <a:lvl4pPr indent="-323850" lvl="3" marL="1828800" algn="l">
              <a:lnSpc>
                <a:spcPct val="90000"/>
              </a:lnSpc>
              <a:spcBef>
                <a:spcPts val="375"/>
              </a:spcBef>
              <a:spcAft>
                <a:spcPts val="0"/>
              </a:spcAft>
              <a:buClr>
                <a:schemeClr val="dk1"/>
              </a:buClr>
              <a:buSzPts val="1500"/>
              <a:buChar char="•"/>
              <a:defRPr sz="1500"/>
            </a:lvl4pPr>
            <a:lvl5pPr indent="-323850" lvl="4" marL="2286000" algn="l">
              <a:lnSpc>
                <a:spcPct val="90000"/>
              </a:lnSpc>
              <a:spcBef>
                <a:spcPts val="375"/>
              </a:spcBef>
              <a:spcAft>
                <a:spcPts val="0"/>
              </a:spcAft>
              <a:buClr>
                <a:schemeClr val="dk1"/>
              </a:buClr>
              <a:buSzPts val="1500"/>
              <a:buChar char="•"/>
              <a:defRPr sz="1500"/>
            </a:lvl5pPr>
            <a:lvl6pPr indent="-323850" lvl="5" marL="2743200" algn="l">
              <a:lnSpc>
                <a:spcPct val="90000"/>
              </a:lnSpc>
              <a:spcBef>
                <a:spcPts val="375"/>
              </a:spcBef>
              <a:spcAft>
                <a:spcPts val="0"/>
              </a:spcAft>
              <a:buClr>
                <a:schemeClr val="dk1"/>
              </a:buClr>
              <a:buSzPts val="1500"/>
              <a:buChar char="•"/>
              <a:defRPr sz="1500"/>
            </a:lvl6pPr>
            <a:lvl7pPr indent="-323850" lvl="6" marL="3200400" algn="l">
              <a:lnSpc>
                <a:spcPct val="90000"/>
              </a:lnSpc>
              <a:spcBef>
                <a:spcPts val="375"/>
              </a:spcBef>
              <a:spcAft>
                <a:spcPts val="0"/>
              </a:spcAft>
              <a:buClr>
                <a:schemeClr val="dk1"/>
              </a:buClr>
              <a:buSzPts val="1500"/>
              <a:buChar char="•"/>
              <a:defRPr sz="1500"/>
            </a:lvl7pPr>
            <a:lvl8pPr indent="-323850" lvl="7" marL="3657600" algn="l">
              <a:lnSpc>
                <a:spcPct val="90000"/>
              </a:lnSpc>
              <a:spcBef>
                <a:spcPts val="375"/>
              </a:spcBef>
              <a:spcAft>
                <a:spcPts val="0"/>
              </a:spcAft>
              <a:buClr>
                <a:schemeClr val="dk1"/>
              </a:buClr>
              <a:buSzPts val="1500"/>
              <a:buChar char="•"/>
              <a:defRPr sz="1500"/>
            </a:lvl8pPr>
            <a:lvl9pPr indent="-323850" lvl="8" marL="4114800" algn="l">
              <a:lnSpc>
                <a:spcPct val="90000"/>
              </a:lnSpc>
              <a:spcBef>
                <a:spcPts val="375"/>
              </a:spcBef>
              <a:spcAft>
                <a:spcPts val="0"/>
              </a:spcAft>
              <a:buClr>
                <a:schemeClr val="dk1"/>
              </a:buClr>
              <a:buSzPts val="1500"/>
              <a:buChar char="•"/>
              <a:defRPr sz="1500"/>
            </a:lvl9pPr>
          </a:lstStyle>
          <a:p/>
        </p:txBody>
      </p:sp>
      <p:sp>
        <p:nvSpPr>
          <p:cNvPr id="57" name="Google Shape;57;p9"/>
          <p:cNvSpPr txBox="1"/>
          <p:nvPr>
            <p:ph idx="2" type="body"/>
          </p:nvPr>
        </p:nvSpPr>
        <p:spPr>
          <a:xfrm>
            <a:off x="472381" y="2743200"/>
            <a:ext cx="2211884" cy="508211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750"/>
              </a:spcBef>
              <a:spcAft>
                <a:spcPts val="0"/>
              </a:spcAft>
              <a:buClr>
                <a:schemeClr val="dk1"/>
              </a:buClr>
              <a:buSzPts val="1200"/>
              <a:buNone/>
              <a:defRPr sz="1200"/>
            </a:lvl1pPr>
            <a:lvl2pPr indent="-228600" lvl="1" marL="914400" algn="l">
              <a:lnSpc>
                <a:spcPct val="90000"/>
              </a:lnSpc>
              <a:spcBef>
                <a:spcPts val="375"/>
              </a:spcBef>
              <a:spcAft>
                <a:spcPts val="0"/>
              </a:spcAft>
              <a:buClr>
                <a:schemeClr val="dk1"/>
              </a:buClr>
              <a:buSzPts val="1050"/>
              <a:buNone/>
              <a:defRPr sz="1050"/>
            </a:lvl2pPr>
            <a:lvl3pPr indent="-228600" lvl="2" marL="1371600" algn="l">
              <a:lnSpc>
                <a:spcPct val="90000"/>
              </a:lnSpc>
              <a:spcBef>
                <a:spcPts val="375"/>
              </a:spcBef>
              <a:spcAft>
                <a:spcPts val="0"/>
              </a:spcAft>
              <a:buClr>
                <a:schemeClr val="dk1"/>
              </a:buClr>
              <a:buSzPts val="900"/>
              <a:buNone/>
              <a:defRPr sz="900"/>
            </a:lvl3pPr>
            <a:lvl4pPr indent="-228600" lvl="3" marL="1828800" algn="l">
              <a:lnSpc>
                <a:spcPct val="90000"/>
              </a:lnSpc>
              <a:spcBef>
                <a:spcPts val="375"/>
              </a:spcBef>
              <a:spcAft>
                <a:spcPts val="0"/>
              </a:spcAft>
              <a:buClr>
                <a:schemeClr val="dk1"/>
              </a:buClr>
              <a:buSzPts val="750"/>
              <a:buNone/>
              <a:defRPr sz="750"/>
            </a:lvl4pPr>
            <a:lvl5pPr indent="-228600" lvl="4" marL="2286000" algn="l">
              <a:lnSpc>
                <a:spcPct val="90000"/>
              </a:lnSpc>
              <a:spcBef>
                <a:spcPts val="375"/>
              </a:spcBef>
              <a:spcAft>
                <a:spcPts val="0"/>
              </a:spcAft>
              <a:buClr>
                <a:schemeClr val="dk1"/>
              </a:buClr>
              <a:buSzPts val="750"/>
              <a:buNone/>
              <a:defRPr sz="750"/>
            </a:lvl5pPr>
            <a:lvl6pPr indent="-228600" lvl="5" marL="2743200" algn="l">
              <a:lnSpc>
                <a:spcPct val="90000"/>
              </a:lnSpc>
              <a:spcBef>
                <a:spcPts val="375"/>
              </a:spcBef>
              <a:spcAft>
                <a:spcPts val="0"/>
              </a:spcAft>
              <a:buClr>
                <a:schemeClr val="dk1"/>
              </a:buClr>
              <a:buSzPts val="750"/>
              <a:buNone/>
              <a:defRPr sz="750"/>
            </a:lvl6pPr>
            <a:lvl7pPr indent="-228600" lvl="6" marL="3200400" algn="l">
              <a:lnSpc>
                <a:spcPct val="90000"/>
              </a:lnSpc>
              <a:spcBef>
                <a:spcPts val="375"/>
              </a:spcBef>
              <a:spcAft>
                <a:spcPts val="0"/>
              </a:spcAft>
              <a:buClr>
                <a:schemeClr val="dk1"/>
              </a:buClr>
              <a:buSzPts val="750"/>
              <a:buNone/>
              <a:defRPr sz="750"/>
            </a:lvl7pPr>
            <a:lvl8pPr indent="-228600" lvl="7" marL="3657600" algn="l">
              <a:lnSpc>
                <a:spcPct val="90000"/>
              </a:lnSpc>
              <a:spcBef>
                <a:spcPts val="375"/>
              </a:spcBef>
              <a:spcAft>
                <a:spcPts val="0"/>
              </a:spcAft>
              <a:buClr>
                <a:schemeClr val="dk1"/>
              </a:buClr>
              <a:buSzPts val="750"/>
              <a:buNone/>
              <a:defRPr sz="750"/>
            </a:lvl8pPr>
            <a:lvl9pPr indent="-228600" lvl="8" marL="4114800" algn="l">
              <a:lnSpc>
                <a:spcPct val="90000"/>
              </a:lnSpc>
              <a:spcBef>
                <a:spcPts val="375"/>
              </a:spcBef>
              <a:spcAft>
                <a:spcPts val="0"/>
              </a:spcAft>
              <a:buClr>
                <a:schemeClr val="dk1"/>
              </a:buClr>
              <a:buSzPts val="750"/>
              <a:buNone/>
              <a:defRPr sz="750"/>
            </a:lvl9pPr>
          </a:lstStyle>
          <a:p/>
        </p:txBody>
      </p:sp>
      <p:sp>
        <p:nvSpPr>
          <p:cNvPr id="58" name="Google Shape;58;p9"/>
          <p:cNvSpPr txBox="1"/>
          <p:nvPr>
            <p:ph idx="10" type="dt"/>
          </p:nvPr>
        </p:nvSpPr>
        <p:spPr>
          <a:xfrm>
            <a:off x="471488" y="8475136"/>
            <a:ext cx="1543050" cy="486833"/>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9"/>
          <p:cNvSpPr txBox="1"/>
          <p:nvPr>
            <p:ph idx="11" type="ftr"/>
          </p:nvPr>
        </p:nvSpPr>
        <p:spPr>
          <a:xfrm>
            <a:off x="2271713" y="8475136"/>
            <a:ext cx="2314575" cy="486833"/>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9"/>
          <p:cNvSpPr txBox="1"/>
          <p:nvPr>
            <p:ph idx="12" type="sldNum"/>
          </p:nvPr>
        </p:nvSpPr>
        <p:spPr>
          <a:xfrm>
            <a:off x="4843463" y="8475136"/>
            <a:ext cx="1543050" cy="486833"/>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タイトル付きの図"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472381" y="609600"/>
            <a:ext cx="2211884" cy="21336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2400"/>
              <a:buFont typeface="Play"/>
              <a:buNone/>
              <a:defRPr sz="24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p:nvPr>
            <p:ph idx="2" type="pic"/>
          </p:nvPr>
        </p:nvSpPr>
        <p:spPr>
          <a:xfrm>
            <a:off x="2915543" y="1316569"/>
            <a:ext cx="3471863" cy="6498167"/>
          </a:xfrm>
          <a:prstGeom prst="rect">
            <a:avLst/>
          </a:prstGeom>
          <a:noFill/>
          <a:ln>
            <a:noFill/>
          </a:ln>
        </p:spPr>
      </p:sp>
      <p:sp>
        <p:nvSpPr>
          <p:cNvPr id="64" name="Google Shape;64;p10"/>
          <p:cNvSpPr txBox="1"/>
          <p:nvPr>
            <p:ph idx="1" type="body"/>
          </p:nvPr>
        </p:nvSpPr>
        <p:spPr>
          <a:xfrm>
            <a:off x="472381" y="2743200"/>
            <a:ext cx="2211884" cy="508211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750"/>
              </a:spcBef>
              <a:spcAft>
                <a:spcPts val="0"/>
              </a:spcAft>
              <a:buClr>
                <a:schemeClr val="dk1"/>
              </a:buClr>
              <a:buSzPts val="1200"/>
              <a:buNone/>
              <a:defRPr sz="1200"/>
            </a:lvl1pPr>
            <a:lvl2pPr indent="-228600" lvl="1" marL="914400" algn="l">
              <a:lnSpc>
                <a:spcPct val="90000"/>
              </a:lnSpc>
              <a:spcBef>
                <a:spcPts val="375"/>
              </a:spcBef>
              <a:spcAft>
                <a:spcPts val="0"/>
              </a:spcAft>
              <a:buClr>
                <a:schemeClr val="dk1"/>
              </a:buClr>
              <a:buSzPts val="1050"/>
              <a:buNone/>
              <a:defRPr sz="1050"/>
            </a:lvl2pPr>
            <a:lvl3pPr indent="-228600" lvl="2" marL="1371600" algn="l">
              <a:lnSpc>
                <a:spcPct val="90000"/>
              </a:lnSpc>
              <a:spcBef>
                <a:spcPts val="375"/>
              </a:spcBef>
              <a:spcAft>
                <a:spcPts val="0"/>
              </a:spcAft>
              <a:buClr>
                <a:schemeClr val="dk1"/>
              </a:buClr>
              <a:buSzPts val="900"/>
              <a:buNone/>
              <a:defRPr sz="900"/>
            </a:lvl3pPr>
            <a:lvl4pPr indent="-228600" lvl="3" marL="1828800" algn="l">
              <a:lnSpc>
                <a:spcPct val="90000"/>
              </a:lnSpc>
              <a:spcBef>
                <a:spcPts val="375"/>
              </a:spcBef>
              <a:spcAft>
                <a:spcPts val="0"/>
              </a:spcAft>
              <a:buClr>
                <a:schemeClr val="dk1"/>
              </a:buClr>
              <a:buSzPts val="750"/>
              <a:buNone/>
              <a:defRPr sz="750"/>
            </a:lvl4pPr>
            <a:lvl5pPr indent="-228600" lvl="4" marL="2286000" algn="l">
              <a:lnSpc>
                <a:spcPct val="90000"/>
              </a:lnSpc>
              <a:spcBef>
                <a:spcPts val="375"/>
              </a:spcBef>
              <a:spcAft>
                <a:spcPts val="0"/>
              </a:spcAft>
              <a:buClr>
                <a:schemeClr val="dk1"/>
              </a:buClr>
              <a:buSzPts val="750"/>
              <a:buNone/>
              <a:defRPr sz="750"/>
            </a:lvl5pPr>
            <a:lvl6pPr indent="-228600" lvl="5" marL="2743200" algn="l">
              <a:lnSpc>
                <a:spcPct val="90000"/>
              </a:lnSpc>
              <a:spcBef>
                <a:spcPts val="375"/>
              </a:spcBef>
              <a:spcAft>
                <a:spcPts val="0"/>
              </a:spcAft>
              <a:buClr>
                <a:schemeClr val="dk1"/>
              </a:buClr>
              <a:buSzPts val="750"/>
              <a:buNone/>
              <a:defRPr sz="750"/>
            </a:lvl6pPr>
            <a:lvl7pPr indent="-228600" lvl="6" marL="3200400" algn="l">
              <a:lnSpc>
                <a:spcPct val="90000"/>
              </a:lnSpc>
              <a:spcBef>
                <a:spcPts val="375"/>
              </a:spcBef>
              <a:spcAft>
                <a:spcPts val="0"/>
              </a:spcAft>
              <a:buClr>
                <a:schemeClr val="dk1"/>
              </a:buClr>
              <a:buSzPts val="750"/>
              <a:buNone/>
              <a:defRPr sz="750"/>
            </a:lvl7pPr>
            <a:lvl8pPr indent="-228600" lvl="7" marL="3657600" algn="l">
              <a:lnSpc>
                <a:spcPct val="90000"/>
              </a:lnSpc>
              <a:spcBef>
                <a:spcPts val="375"/>
              </a:spcBef>
              <a:spcAft>
                <a:spcPts val="0"/>
              </a:spcAft>
              <a:buClr>
                <a:schemeClr val="dk1"/>
              </a:buClr>
              <a:buSzPts val="750"/>
              <a:buNone/>
              <a:defRPr sz="750"/>
            </a:lvl8pPr>
            <a:lvl9pPr indent="-228600" lvl="8" marL="4114800" algn="l">
              <a:lnSpc>
                <a:spcPct val="90000"/>
              </a:lnSpc>
              <a:spcBef>
                <a:spcPts val="375"/>
              </a:spcBef>
              <a:spcAft>
                <a:spcPts val="0"/>
              </a:spcAft>
              <a:buClr>
                <a:schemeClr val="dk1"/>
              </a:buClr>
              <a:buSzPts val="750"/>
              <a:buNone/>
              <a:defRPr sz="750"/>
            </a:lvl9pPr>
          </a:lstStyle>
          <a:p/>
        </p:txBody>
      </p:sp>
      <p:sp>
        <p:nvSpPr>
          <p:cNvPr id="65" name="Google Shape;65;p10"/>
          <p:cNvSpPr txBox="1"/>
          <p:nvPr>
            <p:ph idx="10" type="dt"/>
          </p:nvPr>
        </p:nvSpPr>
        <p:spPr>
          <a:xfrm>
            <a:off x="471488" y="8475136"/>
            <a:ext cx="1543050" cy="486833"/>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0"/>
          <p:cNvSpPr txBox="1"/>
          <p:nvPr>
            <p:ph idx="11" type="ftr"/>
          </p:nvPr>
        </p:nvSpPr>
        <p:spPr>
          <a:xfrm>
            <a:off x="2271713" y="8475136"/>
            <a:ext cx="2314575" cy="486833"/>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0"/>
          <p:cNvSpPr txBox="1"/>
          <p:nvPr>
            <p:ph idx="12" type="sldNum"/>
          </p:nvPr>
        </p:nvSpPr>
        <p:spPr>
          <a:xfrm>
            <a:off x="4843463" y="8475136"/>
            <a:ext cx="1543050" cy="486833"/>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タイトルと縦書きテキスト"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71488" y="486836"/>
            <a:ext cx="5915025" cy="1767417"/>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1"/>
          <p:cNvSpPr txBox="1"/>
          <p:nvPr>
            <p:ph idx="1" type="body"/>
          </p:nvPr>
        </p:nvSpPr>
        <p:spPr>
          <a:xfrm rot="5400000">
            <a:off x="528108" y="2377546"/>
            <a:ext cx="5801784" cy="5915025"/>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750"/>
              </a:spcBef>
              <a:spcAft>
                <a:spcPts val="0"/>
              </a:spcAft>
              <a:buClr>
                <a:schemeClr val="dk1"/>
              </a:buClr>
              <a:buSzPts val="1800"/>
              <a:buChar char="•"/>
              <a:defRPr/>
            </a:lvl1pPr>
            <a:lvl2pPr indent="-342900" lvl="1" marL="914400" algn="l">
              <a:lnSpc>
                <a:spcPct val="90000"/>
              </a:lnSpc>
              <a:spcBef>
                <a:spcPts val="375"/>
              </a:spcBef>
              <a:spcAft>
                <a:spcPts val="0"/>
              </a:spcAft>
              <a:buClr>
                <a:schemeClr val="dk1"/>
              </a:buClr>
              <a:buSzPts val="1800"/>
              <a:buChar char="•"/>
              <a:defRPr/>
            </a:lvl2pPr>
            <a:lvl3pPr indent="-342900" lvl="2" marL="1371600" algn="l">
              <a:lnSpc>
                <a:spcPct val="90000"/>
              </a:lnSpc>
              <a:spcBef>
                <a:spcPts val="375"/>
              </a:spcBef>
              <a:spcAft>
                <a:spcPts val="0"/>
              </a:spcAft>
              <a:buClr>
                <a:schemeClr val="dk1"/>
              </a:buClr>
              <a:buSzPts val="1800"/>
              <a:buChar char="•"/>
              <a:defRPr/>
            </a:lvl3pPr>
            <a:lvl4pPr indent="-342900" lvl="3" marL="1828800" algn="l">
              <a:lnSpc>
                <a:spcPct val="90000"/>
              </a:lnSpc>
              <a:spcBef>
                <a:spcPts val="375"/>
              </a:spcBef>
              <a:spcAft>
                <a:spcPts val="0"/>
              </a:spcAft>
              <a:buClr>
                <a:schemeClr val="dk1"/>
              </a:buClr>
              <a:buSzPts val="1800"/>
              <a:buChar char="•"/>
              <a:defRPr/>
            </a:lvl4pPr>
            <a:lvl5pPr indent="-342900" lvl="4" marL="2286000" algn="l">
              <a:lnSpc>
                <a:spcPct val="90000"/>
              </a:lnSpc>
              <a:spcBef>
                <a:spcPts val="375"/>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71" name="Google Shape;71;p11"/>
          <p:cNvSpPr txBox="1"/>
          <p:nvPr>
            <p:ph idx="10" type="dt"/>
          </p:nvPr>
        </p:nvSpPr>
        <p:spPr>
          <a:xfrm>
            <a:off x="471488" y="8475136"/>
            <a:ext cx="1543050" cy="486833"/>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1"/>
          <p:cNvSpPr txBox="1"/>
          <p:nvPr>
            <p:ph idx="11" type="ftr"/>
          </p:nvPr>
        </p:nvSpPr>
        <p:spPr>
          <a:xfrm>
            <a:off x="2271713" y="8475136"/>
            <a:ext cx="2314575" cy="486833"/>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1"/>
          <p:cNvSpPr txBox="1"/>
          <p:nvPr>
            <p:ph idx="12" type="sldNum"/>
          </p:nvPr>
        </p:nvSpPr>
        <p:spPr>
          <a:xfrm>
            <a:off x="4843463" y="8475136"/>
            <a:ext cx="1543050" cy="486833"/>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縦書きタイトルと&#10;縦書きテキスト"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1772577" y="3622015"/>
            <a:ext cx="7749117" cy="1478756"/>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p:nvPr>
            <p:ph idx="1" type="body"/>
          </p:nvPr>
        </p:nvSpPr>
        <p:spPr>
          <a:xfrm rot="5400000">
            <a:off x="-1227798" y="2186121"/>
            <a:ext cx="7749117" cy="4350544"/>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750"/>
              </a:spcBef>
              <a:spcAft>
                <a:spcPts val="0"/>
              </a:spcAft>
              <a:buClr>
                <a:schemeClr val="dk1"/>
              </a:buClr>
              <a:buSzPts val="1800"/>
              <a:buChar char="•"/>
              <a:defRPr/>
            </a:lvl1pPr>
            <a:lvl2pPr indent="-342900" lvl="1" marL="914400" algn="l">
              <a:lnSpc>
                <a:spcPct val="90000"/>
              </a:lnSpc>
              <a:spcBef>
                <a:spcPts val="375"/>
              </a:spcBef>
              <a:spcAft>
                <a:spcPts val="0"/>
              </a:spcAft>
              <a:buClr>
                <a:schemeClr val="dk1"/>
              </a:buClr>
              <a:buSzPts val="1800"/>
              <a:buChar char="•"/>
              <a:defRPr/>
            </a:lvl2pPr>
            <a:lvl3pPr indent="-342900" lvl="2" marL="1371600" algn="l">
              <a:lnSpc>
                <a:spcPct val="90000"/>
              </a:lnSpc>
              <a:spcBef>
                <a:spcPts val="375"/>
              </a:spcBef>
              <a:spcAft>
                <a:spcPts val="0"/>
              </a:spcAft>
              <a:buClr>
                <a:schemeClr val="dk1"/>
              </a:buClr>
              <a:buSzPts val="1800"/>
              <a:buChar char="•"/>
              <a:defRPr/>
            </a:lvl3pPr>
            <a:lvl4pPr indent="-342900" lvl="3" marL="1828800" algn="l">
              <a:lnSpc>
                <a:spcPct val="90000"/>
              </a:lnSpc>
              <a:spcBef>
                <a:spcPts val="375"/>
              </a:spcBef>
              <a:spcAft>
                <a:spcPts val="0"/>
              </a:spcAft>
              <a:buClr>
                <a:schemeClr val="dk1"/>
              </a:buClr>
              <a:buSzPts val="1800"/>
              <a:buChar char="•"/>
              <a:defRPr/>
            </a:lvl4pPr>
            <a:lvl5pPr indent="-342900" lvl="4" marL="2286000" algn="l">
              <a:lnSpc>
                <a:spcPct val="90000"/>
              </a:lnSpc>
              <a:spcBef>
                <a:spcPts val="375"/>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77" name="Google Shape;77;p12"/>
          <p:cNvSpPr txBox="1"/>
          <p:nvPr>
            <p:ph idx="10" type="dt"/>
          </p:nvPr>
        </p:nvSpPr>
        <p:spPr>
          <a:xfrm>
            <a:off x="471488" y="8475136"/>
            <a:ext cx="1543050" cy="486833"/>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2"/>
          <p:cNvSpPr txBox="1"/>
          <p:nvPr>
            <p:ph idx="11" type="ftr"/>
          </p:nvPr>
        </p:nvSpPr>
        <p:spPr>
          <a:xfrm>
            <a:off x="2271713" y="8475136"/>
            <a:ext cx="2314575" cy="486833"/>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2"/>
          <p:cNvSpPr txBox="1"/>
          <p:nvPr>
            <p:ph idx="12" type="sldNum"/>
          </p:nvPr>
        </p:nvSpPr>
        <p:spPr>
          <a:xfrm>
            <a:off x="4843463" y="8475136"/>
            <a:ext cx="1543050" cy="486833"/>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71488" y="486836"/>
            <a:ext cx="5915025" cy="1767417"/>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3300"/>
              <a:buFont typeface="Play"/>
              <a:buNone/>
              <a:defRPr b="0" i="0" sz="3300" u="none" cap="none" strike="noStrike">
                <a:solidFill>
                  <a:schemeClr val="dk1"/>
                </a:solidFill>
                <a:latin typeface="Play"/>
                <a:ea typeface="Play"/>
                <a:cs typeface="Play"/>
                <a:sym typeface="Pla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471488" y="2434167"/>
            <a:ext cx="5915025" cy="5801784"/>
          </a:xfrm>
          <a:prstGeom prst="rect">
            <a:avLst/>
          </a:prstGeom>
          <a:noFill/>
          <a:ln>
            <a:noFill/>
          </a:ln>
        </p:spPr>
        <p:txBody>
          <a:bodyPr anchorCtr="0" anchor="t" bIns="45700" lIns="91425" spcFirstLastPara="1" rIns="91425" wrap="square" tIns="45700">
            <a:normAutofit/>
          </a:bodyPr>
          <a:lstStyle>
            <a:lvl1pPr indent="-361950" lvl="0" marL="457200" marR="0" rtl="0" algn="l">
              <a:lnSpc>
                <a:spcPct val="90000"/>
              </a:lnSpc>
              <a:spcBef>
                <a:spcPts val="750"/>
              </a:spcBef>
              <a:spcAft>
                <a:spcPts val="0"/>
              </a:spcAft>
              <a:buClr>
                <a:schemeClr val="dk1"/>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375"/>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375"/>
              </a:spcBef>
              <a:spcAft>
                <a:spcPts val="0"/>
              </a:spcAft>
              <a:buClr>
                <a:schemeClr val="dk1"/>
              </a:buClr>
              <a:buSzPts val="1500"/>
              <a:buFont typeface="Arial"/>
              <a:buChar char="•"/>
              <a:defRPr b="0" i="0" sz="1500" u="none" cap="none" strike="noStrike">
                <a:solidFill>
                  <a:schemeClr val="dk1"/>
                </a:solidFill>
                <a:latin typeface="Arial"/>
                <a:ea typeface="Arial"/>
                <a:cs typeface="Arial"/>
                <a:sym typeface="Arial"/>
              </a:defRPr>
            </a:lvl3pPr>
            <a:lvl4pPr indent="-314325" lvl="3" marL="1828800" marR="0" rtl="0" algn="l">
              <a:lnSpc>
                <a:spcPct val="90000"/>
              </a:lnSpc>
              <a:spcBef>
                <a:spcPts val="375"/>
              </a:spcBef>
              <a:spcAft>
                <a:spcPts val="0"/>
              </a:spcAft>
              <a:buClr>
                <a:schemeClr val="dk1"/>
              </a:buClr>
              <a:buSzPts val="1350"/>
              <a:buFont typeface="Arial"/>
              <a:buChar char="•"/>
              <a:defRPr b="0" i="0" sz="1350" u="none" cap="none" strike="noStrike">
                <a:solidFill>
                  <a:schemeClr val="dk1"/>
                </a:solidFill>
                <a:latin typeface="Arial"/>
                <a:ea typeface="Arial"/>
                <a:cs typeface="Arial"/>
                <a:sym typeface="Arial"/>
              </a:defRPr>
            </a:lvl4pPr>
            <a:lvl5pPr indent="-314325" lvl="4" marL="2286000" marR="0" rtl="0" algn="l">
              <a:lnSpc>
                <a:spcPct val="90000"/>
              </a:lnSpc>
              <a:spcBef>
                <a:spcPts val="375"/>
              </a:spcBef>
              <a:spcAft>
                <a:spcPts val="0"/>
              </a:spcAft>
              <a:buClr>
                <a:schemeClr val="dk1"/>
              </a:buClr>
              <a:buSzPts val="1350"/>
              <a:buFont typeface="Arial"/>
              <a:buChar char="•"/>
              <a:defRPr b="0" i="0" sz="1350" u="none" cap="none" strike="noStrike">
                <a:solidFill>
                  <a:schemeClr val="dk1"/>
                </a:solidFill>
                <a:latin typeface="Arial"/>
                <a:ea typeface="Arial"/>
                <a:cs typeface="Arial"/>
                <a:sym typeface="Arial"/>
              </a:defRPr>
            </a:lvl5pPr>
            <a:lvl6pPr indent="-314325" lvl="5" marL="2743200" marR="0" rtl="0" algn="l">
              <a:lnSpc>
                <a:spcPct val="90000"/>
              </a:lnSpc>
              <a:spcBef>
                <a:spcPts val="375"/>
              </a:spcBef>
              <a:spcAft>
                <a:spcPts val="0"/>
              </a:spcAft>
              <a:buClr>
                <a:schemeClr val="dk1"/>
              </a:buClr>
              <a:buSzPts val="1350"/>
              <a:buFont typeface="Arial"/>
              <a:buChar char="•"/>
              <a:defRPr b="0" i="0" sz="1350" u="none" cap="none" strike="noStrike">
                <a:solidFill>
                  <a:schemeClr val="dk1"/>
                </a:solidFill>
                <a:latin typeface="Arial"/>
                <a:ea typeface="Arial"/>
                <a:cs typeface="Arial"/>
                <a:sym typeface="Arial"/>
              </a:defRPr>
            </a:lvl6pPr>
            <a:lvl7pPr indent="-314325" lvl="6" marL="3200400" marR="0" rtl="0" algn="l">
              <a:lnSpc>
                <a:spcPct val="90000"/>
              </a:lnSpc>
              <a:spcBef>
                <a:spcPts val="375"/>
              </a:spcBef>
              <a:spcAft>
                <a:spcPts val="0"/>
              </a:spcAft>
              <a:buClr>
                <a:schemeClr val="dk1"/>
              </a:buClr>
              <a:buSzPts val="1350"/>
              <a:buFont typeface="Arial"/>
              <a:buChar char="•"/>
              <a:defRPr b="0" i="0" sz="1350" u="none" cap="none" strike="noStrike">
                <a:solidFill>
                  <a:schemeClr val="dk1"/>
                </a:solidFill>
                <a:latin typeface="Arial"/>
                <a:ea typeface="Arial"/>
                <a:cs typeface="Arial"/>
                <a:sym typeface="Arial"/>
              </a:defRPr>
            </a:lvl7pPr>
            <a:lvl8pPr indent="-314325" lvl="7" marL="3657600" marR="0" rtl="0" algn="l">
              <a:lnSpc>
                <a:spcPct val="90000"/>
              </a:lnSpc>
              <a:spcBef>
                <a:spcPts val="375"/>
              </a:spcBef>
              <a:spcAft>
                <a:spcPts val="0"/>
              </a:spcAft>
              <a:buClr>
                <a:schemeClr val="dk1"/>
              </a:buClr>
              <a:buSzPts val="1350"/>
              <a:buFont typeface="Arial"/>
              <a:buChar char="•"/>
              <a:defRPr b="0" i="0" sz="1350" u="none" cap="none" strike="noStrike">
                <a:solidFill>
                  <a:schemeClr val="dk1"/>
                </a:solidFill>
                <a:latin typeface="Arial"/>
                <a:ea typeface="Arial"/>
                <a:cs typeface="Arial"/>
                <a:sym typeface="Arial"/>
              </a:defRPr>
            </a:lvl8pPr>
            <a:lvl9pPr indent="-314325" lvl="8" marL="4114800" marR="0" rtl="0" algn="l">
              <a:lnSpc>
                <a:spcPct val="90000"/>
              </a:lnSpc>
              <a:spcBef>
                <a:spcPts val="375"/>
              </a:spcBef>
              <a:spcAft>
                <a:spcPts val="0"/>
              </a:spcAft>
              <a:buClr>
                <a:schemeClr val="dk1"/>
              </a:buClr>
              <a:buSzPts val="1350"/>
              <a:buFont typeface="Arial"/>
              <a:buChar char="•"/>
              <a:defRPr b="0" i="0" sz="1350" u="none" cap="none" strike="noStrike">
                <a:solidFill>
                  <a:schemeClr val="dk1"/>
                </a:solidFill>
                <a:latin typeface="Arial"/>
                <a:ea typeface="Arial"/>
                <a:cs typeface="Arial"/>
                <a:sym typeface="Arial"/>
              </a:defRPr>
            </a:lvl9pPr>
          </a:lstStyle>
          <a:p/>
        </p:txBody>
      </p:sp>
      <p:sp>
        <p:nvSpPr>
          <p:cNvPr id="8" name="Google Shape;8;p1"/>
          <p:cNvSpPr txBox="1"/>
          <p:nvPr>
            <p:ph idx="10" type="dt"/>
          </p:nvPr>
        </p:nvSpPr>
        <p:spPr>
          <a:xfrm>
            <a:off x="471488" y="8475136"/>
            <a:ext cx="1543050" cy="486833"/>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900" u="none" cap="none" strike="noStrike">
                <a:solidFill>
                  <a:srgbClr val="757575"/>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9" name="Google Shape;9;p1"/>
          <p:cNvSpPr txBox="1"/>
          <p:nvPr>
            <p:ph idx="11" type="ftr"/>
          </p:nvPr>
        </p:nvSpPr>
        <p:spPr>
          <a:xfrm>
            <a:off x="2271713" y="8475136"/>
            <a:ext cx="2314575" cy="486833"/>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900" u="none" cap="none" strike="noStrike">
                <a:solidFill>
                  <a:srgbClr val="757575"/>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10" name="Google Shape;10;p1"/>
          <p:cNvSpPr txBox="1"/>
          <p:nvPr>
            <p:ph idx="12" type="sldNum"/>
          </p:nvPr>
        </p:nvSpPr>
        <p:spPr>
          <a:xfrm>
            <a:off x="4843463" y="8475136"/>
            <a:ext cx="1543050" cy="486833"/>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900" u="none" cap="none" strike="noStrike">
                <a:solidFill>
                  <a:srgbClr val="757575"/>
                </a:solidFill>
                <a:latin typeface="Arial"/>
                <a:ea typeface="Arial"/>
                <a:cs typeface="Arial"/>
                <a:sym typeface="Arial"/>
              </a:defRPr>
            </a:lvl1pPr>
            <a:lvl2pPr indent="0" lvl="1" marL="0" marR="0" rtl="0" algn="r">
              <a:spcBef>
                <a:spcPts val="0"/>
              </a:spcBef>
              <a:buNone/>
              <a:defRPr b="0" i="0" sz="900" u="none" cap="none" strike="noStrike">
                <a:solidFill>
                  <a:srgbClr val="757575"/>
                </a:solidFill>
                <a:latin typeface="Arial"/>
                <a:ea typeface="Arial"/>
                <a:cs typeface="Arial"/>
                <a:sym typeface="Arial"/>
              </a:defRPr>
            </a:lvl2pPr>
            <a:lvl3pPr indent="0" lvl="2" marL="0" marR="0" rtl="0" algn="r">
              <a:spcBef>
                <a:spcPts val="0"/>
              </a:spcBef>
              <a:buNone/>
              <a:defRPr b="0" i="0" sz="900" u="none" cap="none" strike="noStrike">
                <a:solidFill>
                  <a:srgbClr val="757575"/>
                </a:solidFill>
                <a:latin typeface="Arial"/>
                <a:ea typeface="Arial"/>
                <a:cs typeface="Arial"/>
                <a:sym typeface="Arial"/>
              </a:defRPr>
            </a:lvl3pPr>
            <a:lvl4pPr indent="0" lvl="3" marL="0" marR="0" rtl="0" algn="r">
              <a:spcBef>
                <a:spcPts val="0"/>
              </a:spcBef>
              <a:buNone/>
              <a:defRPr b="0" i="0" sz="900" u="none" cap="none" strike="noStrike">
                <a:solidFill>
                  <a:srgbClr val="757575"/>
                </a:solidFill>
                <a:latin typeface="Arial"/>
                <a:ea typeface="Arial"/>
                <a:cs typeface="Arial"/>
                <a:sym typeface="Arial"/>
              </a:defRPr>
            </a:lvl4pPr>
            <a:lvl5pPr indent="0" lvl="4" marL="0" marR="0" rtl="0" algn="r">
              <a:spcBef>
                <a:spcPts val="0"/>
              </a:spcBef>
              <a:buNone/>
              <a:defRPr b="0" i="0" sz="900" u="none" cap="none" strike="noStrike">
                <a:solidFill>
                  <a:srgbClr val="757575"/>
                </a:solidFill>
                <a:latin typeface="Arial"/>
                <a:ea typeface="Arial"/>
                <a:cs typeface="Arial"/>
                <a:sym typeface="Arial"/>
              </a:defRPr>
            </a:lvl5pPr>
            <a:lvl6pPr indent="0" lvl="5" marL="0" marR="0" rtl="0" algn="r">
              <a:spcBef>
                <a:spcPts val="0"/>
              </a:spcBef>
              <a:buNone/>
              <a:defRPr b="0" i="0" sz="900" u="none" cap="none" strike="noStrike">
                <a:solidFill>
                  <a:srgbClr val="757575"/>
                </a:solidFill>
                <a:latin typeface="Arial"/>
                <a:ea typeface="Arial"/>
                <a:cs typeface="Arial"/>
                <a:sym typeface="Arial"/>
              </a:defRPr>
            </a:lvl6pPr>
            <a:lvl7pPr indent="0" lvl="6" marL="0" marR="0" rtl="0" algn="r">
              <a:spcBef>
                <a:spcPts val="0"/>
              </a:spcBef>
              <a:buNone/>
              <a:defRPr b="0" i="0" sz="900" u="none" cap="none" strike="noStrike">
                <a:solidFill>
                  <a:srgbClr val="757575"/>
                </a:solidFill>
                <a:latin typeface="Arial"/>
                <a:ea typeface="Arial"/>
                <a:cs typeface="Arial"/>
                <a:sym typeface="Arial"/>
              </a:defRPr>
            </a:lvl7pPr>
            <a:lvl8pPr indent="0" lvl="7" marL="0" marR="0" rtl="0" algn="r">
              <a:spcBef>
                <a:spcPts val="0"/>
              </a:spcBef>
              <a:buNone/>
              <a:defRPr b="0" i="0" sz="900" u="none" cap="none" strike="noStrike">
                <a:solidFill>
                  <a:srgbClr val="757575"/>
                </a:solidFill>
                <a:latin typeface="Arial"/>
                <a:ea typeface="Arial"/>
                <a:cs typeface="Arial"/>
                <a:sym typeface="Arial"/>
              </a:defRPr>
            </a:lvl8pPr>
            <a:lvl9pPr indent="0" lvl="8" marL="0" marR="0" rtl="0" algn="r">
              <a:spcBef>
                <a:spcPts val="0"/>
              </a:spcBef>
              <a:buNone/>
              <a:defRPr b="0" i="0" sz="9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p13"/>
          <p:cNvSpPr/>
          <p:nvPr/>
        </p:nvSpPr>
        <p:spPr>
          <a:xfrm>
            <a:off x="33951" y="45268"/>
            <a:ext cx="6790099" cy="9053465"/>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85" name="Google Shape;85;p13"/>
          <p:cNvSpPr/>
          <p:nvPr/>
        </p:nvSpPr>
        <p:spPr>
          <a:xfrm>
            <a:off x="16975" y="0"/>
            <a:ext cx="6858000" cy="9144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grpSp>
        <p:nvGrpSpPr>
          <p:cNvPr id="86" name="Google Shape;86;p13"/>
          <p:cNvGrpSpPr/>
          <p:nvPr/>
        </p:nvGrpSpPr>
        <p:grpSpPr>
          <a:xfrm>
            <a:off x="0" y="0"/>
            <a:ext cx="6865269" cy="9144001"/>
            <a:chOff x="0" y="0"/>
            <a:chExt cx="6865269" cy="9144001"/>
          </a:xfrm>
        </p:grpSpPr>
        <p:sp>
          <p:nvSpPr>
            <p:cNvPr id="87" name="Google Shape;87;p13"/>
            <p:cNvSpPr/>
            <p:nvPr/>
          </p:nvSpPr>
          <p:spPr>
            <a:xfrm>
              <a:off x="0" y="0"/>
              <a:ext cx="6858000" cy="432000"/>
            </a:xfrm>
            <a:prstGeom prst="rect">
              <a:avLst/>
            </a:prstGeom>
            <a:solidFill>
              <a:srgbClr val="F2A982">
                <a:alpha val="10196"/>
              </a:srgbClr>
            </a:solidFill>
            <a:ln cap="flat" cmpd="sng" w="19050">
              <a:solidFill>
                <a:srgbClr val="7F340D"/>
              </a:solidFill>
              <a:prstDash val="dash"/>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88" name="Google Shape;88;p13"/>
            <p:cNvSpPr/>
            <p:nvPr/>
          </p:nvSpPr>
          <p:spPr>
            <a:xfrm>
              <a:off x="0" y="8712000"/>
              <a:ext cx="6858000" cy="432000"/>
            </a:xfrm>
            <a:prstGeom prst="rect">
              <a:avLst/>
            </a:prstGeom>
            <a:solidFill>
              <a:srgbClr val="F2A982">
                <a:alpha val="10196"/>
              </a:srgbClr>
            </a:solidFill>
            <a:ln cap="flat" cmpd="sng" w="19050">
              <a:solidFill>
                <a:srgbClr val="7F340D"/>
              </a:solidFill>
              <a:prstDash val="dash"/>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89" name="Google Shape;89;p13"/>
            <p:cNvSpPr/>
            <p:nvPr/>
          </p:nvSpPr>
          <p:spPr>
            <a:xfrm>
              <a:off x="0" y="1"/>
              <a:ext cx="540000" cy="9144000"/>
            </a:xfrm>
            <a:prstGeom prst="rect">
              <a:avLst/>
            </a:prstGeom>
            <a:solidFill>
              <a:srgbClr val="F2A982">
                <a:alpha val="10196"/>
              </a:srgbClr>
            </a:solidFill>
            <a:ln cap="flat" cmpd="sng" w="19050">
              <a:solidFill>
                <a:srgbClr val="7F340D"/>
              </a:solidFill>
              <a:prstDash val="dash"/>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90" name="Google Shape;90;p13"/>
            <p:cNvSpPr/>
            <p:nvPr/>
          </p:nvSpPr>
          <p:spPr>
            <a:xfrm>
              <a:off x="6325269" y="0"/>
              <a:ext cx="540000" cy="9144000"/>
            </a:xfrm>
            <a:prstGeom prst="rect">
              <a:avLst/>
            </a:prstGeom>
            <a:solidFill>
              <a:srgbClr val="F2A982">
                <a:alpha val="10196"/>
              </a:srgbClr>
            </a:solidFill>
            <a:ln cap="flat" cmpd="sng" w="19050">
              <a:solidFill>
                <a:srgbClr val="7F340D"/>
              </a:solidFill>
              <a:prstDash val="dash"/>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grpSp>
      <p:sp>
        <p:nvSpPr>
          <p:cNvPr id="91" name="Google Shape;91;p13"/>
          <p:cNvSpPr/>
          <p:nvPr/>
        </p:nvSpPr>
        <p:spPr>
          <a:xfrm>
            <a:off x="539999" y="431999"/>
            <a:ext cx="5785269" cy="54000"/>
          </a:xfrm>
          <a:prstGeom prst="rect">
            <a:avLst/>
          </a:prstGeom>
          <a:solidFill>
            <a:schemeClr val="accent1"/>
          </a:solidFill>
          <a:ln cap="flat" cmpd="sng" w="19050">
            <a:solidFill>
              <a:srgbClr val="08283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92" name="Google Shape;92;p13"/>
          <p:cNvSpPr/>
          <p:nvPr/>
        </p:nvSpPr>
        <p:spPr>
          <a:xfrm>
            <a:off x="554538" y="8661917"/>
            <a:ext cx="2592000" cy="54000"/>
          </a:xfrm>
          <a:prstGeom prst="rect">
            <a:avLst/>
          </a:prstGeom>
          <a:solidFill>
            <a:schemeClr val="accent1"/>
          </a:solidFill>
          <a:ln cap="flat" cmpd="sng" w="19050">
            <a:solidFill>
              <a:srgbClr val="08283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93" name="Google Shape;93;p13"/>
          <p:cNvSpPr/>
          <p:nvPr/>
        </p:nvSpPr>
        <p:spPr>
          <a:xfrm>
            <a:off x="3734844" y="8661917"/>
            <a:ext cx="2592000" cy="54000"/>
          </a:xfrm>
          <a:prstGeom prst="rect">
            <a:avLst/>
          </a:prstGeom>
          <a:solidFill>
            <a:schemeClr val="accent1"/>
          </a:solidFill>
          <a:ln cap="flat" cmpd="sng" w="19050">
            <a:solidFill>
              <a:srgbClr val="08283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94" name="Google Shape;94;p13"/>
          <p:cNvSpPr txBox="1"/>
          <p:nvPr/>
        </p:nvSpPr>
        <p:spPr>
          <a:xfrm>
            <a:off x="3163826" y="8511531"/>
            <a:ext cx="575734" cy="369332"/>
          </a:xfrm>
          <a:prstGeom prst="rect">
            <a:avLst/>
          </a:prstGeom>
          <a:noFill/>
          <a:ln>
            <a:noFill/>
          </a:ln>
        </p:spPr>
        <p:txBody>
          <a:bodyPr anchorCtr="0" anchor="ctr" bIns="45700" lIns="91425" spcFirstLastPara="1" rIns="91425" wrap="square" tIns="45700">
            <a:spAutoFit/>
          </a:bodyPr>
          <a:lstStyle/>
          <a:p>
            <a:pPr indent="0" lvl="0" marL="0" marR="0" rtl="0" algn="ctr">
              <a:spcBef>
                <a:spcPts val="0"/>
              </a:spcBef>
              <a:spcAft>
                <a:spcPts val="0"/>
              </a:spcAft>
              <a:buNone/>
            </a:pPr>
            <a:r>
              <a:rPr b="0" i="0" lang="en-US" sz="1800" u="none" cap="none" strike="noStrike">
                <a:solidFill>
                  <a:schemeClr val="dk1"/>
                </a:solidFill>
                <a:latin typeface="Arial"/>
                <a:ea typeface="Arial"/>
                <a:cs typeface="Arial"/>
                <a:sym typeface="Arial"/>
              </a:rPr>
              <a:t>1</a:t>
            </a:r>
            <a:endParaRPr b="0" i="0" sz="1800" u="none" cap="none" strike="noStrike">
              <a:solidFill>
                <a:schemeClr val="dk1"/>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 name="Shape 98"/>
        <p:cNvGrpSpPr/>
        <p:nvPr/>
      </p:nvGrpSpPr>
      <p:grpSpPr>
        <a:xfrm>
          <a:off x="0" y="0"/>
          <a:ext cx="0" cy="0"/>
          <a:chOff x="0" y="0"/>
          <a:chExt cx="0" cy="0"/>
        </a:xfrm>
      </p:grpSpPr>
      <p:sp>
        <p:nvSpPr>
          <p:cNvPr id="99" name="Google Shape;99;p14"/>
          <p:cNvSpPr/>
          <p:nvPr/>
        </p:nvSpPr>
        <p:spPr>
          <a:xfrm>
            <a:off x="0" y="0"/>
            <a:ext cx="6858000" cy="9144000"/>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100" name="Google Shape;100;p14"/>
          <p:cNvSpPr/>
          <p:nvPr/>
        </p:nvSpPr>
        <p:spPr>
          <a:xfrm>
            <a:off x="7269" y="240350"/>
            <a:ext cx="6858000" cy="9144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grpSp>
        <p:nvGrpSpPr>
          <p:cNvPr id="101" name="Google Shape;101;p14"/>
          <p:cNvGrpSpPr/>
          <p:nvPr/>
        </p:nvGrpSpPr>
        <p:grpSpPr>
          <a:xfrm>
            <a:off x="0" y="0"/>
            <a:ext cx="6865269" cy="9144001"/>
            <a:chOff x="0" y="0"/>
            <a:chExt cx="6865269" cy="9144001"/>
          </a:xfrm>
        </p:grpSpPr>
        <p:sp>
          <p:nvSpPr>
            <p:cNvPr id="102" name="Google Shape;102;p14"/>
            <p:cNvSpPr/>
            <p:nvPr/>
          </p:nvSpPr>
          <p:spPr>
            <a:xfrm>
              <a:off x="0" y="0"/>
              <a:ext cx="6858000" cy="432000"/>
            </a:xfrm>
            <a:prstGeom prst="rect">
              <a:avLst/>
            </a:prstGeom>
            <a:solidFill>
              <a:srgbClr val="F2A982">
                <a:alpha val="10196"/>
              </a:srgbClr>
            </a:solidFill>
            <a:ln cap="flat" cmpd="sng" w="19050">
              <a:solidFill>
                <a:srgbClr val="7F340D"/>
              </a:solidFill>
              <a:prstDash val="dash"/>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103" name="Google Shape;103;p14"/>
            <p:cNvSpPr/>
            <p:nvPr/>
          </p:nvSpPr>
          <p:spPr>
            <a:xfrm>
              <a:off x="0" y="8712000"/>
              <a:ext cx="6858000" cy="432000"/>
            </a:xfrm>
            <a:prstGeom prst="rect">
              <a:avLst/>
            </a:prstGeom>
            <a:solidFill>
              <a:srgbClr val="F2A982">
                <a:alpha val="10196"/>
              </a:srgbClr>
            </a:solidFill>
            <a:ln cap="flat" cmpd="sng" w="19050">
              <a:solidFill>
                <a:srgbClr val="7F340D"/>
              </a:solidFill>
              <a:prstDash val="dash"/>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104" name="Google Shape;104;p14"/>
            <p:cNvSpPr/>
            <p:nvPr/>
          </p:nvSpPr>
          <p:spPr>
            <a:xfrm>
              <a:off x="0" y="1"/>
              <a:ext cx="540000" cy="9144000"/>
            </a:xfrm>
            <a:prstGeom prst="rect">
              <a:avLst/>
            </a:prstGeom>
            <a:solidFill>
              <a:srgbClr val="F2A982">
                <a:alpha val="10196"/>
              </a:srgbClr>
            </a:solidFill>
            <a:ln cap="flat" cmpd="sng" w="19050">
              <a:solidFill>
                <a:srgbClr val="7F340D"/>
              </a:solidFill>
              <a:prstDash val="dash"/>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105" name="Google Shape;105;p14"/>
            <p:cNvSpPr/>
            <p:nvPr/>
          </p:nvSpPr>
          <p:spPr>
            <a:xfrm>
              <a:off x="6325269" y="0"/>
              <a:ext cx="540000" cy="9144000"/>
            </a:xfrm>
            <a:prstGeom prst="rect">
              <a:avLst/>
            </a:prstGeom>
            <a:solidFill>
              <a:srgbClr val="F2A982">
                <a:alpha val="10196"/>
              </a:srgbClr>
            </a:solidFill>
            <a:ln cap="flat" cmpd="sng" w="19050">
              <a:solidFill>
                <a:srgbClr val="7F340D"/>
              </a:solidFill>
              <a:prstDash val="dash"/>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grpSp>
      <p:sp>
        <p:nvSpPr>
          <p:cNvPr id="106" name="Google Shape;106;p14"/>
          <p:cNvSpPr/>
          <p:nvPr/>
        </p:nvSpPr>
        <p:spPr>
          <a:xfrm>
            <a:off x="554538" y="8661917"/>
            <a:ext cx="2592000" cy="54000"/>
          </a:xfrm>
          <a:prstGeom prst="rect">
            <a:avLst/>
          </a:prstGeom>
          <a:solidFill>
            <a:schemeClr val="accent1"/>
          </a:solidFill>
          <a:ln cap="flat" cmpd="sng" w="19050">
            <a:solidFill>
              <a:srgbClr val="08283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107" name="Google Shape;107;p14"/>
          <p:cNvSpPr/>
          <p:nvPr/>
        </p:nvSpPr>
        <p:spPr>
          <a:xfrm>
            <a:off x="3734844" y="8661917"/>
            <a:ext cx="2592000" cy="54000"/>
          </a:xfrm>
          <a:prstGeom prst="rect">
            <a:avLst/>
          </a:prstGeom>
          <a:solidFill>
            <a:schemeClr val="accent1"/>
          </a:solidFill>
          <a:ln cap="flat" cmpd="sng" w="19050">
            <a:solidFill>
              <a:srgbClr val="08283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108" name="Google Shape;108;p14"/>
          <p:cNvSpPr txBox="1"/>
          <p:nvPr/>
        </p:nvSpPr>
        <p:spPr>
          <a:xfrm>
            <a:off x="3163826" y="8511531"/>
            <a:ext cx="575734" cy="369332"/>
          </a:xfrm>
          <a:prstGeom prst="rect">
            <a:avLst/>
          </a:prstGeom>
          <a:noFill/>
          <a:ln>
            <a:noFill/>
          </a:ln>
        </p:spPr>
        <p:txBody>
          <a:bodyPr anchorCtr="0" anchor="ctr" bIns="45700" lIns="91425" spcFirstLastPara="1" rIns="91425" wrap="square" tIns="45700">
            <a:spAutoFit/>
          </a:bodyPr>
          <a:lstStyle/>
          <a:p>
            <a:pPr indent="0" lvl="0" marL="0" marR="0" rtl="0" algn="ctr">
              <a:spcBef>
                <a:spcPts val="0"/>
              </a:spcBef>
              <a:spcAft>
                <a:spcPts val="0"/>
              </a:spcAft>
              <a:buNone/>
            </a:pPr>
            <a:r>
              <a:rPr b="0" i="0" lang="en-US" sz="1800" u="none" cap="none" strike="noStrike">
                <a:solidFill>
                  <a:schemeClr val="dk1"/>
                </a:solidFill>
                <a:latin typeface="Arial"/>
                <a:ea typeface="Arial"/>
                <a:cs typeface="Arial"/>
                <a:sym typeface="Arial"/>
              </a:rPr>
              <a:t>1</a:t>
            </a:r>
            <a:endParaRPr b="0" i="0" sz="1800" u="none" cap="none" strike="noStrike">
              <a:solidFill>
                <a:schemeClr val="dk1"/>
              </a:solidFill>
              <a:latin typeface="Arial"/>
              <a:ea typeface="Arial"/>
              <a:cs typeface="Arial"/>
              <a:sym typeface="Arial"/>
            </a:endParaRPr>
          </a:p>
        </p:txBody>
      </p:sp>
      <p:sp>
        <p:nvSpPr>
          <p:cNvPr id="109" name="Google Shape;109;p14"/>
          <p:cNvSpPr txBox="1"/>
          <p:nvPr/>
        </p:nvSpPr>
        <p:spPr>
          <a:xfrm>
            <a:off x="661350" y="840575"/>
            <a:ext cx="5554500" cy="585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3200" u="none" cap="none" strike="noStrike">
                <a:solidFill>
                  <a:schemeClr val="dk1"/>
                </a:solidFill>
                <a:latin typeface="Quattrocento Sans"/>
                <a:ea typeface="Quattrocento Sans"/>
                <a:cs typeface="Quattrocento Sans"/>
                <a:sym typeface="Quattrocento Sans"/>
              </a:rPr>
              <a:t>FlexChroma</a:t>
            </a:r>
            <a:r>
              <a:rPr b="1" i="0" lang="en-US" sz="3200" u="none" cap="none" strike="noStrike">
                <a:solidFill>
                  <a:schemeClr val="dk1"/>
                </a:solidFill>
                <a:latin typeface="IBM Plex Sans JP"/>
                <a:ea typeface="IBM Plex Sans JP"/>
                <a:cs typeface="IBM Plex Sans JP"/>
                <a:sym typeface="IBM Plex Sans JP"/>
              </a:rPr>
              <a:t> </a:t>
            </a:r>
            <a:r>
              <a:rPr b="1" lang="en-US" sz="2400">
                <a:solidFill>
                  <a:schemeClr val="dk1"/>
                </a:solidFill>
                <a:latin typeface="IBM Plex Sans JP"/>
                <a:ea typeface="IBM Plex Sans JP"/>
                <a:cs typeface="IBM Plex Sans JP"/>
                <a:sym typeface="IBM Plex Sans JP"/>
              </a:rPr>
              <a:t>Blend Color Checker</a:t>
            </a:r>
            <a:endParaRPr b="1" sz="2400">
              <a:solidFill>
                <a:schemeClr val="dk1"/>
              </a:solidFill>
              <a:latin typeface="IBM Plex Sans JP"/>
              <a:ea typeface="IBM Plex Sans JP"/>
              <a:cs typeface="IBM Plex Sans JP"/>
              <a:sym typeface="IBM Plex Sans JP"/>
            </a:endParaRPr>
          </a:p>
        </p:txBody>
      </p:sp>
      <p:sp>
        <p:nvSpPr>
          <p:cNvPr id="110" name="Google Shape;110;p14"/>
          <p:cNvSpPr/>
          <p:nvPr/>
        </p:nvSpPr>
        <p:spPr>
          <a:xfrm>
            <a:off x="566175" y="3042785"/>
            <a:ext cx="204600" cy="204600"/>
          </a:xfrm>
          <a:prstGeom prst="ellipse">
            <a:avLst/>
          </a:prstGeom>
          <a:solidFill>
            <a:schemeClr val="accent1"/>
          </a:solidFill>
          <a:ln cap="flat" cmpd="sng" w="19050">
            <a:solidFill>
              <a:srgbClr val="08283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11" name="Google Shape;111;p14"/>
          <p:cNvSpPr txBox="1"/>
          <p:nvPr/>
        </p:nvSpPr>
        <p:spPr>
          <a:xfrm>
            <a:off x="770844" y="2957097"/>
            <a:ext cx="2055300" cy="400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000">
                <a:solidFill>
                  <a:schemeClr val="dk1"/>
                </a:solidFill>
                <a:latin typeface="IBM Plex Sans JP SemiBold"/>
                <a:ea typeface="IBM Plex Sans JP SemiBold"/>
                <a:cs typeface="IBM Plex Sans JP SemiBold"/>
                <a:sym typeface="IBM Plex Sans JP SemiBold"/>
              </a:rPr>
              <a:t>1. はじめに </a:t>
            </a:r>
            <a:endParaRPr b="1" sz="2000">
              <a:solidFill>
                <a:schemeClr val="dk1"/>
              </a:solidFill>
              <a:latin typeface="IBM Plex Sans JP SemiBold"/>
              <a:ea typeface="IBM Plex Sans JP SemiBold"/>
              <a:cs typeface="IBM Plex Sans JP SemiBold"/>
              <a:sym typeface="IBM Plex Sans JP SemiBold"/>
            </a:endParaRPr>
          </a:p>
        </p:txBody>
      </p:sp>
      <p:sp>
        <p:nvSpPr>
          <p:cNvPr id="112" name="Google Shape;112;p14"/>
          <p:cNvSpPr txBox="1"/>
          <p:nvPr/>
        </p:nvSpPr>
        <p:spPr>
          <a:xfrm>
            <a:off x="668508" y="3380037"/>
            <a:ext cx="5649600" cy="815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050">
                <a:solidFill>
                  <a:schemeClr val="dk1"/>
                </a:solidFill>
                <a:latin typeface="Quattrocento Sans"/>
                <a:ea typeface="Quattrocento Sans"/>
                <a:cs typeface="Quattrocento Sans"/>
                <a:sym typeface="Quattrocento Sans"/>
              </a:rPr>
              <a:t>FlexChroma Blend Color Checker は、FlexChroma Blend Filament による 混色比ごとの色を実際に目 で見て評価するための専用モデルです。 </a:t>
            </a:r>
            <a:endParaRPr sz="1050">
              <a:solidFill>
                <a:schemeClr val="dk1"/>
              </a:solidFill>
              <a:latin typeface="Quattrocento Sans"/>
              <a:ea typeface="Quattrocento Sans"/>
              <a:cs typeface="Quattrocento Sans"/>
              <a:sym typeface="Quattrocento Sans"/>
            </a:endParaRPr>
          </a:p>
          <a:p>
            <a:pPr indent="0" lvl="0" marL="0" marR="0" rtl="0" algn="l">
              <a:spcBef>
                <a:spcPts val="0"/>
              </a:spcBef>
              <a:spcAft>
                <a:spcPts val="0"/>
              </a:spcAft>
              <a:buNone/>
            </a:pPr>
            <a:r>
              <a:t/>
            </a:r>
            <a:endParaRPr sz="500">
              <a:solidFill>
                <a:schemeClr val="dk1"/>
              </a:solidFill>
              <a:latin typeface="Quattrocento Sans"/>
              <a:ea typeface="Quattrocento Sans"/>
              <a:cs typeface="Quattrocento Sans"/>
              <a:sym typeface="Quattrocento Sans"/>
            </a:endParaRPr>
          </a:p>
          <a:p>
            <a:pPr indent="0" lvl="0" marL="0" marR="0" rtl="0" algn="l">
              <a:spcBef>
                <a:spcPts val="0"/>
              </a:spcBef>
              <a:spcAft>
                <a:spcPts val="0"/>
              </a:spcAft>
              <a:buNone/>
            </a:pPr>
            <a:r>
              <a:rPr lang="en-US" sz="1050">
                <a:solidFill>
                  <a:schemeClr val="dk1"/>
                </a:solidFill>
                <a:latin typeface="Quattrocento Sans"/>
                <a:ea typeface="Quattrocento Sans"/>
                <a:cs typeface="Quattrocento Sans"/>
                <a:sym typeface="Quattrocento Sans"/>
              </a:rPr>
              <a:t>AMS により生成された21段の混色領域に分かれた混色フィラメントを使用し、混色比と実際の色がどのように対応する か を直接確認できるよう設計されています。 </a:t>
            </a:r>
            <a:endParaRPr b="1" sz="1050">
              <a:solidFill>
                <a:schemeClr val="dk1"/>
              </a:solidFill>
              <a:latin typeface="IBM Plex Sans JP"/>
              <a:ea typeface="IBM Plex Sans JP"/>
              <a:cs typeface="IBM Plex Sans JP"/>
              <a:sym typeface="IBM Plex Sans JP"/>
            </a:endParaRPr>
          </a:p>
        </p:txBody>
      </p:sp>
      <p:sp>
        <p:nvSpPr>
          <p:cNvPr id="113" name="Google Shape;113;p14"/>
          <p:cNvSpPr/>
          <p:nvPr/>
        </p:nvSpPr>
        <p:spPr>
          <a:xfrm>
            <a:off x="566175" y="4651370"/>
            <a:ext cx="204600" cy="204600"/>
          </a:xfrm>
          <a:prstGeom prst="ellipse">
            <a:avLst/>
          </a:prstGeom>
          <a:solidFill>
            <a:schemeClr val="accent1"/>
          </a:solidFill>
          <a:ln cap="flat" cmpd="sng" w="19050">
            <a:solidFill>
              <a:srgbClr val="08283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14" name="Google Shape;114;p14"/>
          <p:cNvSpPr txBox="1"/>
          <p:nvPr/>
        </p:nvSpPr>
        <p:spPr>
          <a:xfrm>
            <a:off x="770844" y="4556779"/>
            <a:ext cx="3389100" cy="400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000">
                <a:solidFill>
                  <a:schemeClr val="dk1"/>
                </a:solidFill>
                <a:latin typeface="IBM Plex Sans JP SemiBold"/>
                <a:ea typeface="IBM Plex Sans JP SemiBold"/>
                <a:cs typeface="IBM Plex Sans JP SemiBold"/>
                <a:sym typeface="IBM Plex Sans JP SemiBold"/>
              </a:rPr>
              <a:t>2. Color Checker の目的 </a:t>
            </a:r>
            <a:endParaRPr b="1" sz="2400">
              <a:solidFill>
                <a:schemeClr val="dk1"/>
              </a:solidFill>
              <a:latin typeface="IBM Plex Sans JP SemiBold"/>
              <a:ea typeface="IBM Plex Sans JP SemiBold"/>
              <a:cs typeface="IBM Plex Sans JP SemiBold"/>
              <a:sym typeface="IBM Plex Sans JP SemiBold"/>
            </a:endParaRPr>
          </a:p>
        </p:txBody>
      </p:sp>
      <p:sp>
        <p:nvSpPr>
          <p:cNvPr id="115" name="Google Shape;115;p14"/>
          <p:cNvSpPr txBox="1"/>
          <p:nvPr/>
        </p:nvSpPr>
        <p:spPr>
          <a:xfrm>
            <a:off x="661239" y="5006425"/>
            <a:ext cx="5649600" cy="815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050">
                <a:solidFill>
                  <a:schemeClr val="dk1"/>
                </a:solidFill>
                <a:latin typeface="IBM Plex Sans JP"/>
                <a:ea typeface="IBM Plex Sans JP"/>
                <a:cs typeface="IBM Plex Sans JP"/>
                <a:sym typeface="IBM Plex Sans JP"/>
              </a:rPr>
              <a:t>本モデルは以下の用途に最適です。  </a:t>
            </a:r>
            <a:endParaRPr sz="1050">
              <a:solidFill>
                <a:schemeClr val="dk1"/>
              </a:solidFill>
              <a:latin typeface="IBM Plex Sans JP"/>
              <a:ea typeface="IBM Plex Sans JP"/>
              <a:cs typeface="IBM Plex Sans JP"/>
              <a:sym typeface="IBM Plex Sans JP"/>
            </a:endParaRPr>
          </a:p>
          <a:p>
            <a:pPr indent="0" lvl="0" marL="0" marR="0" rtl="0" algn="l">
              <a:spcBef>
                <a:spcPts val="0"/>
              </a:spcBef>
              <a:spcAft>
                <a:spcPts val="0"/>
              </a:spcAft>
              <a:buNone/>
            </a:pPr>
            <a:r>
              <a:t/>
            </a:r>
            <a:endParaRPr sz="500">
              <a:solidFill>
                <a:schemeClr val="dk1"/>
              </a:solidFill>
              <a:latin typeface="IBM Plex Sans JP"/>
              <a:ea typeface="IBM Plex Sans JP"/>
              <a:cs typeface="IBM Plex Sans JP"/>
              <a:sym typeface="IBM Plex Sans JP"/>
            </a:endParaRPr>
          </a:p>
          <a:p>
            <a:pPr indent="-295275" lvl="0" marL="457200" marR="0" rtl="0" algn="l">
              <a:spcBef>
                <a:spcPts val="0"/>
              </a:spcBef>
              <a:spcAft>
                <a:spcPts val="0"/>
              </a:spcAft>
              <a:buClr>
                <a:schemeClr val="dk1"/>
              </a:buClr>
              <a:buSzPts val="1050"/>
              <a:buFont typeface="IBM Plex Sans JP"/>
              <a:buChar char="●"/>
            </a:pPr>
            <a:r>
              <a:rPr lang="en-US" sz="1050">
                <a:solidFill>
                  <a:schemeClr val="dk1"/>
                </a:solidFill>
                <a:latin typeface="IBM Plex Sans JP"/>
                <a:ea typeface="IBM Plex Sans JP"/>
                <a:cs typeface="IBM Plex Sans JP"/>
                <a:sym typeface="IBM Plex Sans JP"/>
              </a:rPr>
              <a:t>混色比ごとの 実際の色の違い を視覚的に確認  </a:t>
            </a:r>
            <a:endParaRPr sz="1050">
              <a:solidFill>
                <a:schemeClr val="dk1"/>
              </a:solidFill>
              <a:latin typeface="IBM Plex Sans JP"/>
              <a:ea typeface="IBM Plex Sans JP"/>
              <a:cs typeface="IBM Plex Sans JP"/>
              <a:sym typeface="IBM Plex Sans JP"/>
            </a:endParaRPr>
          </a:p>
          <a:p>
            <a:pPr indent="-295275" lvl="0" marL="457200" marR="0" rtl="0" algn="l">
              <a:spcBef>
                <a:spcPts val="0"/>
              </a:spcBef>
              <a:spcAft>
                <a:spcPts val="0"/>
              </a:spcAft>
              <a:buClr>
                <a:schemeClr val="dk1"/>
              </a:buClr>
              <a:buSzPts val="1050"/>
              <a:buFont typeface="IBM Plex Sans JP"/>
              <a:buChar char="●"/>
            </a:pPr>
            <a:r>
              <a:rPr lang="en-US" sz="1050">
                <a:solidFill>
                  <a:schemeClr val="dk1"/>
                </a:solidFill>
                <a:latin typeface="IBM Plex Sans JP"/>
                <a:ea typeface="IBM Plex Sans JP"/>
                <a:cs typeface="IBM Plex Sans JP"/>
                <a:sym typeface="IBM Plex Sans JP"/>
              </a:rPr>
              <a:t>印刷方向の違いによる色差の確認  </a:t>
            </a:r>
            <a:endParaRPr sz="1050">
              <a:solidFill>
                <a:schemeClr val="dk1"/>
              </a:solidFill>
              <a:latin typeface="IBM Plex Sans JP"/>
              <a:ea typeface="IBM Plex Sans JP"/>
              <a:cs typeface="IBM Plex Sans JP"/>
              <a:sym typeface="IBM Plex Sans JP"/>
            </a:endParaRPr>
          </a:p>
          <a:p>
            <a:pPr indent="-295275" lvl="0" marL="457200" marR="0" rtl="0" algn="l">
              <a:spcBef>
                <a:spcPts val="0"/>
              </a:spcBef>
              <a:spcAft>
                <a:spcPts val="0"/>
              </a:spcAft>
              <a:buClr>
                <a:schemeClr val="dk1"/>
              </a:buClr>
              <a:buSzPts val="1050"/>
              <a:buFont typeface="IBM Plex Sans JP"/>
              <a:buChar char="●"/>
            </a:pPr>
            <a:r>
              <a:rPr lang="en-US" sz="1050">
                <a:solidFill>
                  <a:schemeClr val="dk1"/>
                </a:solidFill>
                <a:latin typeface="IBM Plex Sans JP"/>
                <a:ea typeface="IBM Plex Sans JP"/>
                <a:cs typeface="IBM Plex Sans JP"/>
                <a:sym typeface="IBM Plex Sans JP"/>
              </a:rPr>
              <a:t>NIX MINI 3 による色計測を前提とした 数値的な色評価 </a:t>
            </a:r>
            <a:endParaRPr b="1" sz="1050">
              <a:solidFill>
                <a:schemeClr val="dk1"/>
              </a:solidFill>
              <a:latin typeface="IBM Plex Sans JP"/>
              <a:ea typeface="IBM Plex Sans JP"/>
              <a:cs typeface="IBM Plex Sans JP"/>
              <a:sym typeface="IBM Plex Sans JP"/>
            </a:endParaRPr>
          </a:p>
        </p:txBody>
      </p:sp>
      <p:grpSp>
        <p:nvGrpSpPr>
          <p:cNvPr id="116" name="Google Shape;116;p14"/>
          <p:cNvGrpSpPr/>
          <p:nvPr/>
        </p:nvGrpSpPr>
        <p:grpSpPr>
          <a:xfrm>
            <a:off x="838609" y="441494"/>
            <a:ext cx="5225389" cy="377792"/>
            <a:chOff x="1042026" y="430737"/>
            <a:chExt cx="4781214" cy="377792"/>
          </a:xfrm>
        </p:grpSpPr>
        <p:sp>
          <p:nvSpPr>
            <p:cNvPr id="117" name="Google Shape;117;p14"/>
            <p:cNvSpPr/>
            <p:nvPr/>
          </p:nvSpPr>
          <p:spPr>
            <a:xfrm>
              <a:off x="1042026" y="430737"/>
              <a:ext cx="4781214" cy="377792"/>
            </a:xfrm>
            <a:prstGeom prst="round2SameRect">
              <a:avLst>
                <a:gd fmla="val 50000" name="adj1"/>
                <a:gd fmla="val 0" name="adj2"/>
              </a:avLst>
            </a:prstGeom>
            <a:solidFill>
              <a:schemeClr val="accent1"/>
            </a:solidFill>
            <a:ln cap="flat" cmpd="sng" w="19050">
              <a:solidFill>
                <a:srgbClr val="08283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18" name="Google Shape;118;p14"/>
            <p:cNvSpPr/>
            <p:nvPr/>
          </p:nvSpPr>
          <p:spPr>
            <a:xfrm>
              <a:off x="1042026" y="697920"/>
              <a:ext cx="4781214" cy="110609"/>
            </a:xfrm>
            <a:prstGeom prst="round2SameRect">
              <a:avLst>
                <a:gd fmla="val 50000" name="adj1"/>
                <a:gd fmla="val 0" name="adj2"/>
              </a:avLst>
            </a:prstGeom>
            <a:solidFill>
              <a:schemeClr val="accent1"/>
            </a:solidFill>
            <a:ln cap="flat" cmpd="sng" w="19050">
              <a:solidFill>
                <a:srgbClr val="08283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grpSp>
      <p:grpSp>
        <p:nvGrpSpPr>
          <p:cNvPr id="119" name="Google Shape;119;p14"/>
          <p:cNvGrpSpPr/>
          <p:nvPr/>
        </p:nvGrpSpPr>
        <p:grpSpPr>
          <a:xfrm rot="10800000">
            <a:off x="847807" y="2224664"/>
            <a:ext cx="5225389" cy="377792"/>
            <a:chOff x="1042026" y="430737"/>
            <a:chExt cx="4781214" cy="377792"/>
          </a:xfrm>
        </p:grpSpPr>
        <p:sp>
          <p:nvSpPr>
            <p:cNvPr id="120" name="Google Shape;120;p14"/>
            <p:cNvSpPr/>
            <p:nvPr/>
          </p:nvSpPr>
          <p:spPr>
            <a:xfrm>
              <a:off x="1042026" y="430737"/>
              <a:ext cx="4781214" cy="377792"/>
            </a:xfrm>
            <a:prstGeom prst="round2SameRect">
              <a:avLst>
                <a:gd fmla="val 50000" name="adj1"/>
                <a:gd fmla="val 0" name="adj2"/>
              </a:avLst>
            </a:prstGeom>
            <a:solidFill>
              <a:schemeClr val="accent1"/>
            </a:solidFill>
            <a:ln cap="flat" cmpd="sng" w="19050">
              <a:solidFill>
                <a:srgbClr val="08283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21" name="Google Shape;121;p14"/>
            <p:cNvSpPr/>
            <p:nvPr/>
          </p:nvSpPr>
          <p:spPr>
            <a:xfrm>
              <a:off x="1042026" y="697920"/>
              <a:ext cx="4781214" cy="110609"/>
            </a:xfrm>
            <a:prstGeom prst="round2SameRect">
              <a:avLst>
                <a:gd fmla="val 50000" name="adj1"/>
                <a:gd fmla="val 0" name="adj2"/>
              </a:avLst>
            </a:prstGeom>
            <a:solidFill>
              <a:schemeClr val="accent1"/>
            </a:solidFill>
            <a:ln cap="flat" cmpd="sng" w="19050">
              <a:solidFill>
                <a:srgbClr val="08283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grpSp>
      <p:sp>
        <p:nvSpPr>
          <p:cNvPr id="122" name="Google Shape;122;p14"/>
          <p:cNvSpPr txBox="1"/>
          <p:nvPr/>
        </p:nvSpPr>
        <p:spPr>
          <a:xfrm>
            <a:off x="713926" y="1446875"/>
            <a:ext cx="5368200" cy="3231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500">
                <a:solidFill>
                  <a:schemeClr val="dk1"/>
                </a:solidFill>
                <a:latin typeface="IBM Plex Sans JP"/>
                <a:ea typeface="IBM Plex Sans JP"/>
                <a:cs typeface="IBM Plex Sans JP"/>
                <a:sym typeface="IBM Plex Sans JP"/>
              </a:rPr>
              <a:t>- </a:t>
            </a:r>
            <a:r>
              <a:rPr lang="en-US" sz="1500">
                <a:solidFill>
                  <a:schemeClr val="dk1"/>
                </a:solidFill>
                <a:latin typeface="IBM Plex Sans JP"/>
                <a:ea typeface="IBM Plex Sans JP"/>
                <a:cs typeface="IBM Plex Sans JP"/>
                <a:sym typeface="IBM Plex Sans JP"/>
              </a:rPr>
              <a:t>実際の印刷結果を見て</a:t>
            </a:r>
            <a:r>
              <a:rPr lang="en-US" sz="1500">
                <a:solidFill>
                  <a:schemeClr val="dk1"/>
                </a:solidFill>
                <a:latin typeface="IBM Plex Sans JP"/>
                <a:ea typeface="IBM Plex Sans JP"/>
                <a:cs typeface="IBM Plex Sans JP"/>
                <a:sym typeface="IBM Plex Sans JP"/>
              </a:rPr>
              <a:t>Blend Filament</a:t>
            </a:r>
            <a:r>
              <a:rPr lang="en-US" sz="1500">
                <a:solidFill>
                  <a:schemeClr val="dk1"/>
                </a:solidFill>
                <a:latin typeface="IBM Plex Sans JP"/>
                <a:ea typeface="IBM Plex Sans JP"/>
                <a:cs typeface="IBM Plex Sans JP"/>
                <a:sym typeface="IBM Plex Sans JP"/>
              </a:rPr>
              <a:t>の色を比較しよう</a:t>
            </a:r>
            <a:r>
              <a:rPr lang="en-US" sz="1500">
                <a:solidFill>
                  <a:schemeClr val="dk1"/>
                </a:solidFill>
                <a:latin typeface="IBM Plex Sans JP"/>
                <a:ea typeface="IBM Plex Sans JP"/>
                <a:cs typeface="IBM Plex Sans JP"/>
                <a:sym typeface="IBM Plex Sans JP"/>
              </a:rPr>
              <a:t>  -</a:t>
            </a:r>
            <a:endParaRPr sz="1500">
              <a:solidFill>
                <a:schemeClr val="dk1"/>
              </a:solidFill>
              <a:latin typeface="IBM Plex Sans JP"/>
              <a:ea typeface="IBM Plex Sans JP"/>
              <a:cs typeface="IBM Plex Sans JP"/>
              <a:sym typeface="IBM Plex Sans JP"/>
            </a:endParaRPr>
          </a:p>
        </p:txBody>
      </p:sp>
      <p:sp>
        <p:nvSpPr>
          <p:cNvPr id="123" name="Google Shape;123;p14"/>
          <p:cNvSpPr txBox="1"/>
          <p:nvPr/>
        </p:nvSpPr>
        <p:spPr>
          <a:xfrm>
            <a:off x="2364900" y="1843425"/>
            <a:ext cx="2128200" cy="3078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400">
                <a:solidFill>
                  <a:schemeClr val="dk1"/>
                </a:solidFill>
                <a:latin typeface="IBM Plex Sans JP"/>
                <a:ea typeface="IBM Plex Sans JP"/>
                <a:cs typeface="IBM Plex Sans JP"/>
                <a:sym typeface="IBM Plex Sans JP"/>
              </a:rPr>
              <a:t>Ver.1.1</a:t>
            </a:r>
            <a:r>
              <a:rPr lang="en-US">
                <a:solidFill>
                  <a:schemeClr val="dk1"/>
                </a:solidFill>
                <a:latin typeface="IBM Plex Sans JP"/>
                <a:ea typeface="IBM Plex Sans JP"/>
                <a:cs typeface="IBM Plex Sans JP"/>
                <a:sym typeface="IBM Plex Sans JP"/>
              </a:rPr>
              <a:t>0</a:t>
            </a:r>
            <a:r>
              <a:rPr lang="en-US" sz="1400">
                <a:solidFill>
                  <a:schemeClr val="dk1"/>
                </a:solidFill>
                <a:latin typeface="IBM Plex Sans JP"/>
                <a:ea typeface="IBM Plex Sans JP"/>
                <a:cs typeface="IBM Plex Sans JP"/>
                <a:sym typeface="IBM Plex Sans JP"/>
              </a:rPr>
              <a:t>  2026.8.</a:t>
            </a:r>
            <a:r>
              <a:rPr lang="en-US">
                <a:solidFill>
                  <a:schemeClr val="dk1"/>
                </a:solidFill>
                <a:latin typeface="IBM Plex Sans JP"/>
                <a:ea typeface="IBM Plex Sans JP"/>
                <a:cs typeface="IBM Plex Sans JP"/>
                <a:sym typeface="IBM Plex Sans JP"/>
              </a:rPr>
              <a:t>15</a:t>
            </a:r>
            <a:endParaRPr sz="1400">
              <a:solidFill>
                <a:schemeClr val="dk1"/>
              </a:solidFill>
              <a:latin typeface="IBM Plex Sans JP"/>
              <a:ea typeface="IBM Plex Sans JP"/>
              <a:cs typeface="IBM Plex Sans JP"/>
              <a:sym typeface="IBM Plex Sans JP"/>
            </a:endParaRPr>
          </a:p>
        </p:txBody>
      </p:sp>
      <p:sp>
        <p:nvSpPr>
          <p:cNvPr id="124" name="Google Shape;124;p14"/>
          <p:cNvSpPr/>
          <p:nvPr/>
        </p:nvSpPr>
        <p:spPr>
          <a:xfrm>
            <a:off x="554550" y="6264599"/>
            <a:ext cx="204600" cy="204600"/>
          </a:xfrm>
          <a:prstGeom prst="ellipse">
            <a:avLst/>
          </a:prstGeom>
          <a:solidFill>
            <a:schemeClr val="accent1"/>
          </a:solidFill>
          <a:ln cap="flat" cmpd="sng" w="19050">
            <a:solidFill>
              <a:srgbClr val="08283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25" name="Google Shape;125;p14"/>
          <p:cNvSpPr txBox="1"/>
          <p:nvPr/>
        </p:nvSpPr>
        <p:spPr>
          <a:xfrm>
            <a:off x="759219" y="6170008"/>
            <a:ext cx="3389100" cy="400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000">
                <a:solidFill>
                  <a:schemeClr val="dk1"/>
                </a:solidFill>
                <a:latin typeface="IBM Plex Sans JP SemiBold"/>
                <a:ea typeface="IBM Plex Sans JP SemiBold"/>
                <a:cs typeface="IBM Plex Sans JP SemiBold"/>
                <a:sym typeface="IBM Plex Sans JP SemiBold"/>
              </a:rPr>
              <a:t>3. 印刷データについて </a:t>
            </a:r>
            <a:r>
              <a:rPr lang="en-US" sz="2000">
                <a:solidFill>
                  <a:schemeClr val="dk1"/>
                </a:solidFill>
                <a:latin typeface="IBM Plex Sans JP SemiBold"/>
                <a:ea typeface="IBM Plex Sans JP SemiBold"/>
                <a:cs typeface="IBM Plex Sans JP SemiBold"/>
                <a:sym typeface="IBM Plex Sans JP SemiBold"/>
              </a:rPr>
              <a:t> </a:t>
            </a:r>
            <a:endParaRPr b="1" sz="2400">
              <a:solidFill>
                <a:schemeClr val="dk1"/>
              </a:solidFill>
              <a:latin typeface="IBM Plex Sans JP SemiBold"/>
              <a:ea typeface="IBM Plex Sans JP SemiBold"/>
              <a:cs typeface="IBM Plex Sans JP SemiBold"/>
              <a:sym typeface="IBM Plex Sans JP SemiBold"/>
            </a:endParaRPr>
          </a:p>
        </p:txBody>
      </p:sp>
      <p:sp>
        <p:nvSpPr>
          <p:cNvPr id="126" name="Google Shape;126;p14"/>
          <p:cNvSpPr txBox="1"/>
          <p:nvPr/>
        </p:nvSpPr>
        <p:spPr>
          <a:xfrm>
            <a:off x="661239" y="6704731"/>
            <a:ext cx="5649600" cy="1993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200">
                <a:solidFill>
                  <a:schemeClr val="dk1"/>
                </a:solidFill>
                <a:latin typeface="IBM Plex Sans JP"/>
                <a:ea typeface="IBM Plex Sans JP"/>
                <a:cs typeface="IBM Plex Sans JP"/>
                <a:sym typeface="IBM Plex Sans JP"/>
              </a:rPr>
              <a:t>3.1 Check Filament Data（2 種類）</a:t>
            </a:r>
            <a:endParaRPr b="1" sz="1200">
              <a:solidFill>
                <a:schemeClr val="dk1"/>
              </a:solidFill>
              <a:latin typeface="IBM Plex Sans JP"/>
              <a:ea typeface="IBM Plex Sans JP"/>
              <a:cs typeface="IBM Plex Sans JP"/>
              <a:sym typeface="IBM Plex Sans JP"/>
            </a:endParaRPr>
          </a:p>
          <a:p>
            <a:pPr indent="0" lvl="0" marL="0" marR="0" rtl="0" algn="l">
              <a:spcBef>
                <a:spcPts val="0"/>
              </a:spcBef>
              <a:spcAft>
                <a:spcPts val="0"/>
              </a:spcAft>
              <a:buNone/>
            </a:pPr>
            <a:r>
              <a:t/>
            </a:r>
            <a:endParaRPr sz="600">
              <a:solidFill>
                <a:schemeClr val="dk1"/>
              </a:solidFill>
              <a:latin typeface="IBM Plex Sans JP"/>
              <a:ea typeface="IBM Plex Sans JP"/>
              <a:cs typeface="IBM Plex Sans JP"/>
              <a:sym typeface="IBM Plex Sans JP"/>
            </a:endParaRPr>
          </a:p>
          <a:p>
            <a:pPr indent="0" lvl="0" marL="0" marR="0" rtl="0" algn="l">
              <a:spcBef>
                <a:spcPts val="0"/>
              </a:spcBef>
              <a:spcAft>
                <a:spcPts val="0"/>
              </a:spcAft>
              <a:buNone/>
            </a:pPr>
            <a:r>
              <a:rPr lang="en-US" sz="1050">
                <a:solidFill>
                  <a:schemeClr val="dk1"/>
                </a:solidFill>
                <a:latin typeface="IBM Plex Sans JP"/>
                <a:ea typeface="IBM Plex Sans JP"/>
                <a:cs typeface="IBM Plex Sans JP"/>
                <a:sym typeface="IBM Plex Sans JP"/>
              </a:rPr>
              <a:t> フィラメントデータはBlend Filamentの2種類の分類に従い2つのデータを用意しています。おおよその混色比が決まっ ている場合はその混色比を含むデータを選択し、印刷してください。</a:t>
            </a:r>
            <a:endParaRPr sz="1050">
              <a:solidFill>
                <a:schemeClr val="dk1"/>
              </a:solidFill>
              <a:latin typeface="IBM Plex Sans JP"/>
              <a:ea typeface="IBM Plex Sans JP"/>
              <a:cs typeface="IBM Plex Sans JP"/>
              <a:sym typeface="IBM Plex Sans JP"/>
            </a:endParaRPr>
          </a:p>
          <a:p>
            <a:pPr indent="0" lvl="0" marL="0" marR="0" rtl="0" algn="l">
              <a:spcBef>
                <a:spcPts val="0"/>
              </a:spcBef>
              <a:spcAft>
                <a:spcPts val="0"/>
              </a:spcAft>
              <a:buNone/>
            </a:pPr>
            <a:r>
              <a:rPr lang="en-US" sz="1050">
                <a:solidFill>
                  <a:schemeClr val="dk1"/>
                </a:solidFill>
                <a:latin typeface="IBM Plex Sans JP"/>
                <a:ea typeface="IBM Plex Sans JP"/>
                <a:cs typeface="IBM Plex Sans JP"/>
                <a:sym typeface="IBM Plex Sans JP"/>
              </a:rPr>
              <a:t>Blend Filament 同様に 5%, 10%, 90%と 95%の混色仕 様は同一となっています。</a:t>
            </a:r>
            <a:endParaRPr sz="1050">
              <a:solidFill>
                <a:schemeClr val="dk1"/>
              </a:solidFill>
              <a:latin typeface="IBM Plex Sans JP"/>
              <a:ea typeface="IBM Plex Sans JP"/>
              <a:cs typeface="IBM Plex Sans JP"/>
              <a:sym typeface="IBM Plex Sans JP"/>
            </a:endParaRPr>
          </a:p>
          <a:p>
            <a:pPr indent="0" lvl="0" marL="0" marR="0" rtl="0" algn="l">
              <a:spcBef>
                <a:spcPts val="0"/>
              </a:spcBef>
              <a:spcAft>
                <a:spcPts val="0"/>
              </a:spcAft>
              <a:buNone/>
            </a:pPr>
            <a:r>
              <a:t/>
            </a:r>
            <a:endParaRPr sz="1050">
              <a:solidFill>
                <a:schemeClr val="dk1"/>
              </a:solidFill>
              <a:latin typeface="IBM Plex Sans JP"/>
              <a:ea typeface="IBM Plex Sans JP"/>
              <a:cs typeface="IBM Plex Sans JP"/>
              <a:sym typeface="IBM Plex Sans JP"/>
            </a:endParaRPr>
          </a:p>
          <a:p>
            <a:pPr indent="0" lvl="0" marL="0" marR="0" rtl="0" algn="l">
              <a:spcBef>
                <a:spcPts val="0"/>
              </a:spcBef>
              <a:spcAft>
                <a:spcPts val="0"/>
              </a:spcAft>
              <a:buNone/>
            </a:pPr>
            <a:r>
              <a:rPr lang="en-US" sz="1050">
                <a:solidFill>
                  <a:schemeClr val="dk1"/>
                </a:solidFill>
                <a:latin typeface="IBM Plex Sans JP"/>
                <a:ea typeface="IBM Plex Sans JP"/>
                <a:cs typeface="IBM Plex Sans JP"/>
                <a:sym typeface="IBM Plex Sans JP"/>
              </a:rPr>
              <a:t> ■ Standard（標準版） </a:t>
            </a:r>
            <a:endParaRPr sz="1050">
              <a:solidFill>
                <a:schemeClr val="dk1"/>
              </a:solidFill>
              <a:latin typeface="IBM Plex Sans JP"/>
              <a:ea typeface="IBM Plex Sans JP"/>
              <a:cs typeface="IBM Plex Sans JP"/>
              <a:sym typeface="IBM Plex Sans JP"/>
            </a:endParaRPr>
          </a:p>
          <a:p>
            <a:pPr indent="0" lvl="0" marL="0" marR="0" rtl="0" algn="l">
              <a:spcBef>
                <a:spcPts val="0"/>
              </a:spcBef>
              <a:spcAft>
                <a:spcPts val="0"/>
              </a:spcAft>
              <a:buNone/>
            </a:pPr>
            <a:r>
              <a:t/>
            </a:r>
            <a:endParaRPr sz="500">
              <a:solidFill>
                <a:schemeClr val="dk1"/>
              </a:solidFill>
              <a:latin typeface="IBM Plex Sans JP"/>
              <a:ea typeface="IBM Plex Sans JP"/>
              <a:cs typeface="IBM Plex Sans JP"/>
              <a:sym typeface="IBM Plex Sans JP"/>
            </a:endParaRPr>
          </a:p>
          <a:p>
            <a:pPr indent="0" lvl="0" marL="0" marR="0" rtl="0" algn="l">
              <a:spcBef>
                <a:spcPts val="0"/>
              </a:spcBef>
              <a:spcAft>
                <a:spcPts val="0"/>
              </a:spcAft>
              <a:buNone/>
            </a:pPr>
            <a:r>
              <a:rPr lang="en-US" sz="1050">
                <a:solidFill>
                  <a:schemeClr val="dk1"/>
                </a:solidFill>
                <a:latin typeface="IBM Plex Sans JP"/>
                <a:ea typeface="IBM Plex Sans JP"/>
                <a:cs typeface="IBM Plex Sans JP"/>
                <a:sym typeface="IBM Plex Sans JP"/>
              </a:rPr>
              <a:t>実際の混色比構成：  0, 5, 10, 15, 20, 25, 30, 35, 40, 45, 50, 55, 60, 65, 70, 75, 80, </a:t>
            </a:r>
            <a:endParaRPr sz="1050">
              <a:solidFill>
                <a:schemeClr val="dk1"/>
              </a:solidFill>
              <a:latin typeface="IBM Plex Sans JP"/>
              <a:ea typeface="IBM Plex Sans JP"/>
              <a:cs typeface="IBM Plex Sans JP"/>
              <a:sym typeface="IBM Plex Sans JP"/>
            </a:endParaRPr>
          </a:p>
          <a:p>
            <a:pPr indent="0" lvl="0" marL="0" marR="0" rtl="0" algn="l">
              <a:spcBef>
                <a:spcPts val="0"/>
              </a:spcBef>
              <a:spcAft>
                <a:spcPts val="0"/>
              </a:spcAft>
              <a:buNone/>
            </a:pPr>
            <a:r>
              <a:rPr lang="en-US" sz="1050">
                <a:solidFill>
                  <a:schemeClr val="dk1"/>
                </a:solidFill>
                <a:latin typeface="IBM Plex Sans JP"/>
                <a:ea typeface="IBM Plex Sans JP"/>
                <a:cs typeface="IBM Plex Sans JP"/>
                <a:sym typeface="IBM Plex Sans JP"/>
              </a:rPr>
              <a:t>　　　　　　　　　  85, 90, 95, 100%（合計 21 段階） </a:t>
            </a:r>
            <a:endParaRPr sz="1050">
              <a:solidFill>
                <a:schemeClr val="dk1"/>
              </a:solidFill>
              <a:latin typeface="IBM Plex Sans JP"/>
              <a:ea typeface="IBM Plex Sans JP"/>
              <a:cs typeface="IBM Plex Sans JP"/>
              <a:sym typeface="IBM Plex Sans JP"/>
            </a:endParaRPr>
          </a:p>
          <a:p>
            <a:pPr indent="0" lvl="0" marL="0" marR="0" rtl="0" algn="l">
              <a:spcBef>
                <a:spcPts val="0"/>
              </a:spcBef>
              <a:spcAft>
                <a:spcPts val="0"/>
              </a:spcAft>
              <a:buNone/>
            </a:pPr>
            <a:r>
              <a:t/>
            </a:r>
            <a:endParaRPr sz="600">
              <a:solidFill>
                <a:schemeClr val="dk1"/>
              </a:solidFill>
              <a:latin typeface="IBM Plex Sans JP"/>
              <a:ea typeface="IBM Plex Sans JP"/>
              <a:cs typeface="IBM Plex Sans JP"/>
              <a:sym typeface="IBM Plex Sans JP"/>
            </a:endParaRPr>
          </a:p>
          <a:p>
            <a:pPr indent="0" lvl="0" marL="0" marR="0" rtl="0" algn="l">
              <a:spcBef>
                <a:spcPts val="0"/>
              </a:spcBef>
              <a:spcAft>
                <a:spcPts val="0"/>
              </a:spcAft>
              <a:buNone/>
            </a:pPr>
            <a:r>
              <a:t/>
            </a:r>
            <a:endParaRPr b="1" sz="1050">
              <a:solidFill>
                <a:schemeClr val="dk1"/>
              </a:solidFill>
              <a:latin typeface="IBM Plex Sans JP"/>
              <a:ea typeface="IBM Plex Sans JP"/>
              <a:cs typeface="IBM Plex Sans JP"/>
              <a:sym typeface="IBM Plex Sans JP"/>
            </a:endParaRPr>
          </a:p>
        </p:txBody>
      </p:sp>
      <p:sp>
        <p:nvSpPr>
          <p:cNvPr id="127" name="Google Shape;127;p14"/>
          <p:cNvSpPr/>
          <p:nvPr/>
        </p:nvSpPr>
        <p:spPr>
          <a:xfrm>
            <a:off x="605625" y="6785863"/>
            <a:ext cx="125700" cy="122700"/>
          </a:xfrm>
          <a:prstGeom prst="ellipse">
            <a:avLst/>
          </a:prstGeom>
          <a:solidFill>
            <a:schemeClr val="accent1"/>
          </a:solidFill>
          <a:ln cap="flat" cmpd="sng" w="19050">
            <a:solidFill>
              <a:srgbClr val="08283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5"/>
          <p:cNvSpPr/>
          <p:nvPr/>
        </p:nvSpPr>
        <p:spPr>
          <a:xfrm>
            <a:off x="0" y="0"/>
            <a:ext cx="6858000" cy="9144000"/>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33" name="Google Shape;133;p15"/>
          <p:cNvSpPr/>
          <p:nvPr/>
        </p:nvSpPr>
        <p:spPr>
          <a:xfrm>
            <a:off x="7269" y="0"/>
            <a:ext cx="6858000" cy="9144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grpSp>
        <p:nvGrpSpPr>
          <p:cNvPr id="134" name="Google Shape;134;p15"/>
          <p:cNvGrpSpPr/>
          <p:nvPr/>
        </p:nvGrpSpPr>
        <p:grpSpPr>
          <a:xfrm>
            <a:off x="0" y="0"/>
            <a:ext cx="6865269" cy="9144001"/>
            <a:chOff x="0" y="0"/>
            <a:chExt cx="6865269" cy="9144001"/>
          </a:xfrm>
        </p:grpSpPr>
        <p:sp>
          <p:nvSpPr>
            <p:cNvPr id="135" name="Google Shape;135;p15"/>
            <p:cNvSpPr/>
            <p:nvPr/>
          </p:nvSpPr>
          <p:spPr>
            <a:xfrm>
              <a:off x="0" y="0"/>
              <a:ext cx="6858000" cy="432000"/>
            </a:xfrm>
            <a:prstGeom prst="rect">
              <a:avLst/>
            </a:prstGeom>
            <a:solidFill>
              <a:srgbClr val="F2A982">
                <a:alpha val="10196"/>
              </a:srgbClr>
            </a:solidFill>
            <a:ln cap="flat" cmpd="sng" w="19050">
              <a:solidFill>
                <a:srgbClr val="7F340D"/>
              </a:solidFill>
              <a:prstDash val="dash"/>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36" name="Google Shape;136;p15"/>
            <p:cNvSpPr/>
            <p:nvPr/>
          </p:nvSpPr>
          <p:spPr>
            <a:xfrm>
              <a:off x="0" y="8712000"/>
              <a:ext cx="6858000" cy="432000"/>
            </a:xfrm>
            <a:prstGeom prst="rect">
              <a:avLst/>
            </a:prstGeom>
            <a:solidFill>
              <a:srgbClr val="F2A982">
                <a:alpha val="10196"/>
              </a:srgbClr>
            </a:solidFill>
            <a:ln cap="flat" cmpd="sng" w="19050">
              <a:solidFill>
                <a:srgbClr val="7F340D"/>
              </a:solidFill>
              <a:prstDash val="dash"/>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37" name="Google Shape;137;p15"/>
            <p:cNvSpPr/>
            <p:nvPr/>
          </p:nvSpPr>
          <p:spPr>
            <a:xfrm>
              <a:off x="0" y="1"/>
              <a:ext cx="540000" cy="9144000"/>
            </a:xfrm>
            <a:prstGeom prst="rect">
              <a:avLst/>
            </a:prstGeom>
            <a:solidFill>
              <a:srgbClr val="F2A982">
                <a:alpha val="10196"/>
              </a:srgbClr>
            </a:solidFill>
            <a:ln cap="flat" cmpd="sng" w="19050">
              <a:solidFill>
                <a:srgbClr val="7F340D"/>
              </a:solidFill>
              <a:prstDash val="dash"/>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38" name="Google Shape;138;p15"/>
            <p:cNvSpPr/>
            <p:nvPr/>
          </p:nvSpPr>
          <p:spPr>
            <a:xfrm>
              <a:off x="6325269" y="0"/>
              <a:ext cx="540000" cy="9144000"/>
            </a:xfrm>
            <a:prstGeom prst="rect">
              <a:avLst/>
            </a:prstGeom>
            <a:solidFill>
              <a:srgbClr val="F2A982">
                <a:alpha val="10196"/>
              </a:srgbClr>
            </a:solidFill>
            <a:ln cap="flat" cmpd="sng" w="19050">
              <a:solidFill>
                <a:srgbClr val="7F340D"/>
              </a:solidFill>
              <a:prstDash val="dash"/>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grpSp>
      <p:sp>
        <p:nvSpPr>
          <p:cNvPr id="139" name="Google Shape;139;p15"/>
          <p:cNvSpPr/>
          <p:nvPr/>
        </p:nvSpPr>
        <p:spPr>
          <a:xfrm>
            <a:off x="554537" y="452468"/>
            <a:ext cx="5756193" cy="54000"/>
          </a:xfrm>
          <a:prstGeom prst="rect">
            <a:avLst/>
          </a:prstGeom>
          <a:solidFill>
            <a:schemeClr val="accent1"/>
          </a:solidFill>
          <a:ln cap="flat" cmpd="sng" w="19050">
            <a:solidFill>
              <a:srgbClr val="08283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40" name="Google Shape;140;p15"/>
          <p:cNvSpPr/>
          <p:nvPr/>
        </p:nvSpPr>
        <p:spPr>
          <a:xfrm>
            <a:off x="554538" y="8661917"/>
            <a:ext cx="2592000" cy="54000"/>
          </a:xfrm>
          <a:prstGeom prst="rect">
            <a:avLst/>
          </a:prstGeom>
          <a:solidFill>
            <a:schemeClr val="accent1"/>
          </a:solidFill>
          <a:ln cap="flat" cmpd="sng" w="19050">
            <a:solidFill>
              <a:srgbClr val="08283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41" name="Google Shape;141;p15"/>
          <p:cNvSpPr/>
          <p:nvPr/>
        </p:nvSpPr>
        <p:spPr>
          <a:xfrm>
            <a:off x="3734844" y="8661917"/>
            <a:ext cx="2592000" cy="54000"/>
          </a:xfrm>
          <a:prstGeom prst="rect">
            <a:avLst/>
          </a:prstGeom>
          <a:solidFill>
            <a:schemeClr val="accent1"/>
          </a:solidFill>
          <a:ln cap="flat" cmpd="sng" w="19050">
            <a:solidFill>
              <a:srgbClr val="08283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42" name="Google Shape;142;p15"/>
          <p:cNvSpPr txBox="1"/>
          <p:nvPr/>
        </p:nvSpPr>
        <p:spPr>
          <a:xfrm>
            <a:off x="3163826" y="8511531"/>
            <a:ext cx="575734" cy="369332"/>
          </a:xfrm>
          <a:prstGeom prst="rect">
            <a:avLst/>
          </a:prstGeom>
          <a:noFill/>
          <a:ln>
            <a:noFill/>
          </a:ln>
        </p:spPr>
        <p:txBody>
          <a:bodyPr anchorCtr="0" anchor="ctr" bIns="45700" lIns="91425" spcFirstLastPara="1" rIns="91425" wrap="square" tIns="45700">
            <a:spAutoFit/>
          </a:bodyPr>
          <a:lstStyle/>
          <a:p>
            <a:pPr indent="0" lvl="0" marL="0" marR="0" rtl="0" algn="ctr">
              <a:spcBef>
                <a:spcPts val="0"/>
              </a:spcBef>
              <a:spcAft>
                <a:spcPts val="0"/>
              </a:spcAft>
              <a:buNone/>
            </a:pPr>
            <a:r>
              <a:rPr lang="en-US" sz="1800">
                <a:solidFill>
                  <a:schemeClr val="dk1"/>
                </a:solidFill>
                <a:latin typeface="Arial"/>
                <a:ea typeface="Arial"/>
                <a:cs typeface="Arial"/>
                <a:sym typeface="Arial"/>
              </a:rPr>
              <a:t>2</a:t>
            </a:r>
            <a:endParaRPr sz="1800">
              <a:solidFill>
                <a:schemeClr val="dk1"/>
              </a:solidFill>
              <a:latin typeface="Arial"/>
              <a:ea typeface="Arial"/>
              <a:cs typeface="Arial"/>
              <a:sym typeface="Arial"/>
            </a:endParaRPr>
          </a:p>
        </p:txBody>
      </p:sp>
      <p:sp>
        <p:nvSpPr>
          <p:cNvPr id="143" name="Google Shape;143;p15"/>
          <p:cNvSpPr/>
          <p:nvPr/>
        </p:nvSpPr>
        <p:spPr>
          <a:xfrm>
            <a:off x="566225" y="6606627"/>
            <a:ext cx="204600" cy="204600"/>
          </a:xfrm>
          <a:prstGeom prst="ellipse">
            <a:avLst/>
          </a:prstGeom>
          <a:solidFill>
            <a:schemeClr val="accent1"/>
          </a:solidFill>
          <a:ln cap="flat" cmpd="sng" w="19050">
            <a:solidFill>
              <a:srgbClr val="08283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44" name="Google Shape;144;p15"/>
          <p:cNvSpPr txBox="1"/>
          <p:nvPr/>
        </p:nvSpPr>
        <p:spPr>
          <a:xfrm>
            <a:off x="668508" y="1840366"/>
            <a:ext cx="5649600" cy="1609200"/>
          </a:xfrm>
          <a:prstGeom prst="rect">
            <a:avLst/>
          </a:prstGeom>
          <a:noFill/>
          <a:ln>
            <a:noFill/>
          </a:ln>
        </p:spPr>
        <p:txBody>
          <a:bodyPr anchorCtr="0" anchor="t" bIns="45700" lIns="91425" spcFirstLastPara="1" rIns="91425" wrap="square" tIns="45700">
            <a:spAutoFit/>
          </a:bodyPr>
          <a:lstStyle/>
          <a:p>
            <a:pPr indent="0" lvl="0" marL="0" marR="0" rtl="0" algn="l">
              <a:lnSpc>
                <a:spcPct val="115000"/>
              </a:lnSpc>
              <a:spcBef>
                <a:spcPts val="0"/>
              </a:spcBef>
              <a:spcAft>
                <a:spcPts val="0"/>
              </a:spcAft>
              <a:buNone/>
            </a:pPr>
            <a:r>
              <a:rPr b="1" lang="en-US" sz="1200">
                <a:solidFill>
                  <a:schemeClr val="dk1"/>
                </a:solidFill>
                <a:latin typeface="IBM Plex Sans JP"/>
                <a:ea typeface="IBM Plex Sans JP"/>
                <a:cs typeface="IBM Plex Sans JP"/>
                <a:sym typeface="IBM Plex Sans JP"/>
              </a:rPr>
              <a:t>3.2 Check Tower（1 種類）</a:t>
            </a:r>
            <a:endParaRPr b="1" sz="1200">
              <a:solidFill>
                <a:schemeClr val="dk1"/>
              </a:solidFill>
              <a:latin typeface="IBM Plex Sans JP"/>
              <a:ea typeface="IBM Plex Sans JP"/>
              <a:cs typeface="IBM Plex Sans JP"/>
              <a:sym typeface="IBM Plex Sans JP"/>
            </a:endParaRPr>
          </a:p>
          <a:p>
            <a:pPr indent="0" lvl="0" marL="0" marR="0" rtl="0" algn="l">
              <a:lnSpc>
                <a:spcPct val="115000"/>
              </a:lnSpc>
              <a:spcBef>
                <a:spcPts val="0"/>
              </a:spcBef>
              <a:spcAft>
                <a:spcPts val="0"/>
              </a:spcAft>
              <a:buNone/>
            </a:pPr>
            <a:r>
              <a:rPr lang="en-US" sz="1000">
                <a:solidFill>
                  <a:schemeClr val="dk1"/>
                </a:solidFill>
                <a:latin typeface="IBM Plex Sans JP"/>
                <a:ea typeface="IBM Plex Sans JP"/>
                <a:cs typeface="IBM Plex Sans JP"/>
                <a:sym typeface="IBM Plex Sans JP"/>
              </a:rPr>
              <a:t> </a:t>
            </a:r>
            <a:endParaRPr sz="1000">
              <a:solidFill>
                <a:schemeClr val="dk1"/>
              </a:solidFill>
              <a:latin typeface="IBM Plex Sans JP"/>
              <a:ea typeface="IBM Plex Sans JP"/>
              <a:cs typeface="IBM Plex Sans JP"/>
              <a:sym typeface="IBM Plex Sans JP"/>
            </a:endParaRPr>
          </a:p>
          <a:p>
            <a:pPr indent="0" lvl="0" marL="0" marR="0" rtl="0" algn="l">
              <a:lnSpc>
                <a:spcPct val="115000"/>
              </a:lnSpc>
              <a:spcBef>
                <a:spcPts val="0"/>
              </a:spcBef>
              <a:spcAft>
                <a:spcPts val="0"/>
              </a:spcAft>
              <a:buNone/>
            </a:pPr>
            <a:r>
              <a:rPr lang="en-US" sz="1000">
                <a:solidFill>
                  <a:schemeClr val="dk1"/>
                </a:solidFill>
                <a:latin typeface="IBM Plex Sans JP"/>
                <a:ea typeface="IBM Plex Sans JP"/>
                <a:cs typeface="IBM Plex Sans JP"/>
                <a:sym typeface="IBM Plex Sans JP"/>
              </a:rPr>
              <a:t>チェックフィラメントで印刷する評価用タワーです。 チェックフィラメントと縦に長いタワー形状によって混色比が分かりやすく変化してゆきます。  </a:t>
            </a:r>
            <a:endParaRPr sz="1000">
              <a:solidFill>
                <a:schemeClr val="dk1"/>
              </a:solidFill>
              <a:latin typeface="IBM Plex Sans JP"/>
              <a:ea typeface="IBM Plex Sans JP"/>
              <a:cs typeface="IBM Plex Sans JP"/>
              <a:sym typeface="IBM Plex Sans JP"/>
            </a:endParaRPr>
          </a:p>
          <a:p>
            <a:pPr indent="0" lvl="0" marL="0" marR="0" rtl="0" algn="l">
              <a:lnSpc>
                <a:spcPct val="115000"/>
              </a:lnSpc>
              <a:spcBef>
                <a:spcPts val="0"/>
              </a:spcBef>
              <a:spcAft>
                <a:spcPts val="0"/>
              </a:spcAft>
              <a:buNone/>
            </a:pPr>
            <a:r>
              <a:t/>
            </a:r>
            <a:endParaRPr sz="500">
              <a:solidFill>
                <a:schemeClr val="dk1"/>
              </a:solidFill>
              <a:latin typeface="IBM Plex Sans JP"/>
              <a:ea typeface="IBM Plex Sans JP"/>
              <a:cs typeface="IBM Plex Sans JP"/>
              <a:sym typeface="IBM Plex Sans JP"/>
            </a:endParaRPr>
          </a:p>
          <a:p>
            <a:pPr indent="-292100" lvl="0" marL="457200" marR="0" rtl="0" algn="l">
              <a:lnSpc>
                <a:spcPct val="115000"/>
              </a:lnSpc>
              <a:spcBef>
                <a:spcPts val="0"/>
              </a:spcBef>
              <a:spcAft>
                <a:spcPts val="0"/>
              </a:spcAft>
              <a:buClr>
                <a:schemeClr val="dk1"/>
              </a:buClr>
              <a:buSzPts val="1000"/>
              <a:buFont typeface="IBM Plex Sans JP"/>
              <a:buChar char="●"/>
            </a:pPr>
            <a:r>
              <a:rPr lang="en-US" sz="1000">
                <a:solidFill>
                  <a:schemeClr val="dk1"/>
                </a:solidFill>
                <a:latin typeface="IBM Plex Sans JP"/>
                <a:ea typeface="IBM Plex Sans JP"/>
                <a:cs typeface="IBM Plex Sans JP"/>
                <a:sym typeface="IBM Plex Sans JP"/>
              </a:rPr>
              <a:t>各混合比の切り替わり高さと同じ間隔でノッチを設けています。  </a:t>
            </a:r>
            <a:endParaRPr sz="1000">
              <a:solidFill>
                <a:schemeClr val="dk1"/>
              </a:solidFill>
              <a:latin typeface="IBM Plex Sans JP"/>
              <a:ea typeface="IBM Plex Sans JP"/>
              <a:cs typeface="IBM Plex Sans JP"/>
              <a:sym typeface="IBM Plex Sans JP"/>
            </a:endParaRPr>
          </a:p>
          <a:p>
            <a:pPr indent="-292100" lvl="0" marL="457200" marR="0" rtl="0" algn="l">
              <a:lnSpc>
                <a:spcPct val="115000"/>
              </a:lnSpc>
              <a:spcBef>
                <a:spcPts val="0"/>
              </a:spcBef>
              <a:spcAft>
                <a:spcPts val="0"/>
              </a:spcAft>
              <a:buClr>
                <a:schemeClr val="dk1"/>
              </a:buClr>
              <a:buSzPts val="1000"/>
              <a:buFont typeface="IBM Plex Sans JP"/>
              <a:buChar char="●"/>
            </a:pPr>
            <a:r>
              <a:rPr lang="en-US" sz="1000">
                <a:solidFill>
                  <a:schemeClr val="dk1"/>
                </a:solidFill>
                <a:latin typeface="IBM Plex Sans JP"/>
                <a:ea typeface="IBM Plex Sans JP"/>
                <a:cs typeface="IBM Plex Sans JP"/>
                <a:sym typeface="IBM Plex Sans JP"/>
              </a:rPr>
              <a:t>20％・25%と45％・50％・55%と75%・80％の4か所に大きいノッチがあります。  </a:t>
            </a:r>
            <a:endParaRPr sz="1000">
              <a:solidFill>
                <a:schemeClr val="dk1"/>
              </a:solidFill>
              <a:latin typeface="IBM Plex Sans JP"/>
              <a:ea typeface="IBM Plex Sans JP"/>
              <a:cs typeface="IBM Plex Sans JP"/>
              <a:sym typeface="IBM Plex Sans JP"/>
            </a:endParaRPr>
          </a:p>
          <a:p>
            <a:pPr indent="-292100" lvl="0" marL="457200" marR="0" rtl="0" algn="l">
              <a:lnSpc>
                <a:spcPct val="115000"/>
              </a:lnSpc>
              <a:spcBef>
                <a:spcPts val="0"/>
              </a:spcBef>
              <a:spcAft>
                <a:spcPts val="0"/>
              </a:spcAft>
              <a:buClr>
                <a:schemeClr val="dk1"/>
              </a:buClr>
              <a:buSzPts val="1000"/>
              <a:buFont typeface="IBM Plex Sans JP"/>
              <a:buChar char="●"/>
            </a:pPr>
            <a:r>
              <a:rPr lang="en-US" sz="1000">
                <a:solidFill>
                  <a:schemeClr val="dk1"/>
                </a:solidFill>
                <a:latin typeface="IBM Plex Sans JP"/>
                <a:ea typeface="IBM Plex Sans JP"/>
                <a:cs typeface="IBM Plex Sans JP"/>
                <a:sym typeface="IBM Plex Sans JP"/>
              </a:rPr>
              <a:t>混色フィラメントは印刷時にツールヘッドの動く方向で色変化が起こりえます。</a:t>
            </a:r>
            <a:endParaRPr sz="1000">
              <a:solidFill>
                <a:schemeClr val="dk1"/>
              </a:solidFill>
              <a:latin typeface="IBM Plex Sans JP"/>
              <a:ea typeface="IBM Plex Sans JP"/>
              <a:cs typeface="IBM Plex Sans JP"/>
              <a:sym typeface="IBM Plex Sans JP"/>
            </a:endParaRPr>
          </a:p>
          <a:p>
            <a:pPr indent="0" lvl="0" marL="457200" marR="0" rtl="0" algn="l">
              <a:lnSpc>
                <a:spcPct val="115000"/>
              </a:lnSpc>
              <a:spcBef>
                <a:spcPts val="0"/>
              </a:spcBef>
              <a:spcAft>
                <a:spcPts val="0"/>
              </a:spcAft>
              <a:buNone/>
            </a:pPr>
            <a:r>
              <a:rPr lang="en-US" sz="1000">
                <a:solidFill>
                  <a:schemeClr val="dk1"/>
                </a:solidFill>
                <a:latin typeface="IBM Plex Sans JP"/>
                <a:ea typeface="IBM Plex Sans JP"/>
                <a:cs typeface="IBM Plex Sans JP"/>
                <a:sym typeface="IBM Plex Sans JP"/>
              </a:rPr>
              <a:t>4面を測定可能面としているので、 方向による色の違いが確認できます。 </a:t>
            </a:r>
            <a:endParaRPr b="1" sz="500">
              <a:solidFill>
                <a:schemeClr val="dk1"/>
              </a:solidFill>
              <a:latin typeface="IBM Plex Sans JP"/>
              <a:ea typeface="IBM Plex Sans JP"/>
              <a:cs typeface="IBM Plex Sans JP"/>
              <a:sym typeface="IBM Plex Sans JP"/>
            </a:endParaRPr>
          </a:p>
        </p:txBody>
      </p:sp>
      <p:sp>
        <p:nvSpPr>
          <p:cNvPr id="145" name="Google Shape;145;p15"/>
          <p:cNvSpPr txBox="1"/>
          <p:nvPr/>
        </p:nvSpPr>
        <p:spPr>
          <a:xfrm>
            <a:off x="770844" y="6508819"/>
            <a:ext cx="2379300" cy="400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000">
                <a:solidFill>
                  <a:schemeClr val="dk1"/>
                </a:solidFill>
                <a:latin typeface="IBM Plex Sans JP SemiBold"/>
                <a:ea typeface="IBM Plex Sans JP SemiBold"/>
                <a:cs typeface="IBM Plex Sans JP SemiBold"/>
                <a:sym typeface="IBM Plex Sans JP SemiBold"/>
              </a:rPr>
              <a:t>4. 推奨使用手順 </a:t>
            </a:r>
            <a:endParaRPr b="1" sz="2800">
              <a:solidFill>
                <a:schemeClr val="dk1"/>
              </a:solidFill>
              <a:latin typeface="IBM Plex Sans JP SemiBold"/>
              <a:ea typeface="IBM Plex Sans JP SemiBold"/>
              <a:cs typeface="IBM Plex Sans JP SemiBold"/>
              <a:sym typeface="IBM Plex Sans JP SemiBold"/>
            </a:endParaRPr>
          </a:p>
        </p:txBody>
      </p:sp>
      <p:sp>
        <p:nvSpPr>
          <p:cNvPr id="146" name="Google Shape;146;p15"/>
          <p:cNvSpPr txBox="1"/>
          <p:nvPr/>
        </p:nvSpPr>
        <p:spPr>
          <a:xfrm>
            <a:off x="668509" y="6986390"/>
            <a:ext cx="5642100" cy="1169700"/>
          </a:xfrm>
          <a:prstGeom prst="rect">
            <a:avLst/>
          </a:prstGeom>
          <a:noFill/>
          <a:ln>
            <a:noFill/>
          </a:ln>
        </p:spPr>
        <p:txBody>
          <a:bodyPr anchorCtr="0" anchor="t" bIns="45700" lIns="91425" spcFirstLastPara="1" rIns="91425" wrap="square" tIns="45700">
            <a:spAutoFit/>
          </a:bodyPr>
          <a:lstStyle/>
          <a:p>
            <a:pPr indent="-292100" lvl="0" marL="457200" marR="0" rtl="0" algn="l">
              <a:lnSpc>
                <a:spcPct val="150000"/>
              </a:lnSpc>
              <a:spcBef>
                <a:spcPts val="0"/>
              </a:spcBef>
              <a:spcAft>
                <a:spcPts val="0"/>
              </a:spcAft>
              <a:buClr>
                <a:schemeClr val="dk1"/>
              </a:buClr>
              <a:buSzPts val="1000"/>
              <a:buFont typeface="IBM Plex Sans JP"/>
              <a:buAutoNum type="arabicPeriod"/>
            </a:pPr>
            <a:r>
              <a:rPr lang="en-US" sz="1000">
                <a:solidFill>
                  <a:schemeClr val="dk1"/>
                </a:solidFill>
                <a:latin typeface="IBM Plex Sans JP"/>
                <a:ea typeface="IBM Plex Sans JP"/>
                <a:cs typeface="IBM Plex Sans JP"/>
                <a:sym typeface="IBM Plex Sans JP"/>
              </a:rPr>
              <a:t>欲しい色を実現できそうな2色のフィラメントを選定する </a:t>
            </a:r>
            <a:endParaRPr sz="1000">
              <a:solidFill>
                <a:schemeClr val="dk1"/>
              </a:solidFill>
              <a:latin typeface="IBM Plex Sans JP"/>
              <a:ea typeface="IBM Plex Sans JP"/>
              <a:cs typeface="IBM Plex Sans JP"/>
              <a:sym typeface="IBM Plex Sans JP"/>
            </a:endParaRPr>
          </a:p>
          <a:p>
            <a:pPr indent="-292100" lvl="0" marL="457200" marR="0" rtl="0" algn="l">
              <a:lnSpc>
                <a:spcPct val="150000"/>
              </a:lnSpc>
              <a:spcBef>
                <a:spcPts val="0"/>
              </a:spcBef>
              <a:spcAft>
                <a:spcPts val="0"/>
              </a:spcAft>
              <a:buClr>
                <a:schemeClr val="dk1"/>
              </a:buClr>
              <a:buSzPts val="1000"/>
              <a:buFont typeface="IBM Plex Sans JP"/>
              <a:buAutoNum type="arabicPeriod"/>
            </a:pPr>
            <a:r>
              <a:rPr lang="en-US" sz="1000">
                <a:solidFill>
                  <a:schemeClr val="dk1"/>
                </a:solidFill>
                <a:latin typeface="IBM Plex Sans JP"/>
                <a:ea typeface="IBM Plex Sans JP"/>
                <a:cs typeface="IBM Plex Sans JP"/>
                <a:sym typeface="IBM Plex Sans JP"/>
              </a:rPr>
              <a:t>1のフィラメントを用いてCheck Filament を印刷する </a:t>
            </a:r>
            <a:endParaRPr sz="1000">
              <a:solidFill>
                <a:schemeClr val="dk1"/>
              </a:solidFill>
              <a:latin typeface="IBM Plex Sans JP"/>
              <a:ea typeface="IBM Plex Sans JP"/>
              <a:cs typeface="IBM Plex Sans JP"/>
              <a:sym typeface="IBM Plex Sans JP"/>
            </a:endParaRPr>
          </a:p>
          <a:p>
            <a:pPr indent="-292100" lvl="0" marL="457200" marR="0" rtl="0" algn="l">
              <a:lnSpc>
                <a:spcPct val="150000"/>
              </a:lnSpc>
              <a:spcBef>
                <a:spcPts val="0"/>
              </a:spcBef>
              <a:spcAft>
                <a:spcPts val="0"/>
              </a:spcAft>
              <a:buClr>
                <a:schemeClr val="dk1"/>
              </a:buClr>
              <a:buSzPts val="1000"/>
              <a:buFont typeface="IBM Plex Sans JP"/>
              <a:buAutoNum type="arabicPeriod"/>
            </a:pPr>
            <a:r>
              <a:rPr lang="en-US" sz="1000">
                <a:solidFill>
                  <a:schemeClr val="dk1"/>
                </a:solidFill>
                <a:latin typeface="IBM Plex Sans JP"/>
                <a:ea typeface="IBM Plex Sans JP"/>
                <a:cs typeface="IBM Plex Sans JP"/>
                <a:sym typeface="IBM Plex Sans JP"/>
              </a:rPr>
              <a:t>Check Filament によってCheck Tower を印刷し、求める色に近いう混合比を確認する </a:t>
            </a:r>
            <a:endParaRPr sz="1000">
              <a:solidFill>
                <a:schemeClr val="dk1"/>
              </a:solidFill>
              <a:latin typeface="IBM Plex Sans JP"/>
              <a:ea typeface="IBM Plex Sans JP"/>
              <a:cs typeface="IBM Plex Sans JP"/>
              <a:sym typeface="IBM Plex Sans JP"/>
            </a:endParaRPr>
          </a:p>
          <a:p>
            <a:pPr indent="-292100" lvl="0" marL="457200" marR="0" rtl="0" algn="l">
              <a:lnSpc>
                <a:spcPct val="150000"/>
              </a:lnSpc>
              <a:spcBef>
                <a:spcPts val="0"/>
              </a:spcBef>
              <a:spcAft>
                <a:spcPts val="0"/>
              </a:spcAft>
              <a:buClr>
                <a:schemeClr val="dk1"/>
              </a:buClr>
              <a:buSzPts val="1000"/>
              <a:buFont typeface="IBM Plex Sans JP"/>
              <a:buAutoNum type="arabicPeriod"/>
            </a:pPr>
            <a:r>
              <a:rPr lang="en-US" sz="1000">
                <a:solidFill>
                  <a:schemeClr val="dk1"/>
                </a:solidFill>
                <a:latin typeface="IBM Plex Sans JP"/>
                <a:ea typeface="IBM Plex Sans JP"/>
                <a:cs typeface="IBM Plex Sans JP"/>
                <a:sym typeface="IBM Plex Sans JP"/>
              </a:rPr>
              <a:t>必要に応じ ３の混合比のS4モデルを印刷し近似形状をテストプリントする </a:t>
            </a:r>
            <a:endParaRPr sz="1000">
              <a:solidFill>
                <a:schemeClr val="dk1"/>
              </a:solidFill>
              <a:latin typeface="IBM Plex Sans JP"/>
              <a:ea typeface="IBM Plex Sans JP"/>
              <a:cs typeface="IBM Plex Sans JP"/>
              <a:sym typeface="IBM Plex Sans JP"/>
            </a:endParaRPr>
          </a:p>
          <a:p>
            <a:pPr indent="-292100" lvl="0" marL="457200" marR="0" rtl="0" algn="l">
              <a:lnSpc>
                <a:spcPct val="150000"/>
              </a:lnSpc>
              <a:spcBef>
                <a:spcPts val="0"/>
              </a:spcBef>
              <a:spcAft>
                <a:spcPts val="0"/>
              </a:spcAft>
              <a:buClr>
                <a:schemeClr val="dk1"/>
              </a:buClr>
              <a:buSzPts val="1000"/>
              <a:buFont typeface="IBM Plex Sans JP"/>
              <a:buAutoNum type="arabicPeriod"/>
            </a:pPr>
            <a:r>
              <a:rPr lang="en-US" sz="1000">
                <a:solidFill>
                  <a:schemeClr val="dk1"/>
                </a:solidFill>
                <a:latin typeface="IBM Plex Sans JP"/>
                <a:ea typeface="IBM Plex Sans JP"/>
                <a:cs typeface="IBM Plex Sans JP"/>
                <a:sym typeface="IBM Plex Sans JP"/>
              </a:rPr>
              <a:t>問題なければ 必要量の Blend Filament を生成する </a:t>
            </a:r>
            <a:endParaRPr b="1" sz="1000">
              <a:solidFill>
                <a:schemeClr val="dk1"/>
              </a:solidFill>
              <a:latin typeface="IBM Plex Sans JP"/>
              <a:ea typeface="IBM Plex Sans JP"/>
              <a:cs typeface="IBM Plex Sans JP"/>
              <a:sym typeface="IBM Plex Sans JP"/>
            </a:endParaRPr>
          </a:p>
        </p:txBody>
      </p:sp>
      <p:sp>
        <p:nvSpPr>
          <p:cNvPr id="147" name="Google Shape;147;p15"/>
          <p:cNvSpPr/>
          <p:nvPr/>
        </p:nvSpPr>
        <p:spPr>
          <a:xfrm>
            <a:off x="605663" y="1906309"/>
            <a:ext cx="125700" cy="122700"/>
          </a:xfrm>
          <a:prstGeom prst="ellipse">
            <a:avLst/>
          </a:prstGeom>
          <a:solidFill>
            <a:schemeClr val="accent1"/>
          </a:solidFill>
          <a:ln cap="flat" cmpd="sng" w="19050">
            <a:solidFill>
              <a:srgbClr val="08283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pic>
        <p:nvPicPr>
          <p:cNvPr id="148" name="Google Shape;148;p15"/>
          <p:cNvPicPr preferRelativeResize="0"/>
          <p:nvPr/>
        </p:nvPicPr>
        <p:blipFill>
          <a:blip r:embed="rId3">
            <a:alphaModFix/>
          </a:blip>
          <a:stretch>
            <a:fillRect/>
          </a:stretch>
        </p:blipFill>
        <p:spPr>
          <a:xfrm>
            <a:off x="555784" y="3470835"/>
            <a:ext cx="5756199" cy="2717241"/>
          </a:xfrm>
          <a:prstGeom prst="rect">
            <a:avLst/>
          </a:prstGeom>
          <a:noFill/>
          <a:ln>
            <a:noFill/>
          </a:ln>
        </p:spPr>
      </p:pic>
      <p:sp>
        <p:nvSpPr>
          <p:cNvPr id="149" name="Google Shape;149;p15"/>
          <p:cNvSpPr txBox="1"/>
          <p:nvPr/>
        </p:nvSpPr>
        <p:spPr>
          <a:xfrm>
            <a:off x="668489" y="602850"/>
            <a:ext cx="5649600" cy="932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t/>
            </a:r>
            <a:endParaRPr sz="600">
              <a:solidFill>
                <a:schemeClr val="dk1"/>
              </a:solidFill>
              <a:latin typeface="IBM Plex Sans JP"/>
              <a:ea typeface="IBM Plex Sans JP"/>
              <a:cs typeface="IBM Plex Sans JP"/>
              <a:sym typeface="IBM Plex Sans JP"/>
            </a:endParaRPr>
          </a:p>
          <a:p>
            <a:pPr indent="0" lvl="0" marL="0" marR="0" rtl="0" algn="l">
              <a:spcBef>
                <a:spcPts val="0"/>
              </a:spcBef>
              <a:spcAft>
                <a:spcPts val="0"/>
              </a:spcAft>
              <a:buNone/>
            </a:pPr>
            <a:r>
              <a:rPr lang="en-US" sz="1050">
                <a:solidFill>
                  <a:schemeClr val="dk1"/>
                </a:solidFill>
                <a:latin typeface="IBM Plex Sans JP"/>
                <a:ea typeface="IBM Plex Sans JP"/>
                <a:cs typeface="IBM Plex Sans JP"/>
                <a:sym typeface="IBM Plex Sans JP"/>
              </a:rPr>
              <a:t>■ Detail（精密版）</a:t>
            </a:r>
            <a:endParaRPr sz="1050">
              <a:solidFill>
                <a:schemeClr val="dk1"/>
              </a:solidFill>
              <a:latin typeface="IBM Plex Sans JP"/>
              <a:ea typeface="IBM Plex Sans JP"/>
              <a:cs typeface="IBM Plex Sans JP"/>
              <a:sym typeface="IBM Plex Sans JP"/>
            </a:endParaRPr>
          </a:p>
          <a:p>
            <a:pPr indent="0" lvl="0" marL="0" marR="0" rtl="0" algn="l">
              <a:spcBef>
                <a:spcPts val="0"/>
              </a:spcBef>
              <a:spcAft>
                <a:spcPts val="0"/>
              </a:spcAft>
              <a:buNone/>
            </a:pPr>
            <a:r>
              <a:t/>
            </a:r>
            <a:endParaRPr sz="500">
              <a:solidFill>
                <a:schemeClr val="dk1"/>
              </a:solidFill>
              <a:latin typeface="IBM Plex Sans JP"/>
              <a:ea typeface="IBM Plex Sans JP"/>
              <a:cs typeface="IBM Plex Sans JP"/>
              <a:sym typeface="IBM Plex Sans JP"/>
            </a:endParaRPr>
          </a:p>
          <a:p>
            <a:pPr indent="0" lvl="0" marL="0" marR="0" rtl="0" algn="l">
              <a:spcBef>
                <a:spcPts val="0"/>
              </a:spcBef>
              <a:spcAft>
                <a:spcPts val="0"/>
              </a:spcAft>
              <a:buNone/>
            </a:pPr>
            <a:r>
              <a:rPr lang="en-US" sz="1050">
                <a:solidFill>
                  <a:schemeClr val="dk1"/>
                </a:solidFill>
                <a:latin typeface="IBM Plex Sans JP"/>
                <a:ea typeface="IBM Plex Sans JP"/>
                <a:cs typeface="IBM Plex Sans JP"/>
                <a:sym typeface="IBM Plex Sans JP"/>
              </a:rPr>
              <a:t> 実際の混色比構成：  0, 1, 2, 3, 4, 5, 6, 7, 8, 9, 10%（低比率領域 10段） </a:t>
            </a:r>
            <a:endParaRPr sz="1050">
              <a:solidFill>
                <a:schemeClr val="dk1"/>
              </a:solidFill>
              <a:latin typeface="IBM Plex Sans JP"/>
              <a:ea typeface="IBM Plex Sans JP"/>
              <a:cs typeface="IBM Plex Sans JP"/>
              <a:sym typeface="IBM Plex Sans JP"/>
            </a:endParaRPr>
          </a:p>
          <a:p>
            <a:pPr indent="0" lvl="0" marL="0" marR="0" rtl="0" algn="l">
              <a:lnSpc>
                <a:spcPct val="115000"/>
              </a:lnSpc>
              <a:spcBef>
                <a:spcPts val="0"/>
              </a:spcBef>
              <a:spcAft>
                <a:spcPts val="0"/>
              </a:spcAft>
              <a:buNone/>
            </a:pPr>
            <a:r>
              <a:rPr lang="en-US" sz="1050">
                <a:solidFill>
                  <a:schemeClr val="dk1"/>
                </a:solidFill>
                <a:latin typeface="IBM Plex Sans JP"/>
                <a:ea typeface="IBM Plex Sans JP"/>
                <a:cs typeface="IBM Plex Sans JP"/>
                <a:sym typeface="IBM Plex Sans JP"/>
              </a:rPr>
              <a:t>                                       90, 91, 92, 93, 94, 95, 96, 97, 98, 99, 100%（高比率領域 10 段）</a:t>
            </a:r>
            <a:endParaRPr sz="1050">
              <a:solidFill>
                <a:schemeClr val="dk1"/>
              </a:solidFill>
              <a:latin typeface="IBM Plex Sans JP"/>
              <a:ea typeface="IBM Plex Sans JP"/>
              <a:cs typeface="IBM Plex Sans JP"/>
              <a:sym typeface="IBM Plex Sans JP"/>
            </a:endParaRPr>
          </a:p>
          <a:p>
            <a:pPr indent="0" lvl="0" marL="0" marR="0" rtl="0" algn="l">
              <a:spcBef>
                <a:spcPts val="0"/>
              </a:spcBef>
              <a:spcAft>
                <a:spcPts val="0"/>
              </a:spcAft>
              <a:buNone/>
            </a:pPr>
            <a:r>
              <a:rPr lang="en-US" sz="1050">
                <a:solidFill>
                  <a:schemeClr val="dk1"/>
                </a:solidFill>
                <a:latin typeface="IBM Plex Sans JP"/>
                <a:ea typeface="IBM Plex Sans JP"/>
                <a:cs typeface="IBM Plex Sans JP"/>
                <a:sym typeface="IBM Plex Sans JP"/>
              </a:rPr>
              <a:t>                                       中央に10％と90%を連続的につなぐ部分が1段あります。  </a:t>
            </a:r>
            <a:endParaRPr b="1" sz="1050">
              <a:solidFill>
                <a:schemeClr val="dk1"/>
              </a:solidFill>
              <a:latin typeface="IBM Plex Sans JP"/>
              <a:ea typeface="IBM Plex Sans JP"/>
              <a:cs typeface="IBM Plex Sans JP"/>
              <a:sym typeface="IBM Plex Sans JP"/>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16"/>
          <p:cNvSpPr/>
          <p:nvPr/>
        </p:nvSpPr>
        <p:spPr>
          <a:xfrm>
            <a:off x="51086" y="45268"/>
            <a:ext cx="6790099" cy="9053465"/>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55" name="Google Shape;155;p16"/>
          <p:cNvSpPr/>
          <p:nvPr/>
        </p:nvSpPr>
        <p:spPr>
          <a:xfrm>
            <a:off x="17051" y="5531"/>
            <a:ext cx="6858000" cy="9144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grpSp>
        <p:nvGrpSpPr>
          <p:cNvPr id="156" name="Google Shape;156;p16"/>
          <p:cNvGrpSpPr/>
          <p:nvPr/>
        </p:nvGrpSpPr>
        <p:grpSpPr>
          <a:xfrm>
            <a:off x="0" y="0"/>
            <a:ext cx="6865269" cy="9144001"/>
            <a:chOff x="0" y="0"/>
            <a:chExt cx="6865269" cy="9144001"/>
          </a:xfrm>
        </p:grpSpPr>
        <p:sp>
          <p:nvSpPr>
            <p:cNvPr id="157" name="Google Shape;157;p16"/>
            <p:cNvSpPr/>
            <p:nvPr/>
          </p:nvSpPr>
          <p:spPr>
            <a:xfrm>
              <a:off x="0" y="0"/>
              <a:ext cx="6858000" cy="432000"/>
            </a:xfrm>
            <a:prstGeom prst="rect">
              <a:avLst/>
            </a:prstGeom>
            <a:solidFill>
              <a:srgbClr val="F2A982">
                <a:alpha val="10196"/>
              </a:srgbClr>
            </a:solidFill>
            <a:ln cap="flat" cmpd="sng" w="19050">
              <a:solidFill>
                <a:srgbClr val="7F340D"/>
              </a:solidFill>
              <a:prstDash val="dash"/>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58" name="Google Shape;158;p16"/>
            <p:cNvSpPr/>
            <p:nvPr/>
          </p:nvSpPr>
          <p:spPr>
            <a:xfrm>
              <a:off x="0" y="8712000"/>
              <a:ext cx="6858000" cy="432000"/>
            </a:xfrm>
            <a:prstGeom prst="rect">
              <a:avLst/>
            </a:prstGeom>
            <a:solidFill>
              <a:srgbClr val="F2A982">
                <a:alpha val="10196"/>
              </a:srgbClr>
            </a:solidFill>
            <a:ln cap="flat" cmpd="sng" w="19050">
              <a:solidFill>
                <a:srgbClr val="7F340D"/>
              </a:solidFill>
              <a:prstDash val="dash"/>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59" name="Google Shape;159;p16"/>
            <p:cNvSpPr/>
            <p:nvPr/>
          </p:nvSpPr>
          <p:spPr>
            <a:xfrm>
              <a:off x="0" y="1"/>
              <a:ext cx="540000" cy="9144000"/>
            </a:xfrm>
            <a:prstGeom prst="rect">
              <a:avLst/>
            </a:prstGeom>
            <a:solidFill>
              <a:srgbClr val="F2A982">
                <a:alpha val="10196"/>
              </a:srgbClr>
            </a:solidFill>
            <a:ln cap="flat" cmpd="sng" w="19050">
              <a:solidFill>
                <a:srgbClr val="7F340D"/>
              </a:solidFill>
              <a:prstDash val="dash"/>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60" name="Google Shape;160;p16"/>
            <p:cNvSpPr/>
            <p:nvPr/>
          </p:nvSpPr>
          <p:spPr>
            <a:xfrm>
              <a:off x="6325269" y="0"/>
              <a:ext cx="540000" cy="9144000"/>
            </a:xfrm>
            <a:prstGeom prst="rect">
              <a:avLst/>
            </a:prstGeom>
            <a:solidFill>
              <a:srgbClr val="F2A982">
                <a:alpha val="10196"/>
              </a:srgbClr>
            </a:solidFill>
            <a:ln cap="flat" cmpd="sng" w="19050">
              <a:solidFill>
                <a:srgbClr val="7F340D"/>
              </a:solidFill>
              <a:prstDash val="dash"/>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grpSp>
      <p:sp>
        <p:nvSpPr>
          <p:cNvPr id="161" name="Google Shape;161;p16"/>
          <p:cNvSpPr/>
          <p:nvPr/>
        </p:nvSpPr>
        <p:spPr>
          <a:xfrm>
            <a:off x="554537" y="452468"/>
            <a:ext cx="5756193" cy="54000"/>
          </a:xfrm>
          <a:prstGeom prst="rect">
            <a:avLst/>
          </a:prstGeom>
          <a:solidFill>
            <a:schemeClr val="accent1"/>
          </a:solidFill>
          <a:ln cap="flat" cmpd="sng" w="19050">
            <a:solidFill>
              <a:srgbClr val="08283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62" name="Google Shape;162;p16"/>
          <p:cNvSpPr/>
          <p:nvPr/>
        </p:nvSpPr>
        <p:spPr>
          <a:xfrm>
            <a:off x="554538" y="8661917"/>
            <a:ext cx="2592000" cy="54000"/>
          </a:xfrm>
          <a:prstGeom prst="rect">
            <a:avLst/>
          </a:prstGeom>
          <a:solidFill>
            <a:schemeClr val="accent1"/>
          </a:solidFill>
          <a:ln cap="flat" cmpd="sng" w="19050">
            <a:solidFill>
              <a:srgbClr val="08283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63" name="Google Shape;163;p16"/>
          <p:cNvSpPr/>
          <p:nvPr/>
        </p:nvSpPr>
        <p:spPr>
          <a:xfrm>
            <a:off x="3734844" y="8661917"/>
            <a:ext cx="2592000" cy="54000"/>
          </a:xfrm>
          <a:prstGeom prst="rect">
            <a:avLst/>
          </a:prstGeom>
          <a:solidFill>
            <a:schemeClr val="accent1"/>
          </a:solidFill>
          <a:ln cap="flat" cmpd="sng" w="19050">
            <a:solidFill>
              <a:srgbClr val="08283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64" name="Google Shape;164;p16"/>
          <p:cNvSpPr txBox="1"/>
          <p:nvPr/>
        </p:nvSpPr>
        <p:spPr>
          <a:xfrm>
            <a:off x="3163826" y="8511531"/>
            <a:ext cx="575734" cy="369332"/>
          </a:xfrm>
          <a:prstGeom prst="rect">
            <a:avLst/>
          </a:prstGeom>
          <a:noFill/>
          <a:ln>
            <a:noFill/>
          </a:ln>
        </p:spPr>
        <p:txBody>
          <a:bodyPr anchorCtr="0" anchor="ctr" bIns="45700" lIns="91425" spcFirstLastPara="1" rIns="91425" wrap="square" tIns="45700">
            <a:spAutoFit/>
          </a:bodyPr>
          <a:lstStyle/>
          <a:p>
            <a:pPr indent="0" lvl="0" marL="0" marR="0" rtl="0" algn="ctr">
              <a:spcBef>
                <a:spcPts val="0"/>
              </a:spcBef>
              <a:spcAft>
                <a:spcPts val="0"/>
              </a:spcAft>
              <a:buNone/>
            </a:pPr>
            <a:r>
              <a:rPr lang="en-US" sz="1800">
                <a:solidFill>
                  <a:schemeClr val="dk1"/>
                </a:solidFill>
                <a:latin typeface="Arial"/>
                <a:ea typeface="Arial"/>
                <a:cs typeface="Arial"/>
                <a:sym typeface="Arial"/>
              </a:rPr>
              <a:t>3</a:t>
            </a:r>
            <a:endParaRPr sz="1800">
              <a:solidFill>
                <a:schemeClr val="dk1"/>
              </a:solidFill>
              <a:latin typeface="Arial"/>
              <a:ea typeface="Arial"/>
              <a:cs typeface="Arial"/>
              <a:sym typeface="Arial"/>
            </a:endParaRPr>
          </a:p>
        </p:txBody>
      </p:sp>
      <p:sp>
        <p:nvSpPr>
          <p:cNvPr id="165" name="Google Shape;165;p16"/>
          <p:cNvSpPr/>
          <p:nvPr/>
        </p:nvSpPr>
        <p:spPr>
          <a:xfrm>
            <a:off x="566175" y="4710449"/>
            <a:ext cx="204600" cy="204600"/>
          </a:xfrm>
          <a:prstGeom prst="ellipse">
            <a:avLst/>
          </a:prstGeom>
          <a:solidFill>
            <a:schemeClr val="accent1"/>
          </a:solidFill>
          <a:ln cap="flat" cmpd="sng" w="19050">
            <a:solidFill>
              <a:srgbClr val="08283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66" name="Google Shape;166;p16"/>
          <p:cNvSpPr txBox="1"/>
          <p:nvPr/>
        </p:nvSpPr>
        <p:spPr>
          <a:xfrm>
            <a:off x="770844" y="4624760"/>
            <a:ext cx="2739900" cy="400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000">
                <a:solidFill>
                  <a:schemeClr val="dk1"/>
                </a:solidFill>
                <a:latin typeface="IBM Plex Sans JP SemiBold"/>
                <a:ea typeface="IBM Plex Sans JP SemiBold"/>
                <a:cs typeface="IBM Plex Sans JP SemiBold"/>
                <a:sym typeface="IBM Plex Sans JP SemiBold"/>
              </a:rPr>
              <a:t>6. 外部測定ツール </a:t>
            </a:r>
            <a:endParaRPr b="1" sz="2400">
              <a:solidFill>
                <a:schemeClr val="dk1"/>
              </a:solidFill>
              <a:latin typeface="IBM Plex Sans JP SemiBold"/>
              <a:ea typeface="IBM Plex Sans JP SemiBold"/>
              <a:cs typeface="IBM Plex Sans JP SemiBold"/>
              <a:sym typeface="IBM Plex Sans JP SemiBold"/>
            </a:endParaRPr>
          </a:p>
        </p:txBody>
      </p:sp>
      <p:sp>
        <p:nvSpPr>
          <p:cNvPr id="167" name="Google Shape;167;p16"/>
          <p:cNvSpPr txBox="1"/>
          <p:nvPr/>
        </p:nvSpPr>
        <p:spPr>
          <a:xfrm>
            <a:off x="668508" y="5047700"/>
            <a:ext cx="5649600" cy="2001000"/>
          </a:xfrm>
          <a:prstGeom prst="rect">
            <a:avLst/>
          </a:prstGeom>
          <a:noFill/>
          <a:ln>
            <a:noFill/>
          </a:ln>
        </p:spPr>
        <p:txBody>
          <a:bodyPr anchorCtr="0" anchor="t" bIns="45700" lIns="91425" spcFirstLastPara="1" rIns="91425" wrap="square" tIns="45700">
            <a:spAutoFit/>
          </a:bodyPr>
          <a:lstStyle/>
          <a:p>
            <a:pPr indent="0" lvl="0" marL="0" marR="0" rtl="0" algn="l">
              <a:lnSpc>
                <a:spcPct val="115000"/>
              </a:lnSpc>
              <a:spcBef>
                <a:spcPts val="0"/>
              </a:spcBef>
              <a:spcAft>
                <a:spcPts val="0"/>
              </a:spcAft>
              <a:buNone/>
            </a:pPr>
            <a:r>
              <a:rPr lang="en-US" sz="1000">
                <a:solidFill>
                  <a:schemeClr val="dk1"/>
                </a:solidFill>
                <a:latin typeface="IBM Plex Sans JP"/>
                <a:ea typeface="IBM Plex Sans JP"/>
                <a:cs typeface="IBM Plex Sans JP"/>
                <a:sym typeface="IBM Plex Sans JP"/>
              </a:rPr>
              <a:t>Blend Color Checker は、色計測機 NIX MINI 3 を使用した数値的な色評価のため、以下の最適化を行っています。 </a:t>
            </a:r>
            <a:endParaRPr sz="1000">
              <a:solidFill>
                <a:schemeClr val="dk1"/>
              </a:solidFill>
              <a:latin typeface="IBM Plex Sans JP"/>
              <a:ea typeface="IBM Plex Sans JP"/>
              <a:cs typeface="IBM Plex Sans JP"/>
              <a:sym typeface="IBM Plex Sans JP"/>
            </a:endParaRPr>
          </a:p>
          <a:p>
            <a:pPr indent="0" lvl="0" marL="0" marR="0" rtl="0" algn="l">
              <a:lnSpc>
                <a:spcPct val="115000"/>
              </a:lnSpc>
              <a:spcBef>
                <a:spcPts val="0"/>
              </a:spcBef>
              <a:spcAft>
                <a:spcPts val="0"/>
              </a:spcAft>
              <a:buNone/>
            </a:pPr>
            <a:r>
              <a:t/>
            </a:r>
            <a:endParaRPr sz="500">
              <a:solidFill>
                <a:schemeClr val="dk1"/>
              </a:solidFill>
              <a:latin typeface="IBM Plex Sans JP"/>
              <a:ea typeface="IBM Plex Sans JP"/>
              <a:cs typeface="IBM Plex Sans JP"/>
              <a:sym typeface="IBM Plex Sans JP"/>
            </a:endParaRPr>
          </a:p>
          <a:p>
            <a:pPr indent="-292100" lvl="0" marL="457200" marR="0" rtl="0" algn="l">
              <a:lnSpc>
                <a:spcPct val="115000"/>
              </a:lnSpc>
              <a:spcBef>
                <a:spcPts val="0"/>
              </a:spcBef>
              <a:spcAft>
                <a:spcPts val="0"/>
              </a:spcAft>
              <a:buClr>
                <a:schemeClr val="dk1"/>
              </a:buClr>
              <a:buSzPts val="1000"/>
              <a:buFont typeface="IBM Plex Sans JP"/>
              <a:buChar char="●"/>
            </a:pPr>
            <a:r>
              <a:rPr lang="en-US" sz="1000">
                <a:solidFill>
                  <a:schemeClr val="dk1"/>
                </a:solidFill>
                <a:latin typeface="IBM Plex Sans JP"/>
                <a:ea typeface="IBM Plex Sans JP"/>
                <a:cs typeface="IBM Plex Sans JP"/>
                <a:sym typeface="IBM Plex Sans JP"/>
              </a:rPr>
              <a:t>セグメント幅の最適化 </a:t>
            </a:r>
            <a:endParaRPr sz="1000">
              <a:solidFill>
                <a:schemeClr val="dk1"/>
              </a:solidFill>
              <a:latin typeface="IBM Plex Sans JP"/>
              <a:ea typeface="IBM Plex Sans JP"/>
              <a:cs typeface="IBM Plex Sans JP"/>
              <a:sym typeface="IBM Plex Sans JP"/>
            </a:endParaRPr>
          </a:p>
          <a:p>
            <a:pPr indent="0" lvl="0" marL="457200" marR="0" rtl="0" algn="l">
              <a:lnSpc>
                <a:spcPct val="115000"/>
              </a:lnSpc>
              <a:spcBef>
                <a:spcPts val="0"/>
              </a:spcBef>
              <a:spcAft>
                <a:spcPts val="0"/>
              </a:spcAft>
              <a:buNone/>
            </a:pPr>
            <a:r>
              <a:rPr lang="en-US" sz="900">
                <a:solidFill>
                  <a:schemeClr val="dk1"/>
                </a:solidFill>
                <a:latin typeface="IBM Plex Sans JP"/>
                <a:ea typeface="IBM Plex Sans JP"/>
                <a:cs typeface="IBM Plex Sans JP"/>
                <a:sym typeface="IBM Plex Sans JP"/>
              </a:rPr>
              <a:t>NIX MINI 3 の測定口径に対して十分な測定面積が確保できる幅で設計されています。測定部の一辺とノッチの 幅をそろえていますので、一致するように取り付けて測定する事で測定ミスを防ぎます。  </a:t>
            </a:r>
            <a:endParaRPr sz="900">
              <a:solidFill>
                <a:schemeClr val="dk1"/>
              </a:solidFill>
              <a:latin typeface="IBM Plex Sans JP"/>
              <a:ea typeface="IBM Plex Sans JP"/>
              <a:cs typeface="IBM Plex Sans JP"/>
              <a:sym typeface="IBM Plex Sans JP"/>
            </a:endParaRPr>
          </a:p>
          <a:p>
            <a:pPr indent="-292100" lvl="0" marL="457200" marR="0" rtl="0" algn="l">
              <a:lnSpc>
                <a:spcPct val="115000"/>
              </a:lnSpc>
              <a:spcBef>
                <a:spcPts val="0"/>
              </a:spcBef>
              <a:spcAft>
                <a:spcPts val="0"/>
              </a:spcAft>
              <a:buClr>
                <a:schemeClr val="dk1"/>
              </a:buClr>
              <a:buSzPts val="1000"/>
              <a:buFont typeface="IBM Plex Sans JP"/>
              <a:buChar char="●"/>
            </a:pPr>
            <a:r>
              <a:rPr lang="en-US" sz="1000">
                <a:solidFill>
                  <a:schemeClr val="dk1"/>
                </a:solidFill>
                <a:latin typeface="IBM Plex Sans JP"/>
                <a:ea typeface="IBM Plex Sans JP"/>
                <a:cs typeface="IBM Plex Sans JP"/>
                <a:sym typeface="IBM Plex Sans JP"/>
              </a:rPr>
              <a:t>タワーの幅の最適化 </a:t>
            </a:r>
            <a:endParaRPr sz="1000">
              <a:solidFill>
                <a:schemeClr val="dk1"/>
              </a:solidFill>
              <a:latin typeface="IBM Plex Sans JP"/>
              <a:ea typeface="IBM Plex Sans JP"/>
              <a:cs typeface="IBM Plex Sans JP"/>
              <a:sym typeface="IBM Plex Sans JP"/>
            </a:endParaRPr>
          </a:p>
          <a:p>
            <a:pPr indent="0" lvl="0" marL="457200" marR="0" rtl="0" algn="l">
              <a:lnSpc>
                <a:spcPct val="115000"/>
              </a:lnSpc>
              <a:spcBef>
                <a:spcPts val="0"/>
              </a:spcBef>
              <a:spcAft>
                <a:spcPts val="0"/>
              </a:spcAft>
              <a:buNone/>
            </a:pPr>
            <a:r>
              <a:rPr lang="en-US" sz="900">
                <a:solidFill>
                  <a:schemeClr val="dk1"/>
                </a:solidFill>
                <a:latin typeface="IBM Plex Sans JP"/>
                <a:ea typeface="IBM Plex Sans JP"/>
                <a:cs typeface="IBM Plex Sans JP"/>
                <a:sym typeface="IBM Plex Sans JP"/>
              </a:rPr>
              <a:t>タワーの幅はNIX MINI3の感光部を覆うことが出来る幅としており、エラーを防ぎます。  </a:t>
            </a:r>
            <a:endParaRPr sz="900">
              <a:solidFill>
                <a:schemeClr val="dk1"/>
              </a:solidFill>
              <a:latin typeface="IBM Plex Sans JP"/>
              <a:ea typeface="IBM Plex Sans JP"/>
              <a:cs typeface="IBM Plex Sans JP"/>
              <a:sym typeface="IBM Plex Sans JP"/>
            </a:endParaRPr>
          </a:p>
          <a:p>
            <a:pPr indent="-292100" lvl="0" marL="457200" marR="0" rtl="0" algn="l">
              <a:lnSpc>
                <a:spcPct val="115000"/>
              </a:lnSpc>
              <a:spcBef>
                <a:spcPts val="0"/>
              </a:spcBef>
              <a:spcAft>
                <a:spcPts val="0"/>
              </a:spcAft>
              <a:buClr>
                <a:schemeClr val="dk1"/>
              </a:buClr>
              <a:buSzPts val="1000"/>
              <a:buFont typeface="IBM Plex Sans JP"/>
              <a:buChar char="●"/>
            </a:pPr>
            <a:r>
              <a:rPr lang="en-US" sz="1000">
                <a:solidFill>
                  <a:schemeClr val="dk1"/>
                </a:solidFill>
                <a:latin typeface="IBM Plex Sans JP"/>
                <a:ea typeface="IBM Plex Sans JP"/>
                <a:cs typeface="IBM Plex Sans JP"/>
                <a:sym typeface="IBM Plex Sans JP"/>
              </a:rPr>
              <a:t>最上面に記号を記載 </a:t>
            </a:r>
            <a:endParaRPr sz="1000">
              <a:solidFill>
                <a:schemeClr val="dk1"/>
              </a:solidFill>
              <a:latin typeface="IBM Plex Sans JP"/>
              <a:ea typeface="IBM Plex Sans JP"/>
              <a:cs typeface="IBM Plex Sans JP"/>
              <a:sym typeface="IBM Plex Sans JP"/>
            </a:endParaRPr>
          </a:p>
          <a:p>
            <a:pPr indent="0" lvl="0" marL="457200" marR="0" rtl="0" algn="l">
              <a:lnSpc>
                <a:spcPct val="115000"/>
              </a:lnSpc>
              <a:spcBef>
                <a:spcPts val="0"/>
              </a:spcBef>
              <a:spcAft>
                <a:spcPts val="0"/>
              </a:spcAft>
              <a:buNone/>
            </a:pPr>
            <a:r>
              <a:rPr lang="en-US" sz="900">
                <a:solidFill>
                  <a:schemeClr val="dk1"/>
                </a:solidFill>
                <a:latin typeface="IBM Plex Sans JP"/>
                <a:ea typeface="IBM Plex Sans JP"/>
                <a:cs typeface="IBM Plex Sans JP"/>
                <a:sym typeface="IBM Plex Sans JP"/>
              </a:rPr>
              <a:t>4 面の測定結果を残す際にどこの面を測定したのかわかるように最上面に各面に対応するアルファベットを記載 しています。測定時の整理にご活用ください。 </a:t>
            </a:r>
            <a:r>
              <a:rPr lang="en-US" sz="900">
                <a:solidFill>
                  <a:schemeClr val="dk1"/>
                </a:solidFill>
                <a:latin typeface="IBM Plex Sans JP"/>
                <a:ea typeface="IBM Plex Sans JP"/>
                <a:cs typeface="IBM Plex Sans JP"/>
                <a:sym typeface="IBM Plex Sans JP"/>
              </a:rPr>
              <a:t>.</a:t>
            </a:r>
            <a:endParaRPr b="1" sz="900">
              <a:solidFill>
                <a:schemeClr val="dk1"/>
              </a:solidFill>
              <a:latin typeface="IBM Plex Sans JP"/>
              <a:ea typeface="IBM Plex Sans JP"/>
              <a:cs typeface="IBM Plex Sans JP"/>
              <a:sym typeface="IBM Plex Sans JP"/>
            </a:endParaRPr>
          </a:p>
        </p:txBody>
      </p:sp>
      <p:sp>
        <p:nvSpPr>
          <p:cNvPr id="168" name="Google Shape;168;p16"/>
          <p:cNvSpPr txBox="1"/>
          <p:nvPr/>
        </p:nvSpPr>
        <p:spPr>
          <a:xfrm>
            <a:off x="681821" y="2638082"/>
            <a:ext cx="5642100" cy="1750800"/>
          </a:xfrm>
          <a:prstGeom prst="rect">
            <a:avLst/>
          </a:prstGeom>
          <a:noFill/>
          <a:ln>
            <a:noFill/>
          </a:ln>
        </p:spPr>
        <p:txBody>
          <a:bodyPr anchorCtr="0" anchor="t" bIns="45700" lIns="91425" spcFirstLastPara="1" rIns="91425" wrap="square" tIns="45700">
            <a:spAutoFit/>
          </a:bodyPr>
          <a:lstStyle/>
          <a:p>
            <a:pPr indent="0" lvl="0" marL="0" marR="0" rtl="0" algn="l">
              <a:lnSpc>
                <a:spcPct val="115000"/>
              </a:lnSpc>
              <a:spcBef>
                <a:spcPts val="0"/>
              </a:spcBef>
              <a:spcAft>
                <a:spcPts val="0"/>
              </a:spcAft>
              <a:buNone/>
            </a:pPr>
            <a:r>
              <a:rPr b="1" lang="en-US" sz="1200">
                <a:solidFill>
                  <a:schemeClr val="dk1"/>
                </a:solidFill>
                <a:latin typeface="IBM Plex Sans JP"/>
                <a:ea typeface="IBM Plex Sans JP"/>
                <a:cs typeface="IBM Plex Sans JP"/>
                <a:sym typeface="IBM Plex Sans JP"/>
              </a:rPr>
              <a:t>CHeck Tower 印刷時  </a:t>
            </a:r>
            <a:endParaRPr b="1" sz="1200">
              <a:solidFill>
                <a:schemeClr val="dk1"/>
              </a:solidFill>
              <a:latin typeface="IBM Plex Sans JP"/>
              <a:ea typeface="IBM Plex Sans JP"/>
              <a:cs typeface="IBM Plex Sans JP"/>
              <a:sym typeface="IBM Plex Sans JP"/>
            </a:endParaRPr>
          </a:p>
          <a:p>
            <a:pPr indent="0" lvl="0" marL="0" marR="0" rtl="0" algn="l">
              <a:lnSpc>
                <a:spcPct val="115000"/>
              </a:lnSpc>
              <a:spcBef>
                <a:spcPts val="0"/>
              </a:spcBef>
              <a:spcAft>
                <a:spcPts val="0"/>
              </a:spcAft>
              <a:buNone/>
            </a:pPr>
            <a:r>
              <a:t/>
            </a:r>
            <a:endParaRPr sz="500">
              <a:solidFill>
                <a:schemeClr val="dk1"/>
              </a:solidFill>
              <a:latin typeface="IBM Plex Sans JP"/>
              <a:ea typeface="IBM Plex Sans JP"/>
              <a:cs typeface="IBM Plex Sans JP"/>
              <a:sym typeface="IBM Plex Sans JP"/>
            </a:endParaRPr>
          </a:p>
          <a:p>
            <a:pPr indent="-292100" lvl="0" marL="457200" marR="0" rtl="0" algn="l">
              <a:lnSpc>
                <a:spcPct val="115000"/>
              </a:lnSpc>
              <a:spcBef>
                <a:spcPts val="0"/>
              </a:spcBef>
              <a:spcAft>
                <a:spcPts val="0"/>
              </a:spcAft>
              <a:buClr>
                <a:schemeClr val="dk1"/>
              </a:buClr>
              <a:buSzPts val="1000"/>
              <a:buFont typeface="IBM Plex Sans JP"/>
              <a:buChar char="●"/>
            </a:pPr>
            <a:r>
              <a:rPr lang="en-US" sz="1000">
                <a:solidFill>
                  <a:schemeClr val="dk1"/>
                </a:solidFill>
                <a:latin typeface="IBM Plex Sans JP"/>
                <a:ea typeface="IBM Plex Sans JP"/>
                <a:cs typeface="IBM Plex Sans JP"/>
                <a:sym typeface="IBM Plex Sans JP"/>
              </a:rPr>
              <a:t>使用前にCheck Filamentのブリムを外してください。  </a:t>
            </a:r>
            <a:endParaRPr sz="1000">
              <a:solidFill>
                <a:schemeClr val="dk1"/>
              </a:solidFill>
              <a:latin typeface="IBM Plex Sans JP"/>
              <a:ea typeface="IBM Plex Sans JP"/>
              <a:cs typeface="IBM Plex Sans JP"/>
              <a:sym typeface="IBM Plex Sans JP"/>
            </a:endParaRPr>
          </a:p>
          <a:p>
            <a:pPr indent="-292100" lvl="0" marL="457200" marR="0" rtl="0" algn="l">
              <a:lnSpc>
                <a:spcPct val="115000"/>
              </a:lnSpc>
              <a:spcBef>
                <a:spcPts val="0"/>
              </a:spcBef>
              <a:spcAft>
                <a:spcPts val="0"/>
              </a:spcAft>
              <a:buClr>
                <a:schemeClr val="dk1"/>
              </a:buClr>
              <a:buSzPts val="1000"/>
              <a:buFont typeface="IBM Plex Sans JP"/>
              <a:buChar char="●"/>
            </a:pPr>
            <a:r>
              <a:rPr lang="en-US" sz="1000">
                <a:solidFill>
                  <a:schemeClr val="dk1"/>
                </a:solidFill>
                <a:latin typeface="IBM Plex Sans JP"/>
                <a:ea typeface="IBM Plex Sans JP"/>
                <a:cs typeface="IBM Plex Sans JP"/>
                <a:sym typeface="IBM Plex Sans JP"/>
              </a:rPr>
              <a:t>ブリムにINと書かれている側がロード側となります。  </a:t>
            </a:r>
            <a:endParaRPr sz="1000">
              <a:solidFill>
                <a:schemeClr val="dk1"/>
              </a:solidFill>
              <a:latin typeface="IBM Plex Sans JP"/>
              <a:ea typeface="IBM Plex Sans JP"/>
              <a:cs typeface="IBM Plex Sans JP"/>
              <a:sym typeface="IBM Plex Sans JP"/>
            </a:endParaRPr>
          </a:p>
          <a:p>
            <a:pPr indent="-292100" lvl="0" marL="457200" marR="0" rtl="0" algn="l">
              <a:lnSpc>
                <a:spcPct val="115000"/>
              </a:lnSpc>
              <a:spcBef>
                <a:spcPts val="0"/>
              </a:spcBef>
              <a:spcAft>
                <a:spcPts val="0"/>
              </a:spcAft>
              <a:buClr>
                <a:schemeClr val="dk1"/>
              </a:buClr>
              <a:buSzPts val="1000"/>
              <a:buFont typeface="IBM Plex Sans JP"/>
              <a:buChar char="●"/>
            </a:pPr>
            <a:r>
              <a:rPr lang="en-US" sz="1000">
                <a:solidFill>
                  <a:schemeClr val="dk1"/>
                </a:solidFill>
                <a:latin typeface="IBM Plex Sans JP"/>
                <a:ea typeface="IBM Plex Sans JP"/>
                <a:cs typeface="IBM Plex Sans JP"/>
                <a:sym typeface="IBM Plex Sans JP"/>
              </a:rPr>
              <a:t>バリなどがある場合はニッパーやカッターで除去してください。  </a:t>
            </a:r>
            <a:endParaRPr sz="1000">
              <a:solidFill>
                <a:schemeClr val="dk1"/>
              </a:solidFill>
              <a:latin typeface="IBM Plex Sans JP"/>
              <a:ea typeface="IBM Plex Sans JP"/>
              <a:cs typeface="IBM Plex Sans JP"/>
              <a:sym typeface="IBM Plex Sans JP"/>
            </a:endParaRPr>
          </a:p>
          <a:p>
            <a:pPr indent="-292100" lvl="0" marL="457200" marR="0" rtl="0" algn="l">
              <a:lnSpc>
                <a:spcPct val="115000"/>
              </a:lnSpc>
              <a:spcBef>
                <a:spcPts val="0"/>
              </a:spcBef>
              <a:spcAft>
                <a:spcPts val="0"/>
              </a:spcAft>
              <a:buClr>
                <a:schemeClr val="dk1"/>
              </a:buClr>
              <a:buSzPts val="1000"/>
              <a:buFont typeface="IBM Plex Sans JP"/>
              <a:buChar char="●"/>
            </a:pPr>
            <a:r>
              <a:rPr lang="en-US" sz="1000">
                <a:solidFill>
                  <a:schemeClr val="dk1"/>
                </a:solidFill>
                <a:latin typeface="IBM Plex Sans JP"/>
                <a:ea typeface="IBM Plex Sans JP"/>
                <a:cs typeface="IBM Plex Sans JP"/>
                <a:sym typeface="IBM Plex Sans JP"/>
              </a:rPr>
              <a:t>Check Filament は外部スプールからロードしてください。</a:t>
            </a:r>
            <a:endParaRPr sz="1000">
              <a:solidFill>
                <a:schemeClr val="dk1"/>
              </a:solidFill>
              <a:latin typeface="IBM Plex Sans JP"/>
              <a:ea typeface="IBM Plex Sans JP"/>
              <a:cs typeface="IBM Plex Sans JP"/>
              <a:sym typeface="IBM Plex Sans JP"/>
            </a:endParaRPr>
          </a:p>
          <a:p>
            <a:pPr indent="0" lvl="0" marL="457200" marR="0" rtl="0" algn="l">
              <a:lnSpc>
                <a:spcPct val="115000"/>
              </a:lnSpc>
              <a:spcBef>
                <a:spcPts val="0"/>
              </a:spcBef>
              <a:spcAft>
                <a:spcPts val="0"/>
              </a:spcAft>
              <a:buNone/>
            </a:pPr>
            <a:r>
              <a:rPr lang="en-US" sz="900">
                <a:solidFill>
                  <a:schemeClr val="dk1"/>
                </a:solidFill>
                <a:latin typeface="IBM Plex Sans JP"/>
                <a:ea typeface="IBM Plex Sans JP"/>
                <a:cs typeface="IBM Plex Sans JP"/>
                <a:sym typeface="IBM Plex Sans JP"/>
              </a:rPr>
              <a:t>(AMS は単色印刷中でも、内部処理の都合で 意図しな いパージ を行う場合があります。 これによる混色比の切り替え間隔の短縮を避けることが目的です。)</a:t>
            </a:r>
            <a:endParaRPr sz="900">
              <a:solidFill>
                <a:schemeClr val="dk1"/>
              </a:solidFill>
              <a:latin typeface="IBM Plex Sans JP"/>
              <a:ea typeface="IBM Plex Sans JP"/>
              <a:cs typeface="IBM Plex Sans JP"/>
              <a:sym typeface="IBM Plex Sans JP"/>
            </a:endParaRPr>
          </a:p>
          <a:p>
            <a:pPr indent="-292100" lvl="0" marL="457200" marR="0" rtl="0" algn="l">
              <a:lnSpc>
                <a:spcPct val="115000"/>
              </a:lnSpc>
              <a:spcBef>
                <a:spcPts val="0"/>
              </a:spcBef>
              <a:spcAft>
                <a:spcPts val="0"/>
              </a:spcAft>
              <a:buClr>
                <a:schemeClr val="dk1"/>
              </a:buClr>
              <a:buSzPts val="1000"/>
              <a:buFont typeface="IBM Plex Sans JP"/>
              <a:buChar char="●"/>
            </a:pPr>
            <a:r>
              <a:rPr lang="en-US" sz="1000">
                <a:solidFill>
                  <a:schemeClr val="dk1"/>
                </a:solidFill>
                <a:latin typeface="IBM Plex Sans JP"/>
                <a:ea typeface="IBM Plex Sans JP"/>
                <a:cs typeface="IBM Plex Sans JP"/>
                <a:sym typeface="IBM Plex Sans JP"/>
              </a:rPr>
              <a:t>スタートパージ量やラインパージ量は一定ではなく、混色比の切替位置とノッチの位置はずれることがあります。 </a:t>
            </a:r>
            <a:r>
              <a:rPr lang="en-US" sz="1000">
                <a:solidFill>
                  <a:schemeClr val="dk1"/>
                </a:solidFill>
                <a:latin typeface="IBM Plex Sans JP"/>
                <a:ea typeface="IBM Plex Sans JP"/>
                <a:cs typeface="IBM Plex Sans JP"/>
                <a:sym typeface="IBM Plex Sans JP"/>
              </a:rPr>
              <a:t> </a:t>
            </a:r>
            <a:endParaRPr sz="1000">
              <a:solidFill>
                <a:schemeClr val="dk1"/>
              </a:solidFill>
              <a:latin typeface="IBM Plex Sans JP"/>
              <a:ea typeface="IBM Plex Sans JP"/>
              <a:cs typeface="IBM Plex Sans JP"/>
              <a:sym typeface="IBM Plex Sans JP"/>
            </a:endParaRPr>
          </a:p>
        </p:txBody>
      </p:sp>
      <p:sp>
        <p:nvSpPr>
          <p:cNvPr id="169" name="Google Shape;169;p16"/>
          <p:cNvSpPr/>
          <p:nvPr/>
        </p:nvSpPr>
        <p:spPr>
          <a:xfrm>
            <a:off x="590550" y="2706916"/>
            <a:ext cx="125700" cy="122700"/>
          </a:xfrm>
          <a:prstGeom prst="ellipse">
            <a:avLst/>
          </a:prstGeom>
          <a:solidFill>
            <a:schemeClr val="accent1"/>
          </a:solidFill>
          <a:ln cap="flat" cmpd="sng" w="19050">
            <a:solidFill>
              <a:srgbClr val="08283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pic>
        <p:nvPicPr>
          <p:cNvPr id="170" name="Google Shape;170;p16"/>
          <p:cNvPicPr preferRelativeResize="0"/>
          <p:nvPr/>
        </p:nvPicPr>
        <p:blipFill>
          <a:blip r:embed="rId3">
            <a:alphaModFix/>
          </a:blip>
          <a:stretch>
            <a:fillRect/>
          </a:stretch>
        </p:blipFill>
        <p:spPr>
          <a:xfrm>
            <a:off x="1117634" y="7048700"/>
            <a:ext cx="4632492" cy="1414500"/>
          </a:xfrm>
          <a:prstGeom prst="rect">
            <a:avLst/>
          </a:prstGeom>
          <a:noFill/>
          <a:ln>
            <a:noFill/>
          </a:ln>
        </p:spPr>
      </p:pic>
      <p:sp>
        <p:nvSpPr>
          <p:cNvPr id="171" name="Google Shape;171;p16"/>
          <p:cNvSpPr/>
          <p:nvPr/>
        </p:nvSpPr>
        <p:spPr>
          <a:xfrm>
            <a:off x="556788" y="687391"/>
            <a:ext cx="204600" cy="204600"/>
          </a:xfrm>
          <a:prstGeom prst="ellipse">
            <a:avLst/>
          </a:prstGeom>
          <a:solidFill>
            <a:schemeClr val="accent1"/>
          </a:solidFill>
          <a:ln cap="flat" cmpd="sng" w="19050">
            <a:solidFill>
              <a:srgbClr val="08283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72" name="Google Shape;172;p16"/>
          <p:cNvSpPr txBox="1"/>
          <p:nvPr/>
        </p:nvSpPr>
        <p:spPr>
          <a:xfrm>
            <a:off x="761456" y="616833"/>
            <a:ext cx="2379300" cy="400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000">
                <a:solidFill>
                  <a:schemeClr val="dk1"/>
                </a:solidFill>
                <a:latin typeface="IBM Plex Sans JP SemiBold"/>
                <a:ea typeface="IBM Plex Sans JP SemiBold"/>
                <a:cs typeface="IBM Plex Sans JP SemiBold"/>
                <a:sym typeface="IBM Plex Sans JP SemiBold"/>
              </a:rPr>
              <a:t>5. 印刷時の注意 </a:t>
            </a:r>
            <a:endParaRPr b="1" sz="2800">
              <a:solidFill>
                <a:schemeClr val="dk1"/>
              </a:solidFill>
              <a:latin typeface="IBM Plex Sans JP SemiBold"/>
              <a:ea typeface="IBM Plex Sans JP SemiBold"/>
              <a:cs typeface="IBM Plex Sans JP SemiBold"/>
              <a:sym typeface="IBM Plex Sans JP SemiBold"/>
            </a:endParaRPr>
          </a:p>
        </p:txBody>
      </p:sp>
      <p:sp>
        <p:nvSpPr>
          <p:cNvPr id="173" name="Google Shape;173;p16"/>
          <p:cNvSpPr txBox="1"/>
          <p:nvPr/>
        </p:nvSpPr>
        <p:spPr>
          <a:xfrm>
            <a:off x="685827" y="1085502"/>
            <a:ext cx="5642100" cy="1414500"/>
          </a:xfrm>
          <a:prstGeom prst="rect">
            <a:avLst/>
          </a:prstGeom>
          <a:noFill/>
          <a:ln>
            <a:noFill/>
          </a:ln>
        </p:spPr>
        <p:txBody>
          <a:bodyPr anchorCtr="0" anchor="t" bIns="45700" lIns="91425" spcFirstLastPara="1" rIns="91425" wrap="square" tIns="45700">
            <a:spAutoFit/>
          </a:bodyPr>
          <a:lstStyle/>
          <a:p>
            <a:pPr indent="0" lvl="0" marL="0" marR="0" rtl="0" algn="l">
              <a:lnSpc>
                <a:spcPct val="115000"/>
              </a:lnSpc>
              <a:spcBef>
                <a:spcPts val="0"/>
              </a:spcBef>
              <a:spcAft>
                <a:spcPts val="0"/>
              </a:spcAft>
              <a:buNone/>
            </a:pPr>
            <a:r>
              <a:rPr b="1" lang="en-US" sz="1200">
                <a:solidFill>
                  <a:schemeClr val="dk1"/>
                </a:solidFill>
                <a:latin typeface="IBM Plex Sans JP"/>
                <a:ea typeface="IBM Plex Sans JP"/>
                <a:cs typeface="IBM Plex Sans JP"/>
                <a:sym typeface="IBM Plex Sans JP"/>
              </a:rPr>
              <a:t>5.1Check Filament 印刷時</a:t>
            </a:r>
            <a:r>
              <a:rPr lang="en-US" sz="1000">
                <a:solidFill>
                  <a:schemeClr val="dk1"/>
                </a:solidFill>
                <a:latin typeface="IBM Plex Sans JP"/>
                <a:ea typeface="IBM Plex Sans JP"/>
                <a:cs typeface="IBM Plex Sans JP"/>
                <a:sym typeface="IBM Plex Sans JP"/>
              </a:rPr>
              <a:t>  </a:t>
            </a:r>
            <a:endParaRPr sz="1000">
              <a:solidFill>
                <a:schemeClr val="dk1"/>
              </a:solidFill>
              <a:latin typeface="IBM Plex Sans JP"/>
              <a:ea typeface="IBM Plex Sans JP"/>
              <a:cs typeface="IBM Plex Sans JP"/>
              <a:sym typeface="IBM Plex Sans JP"/>
            </a:endParaRPr>
          </a:p>
          <a:p>
            <a:pPr indent="0" lvl="0" marL="0" marR="0" rtl="0" algn="l">
              <a:lnSpc>
                <a:spcPct val="115000"/>
              </a:lnSpc>
              <a:spcBef>
                <a:spcPts val="0"/>
              </a:spcBef>
              <a:spcAft>
                <a:spcPts val="0"/>
              </a:spcAft>
              <a:buNone/>
            </a:pPr>
            <a:r>
              <a:t/>
            </a:r>
            <a:endParaRPr sz="500">
              <a:solidFill>
                <a:schemeClr val="dk1"/>
              </a:solidFill>
              <a:latin typeface="IBM Plex Sans JP"/>
              <a:ea typeface="IBM Plex Sans JP"/>
              <a:cs typeface="IBM Plex Sans JP"/>
              <a:sym typeface="IBM Plex Sans JP"/>
            </a:endParaRPr>
          </a:p>
          <a:p>
            <a:pPr indent="-292100" lvl="0" marL="457200" marR="0" rtl="0" algn="l">
              <a:lnSpc>
                <a:spcPct val="115000"/>
              </a:lnSpc>
              <a:spcBef>
                <a:spcPts val="0"/>
              </a:spcBef>
              <a:spcAft>
                <a:spcPts val="0"/>
              </a:spcAft>
              <a:buClr>
                <a:schemeClr val="dk1"/>
              </a:buClr>
              <a:buSzPts val="1000"/>
              <a:buFont typeface="IBM Plex Sans JP"/>
              <a:buChar char="●"/>
            </a:pPr>
            <a:r>
              <a:rPr lang="en-US" sz="1000">
                <a:solidFill>
                  <a:schemeClr val="dk1"/>
                </a:solidFill>
                <a:latin typeface="IBM Plex Sans JP"/>
                <a:ea typeface="IBM Plex Sans JP"/>
                <a:cs typeface="IBM Plex Sans JP"/>
                <a:sym typeface="IBM Plex Sans JP"/>
              </a:rPr>
              <a:t>AMSが必須  </a:t>
            </a:r>
            <a:endParaRPr sz="1000">
              <a:solidFill>
                <a:schemeClr val="dk1"/>
              </a:solidFill>
              <a:latin typeface="IBM Plex Sans JP"/>
              <a:ea typeface="IBM Plex Sans JP"/>
              <a:cs typeface="IBM Plex Sans JP"/>
              <a:sym typeface="IBM Plex Sans JP"/>
            </a:endParaRPr>
          </a:p>
          <a:p>
            <a:pPr indent="-292100" lvl="0" marL="457200" marR="0" rtl="0" algn="l">
              <a:lnSpc>
                <a:spcPct val="115000"/>
              </a:lnSpc>
              <a:spcBef>
                <a:spcPts val="0"/>
              </a:spcBef>
              <a:spcAft>
                <a:spcPts val="0"/>
              </a:spcAft>
              <a:buClr>
                <a:schemeClr val="dk1"/>
              </a:buClr>
              <a:buSzPts val="1000"/>
              <a:buFont typeface="IBM Plex Sans JP"/>
              <a:buChar char="●"/>
            </a:pPr>
            <a:r>
              <a:rPr lang="en-US" sz="1000">
                <a:solidFill>
                  <a:schemeClr val="dk1"/>
                </a:solidFill>
                <a:latin typeface="IBM Plex Sans JP"/>
                <a:ea typeface="IBM Plex Sans JP"/>
                <a:cs typeface="IBM Plex Sans JP"/>
                <a:sym typeface="IBM Plex Sans JP"/>
              </a:rPr>
              <a:t>0.4mmノズルが必須  </a:t>
            </a:r>
            <a:endParaRPr sz="1000">
              <a:solidFill>
                <a:schemeClr val="dk1"/>
              </a:solidFill>
              <a:latin typeface="IBM Plex Sans JP"/>
              <a:ea typeface="IBM Plex Sans JP"/>
              <a:cs typeface="IBM Plex Sans JP"/>
              <a:sym typeface="IBM Plex Sans JP"/>
            </a:endParaRPr>
          </a:p>
          <a:p>
            <a:pPr indent="-292100" lvl="0" marL="457200" marR="0" rtl="0" algn="l">
              <a:lnSpc>
                <a:spcPct val="115000"/>
              </a:lnSpc>
              <a:spcBef>
                <a:spcPts val="0"/>
              </a:spcBef>
              <a:spcAft>
                <a:spcPts val="0"/>
              </a:spcAft>
              <a:buClr>
                <a:schemeClr val="dk1"/>
              </a:buClr>
              <a:buSzPts val="1000"/>
              <a:buFont typeface="IBM Plex Sans JP"/>
              <a:buChar char="●"/>
            </a:pPr>
            <a:r>
              <a:rPr lang="en-US" sz="1000">
                <a:solidFill>
                  <a:schemeClr val="dk1"/>
                </a:solidFill>
                <a:latin typeface="IBM Plex Sans JP"/>
                <a:ea typeface="IBM Plex Sans JP"/>
                <a:cs typeface="IBM Plex Sans JP"/>
                <a:sym typeface="IBM Plex Sans JP"/>
              </a:rPr>
              <a:t>ビルドプレート：テクスチャード PEIが推奨  </a:t>
            </a:r>
            <a:endParaRPr sz="1000">
              <a:solidFill>
                <a:schemeClr val="dk1"/>
              </a:solidFill>
              <a:latin typeface="IBM Plex Sans JP"/>
              <a:ea typeface="IBM Plex Sans JP"/>
              <a:cs typeface="IBM Plex Sans JP"/>
              <a:sym typeface="IBM Plex Sans JP"/>
            </a:endParaRPr>
          </a:p>
          <a:p>
            <a:pPr indent="-292100" lvl="0" marL="457200" marR="0" rtl="0" algn="l">
              <a:lnSpc>
                <a:spcPct val="115000"/>
              </a:lnSpc>
              <a:spcBef>
                <a:spcPts val="0"/>
              </a:spcBef>
              <a:spcAft>
                <a:spcPts val="0"/>
              </a:spcAft>
              <a:buClr>
                <a:schemeClr val="dk1"/>
              </a:buClr>
              <a:buSzPts val="1000"/>
              <a:buFont typeface="IBM Plex Sans JP"/>
              <a:buChar char="●"/>
            </a:pPr>
            <a:r>
              <a:rPr lang="en-US" sz="1000">
                <a:solidFill>
                  <a:schemeClr val="dk1"/>
                </a:solidFill>
                <a:latin typeface="IBM Plex Sans JP"/>
                <a:ea typeface="IBM Plex Sans JP"/>
                <a:cs typeface="IBM Plex Sans JP"/>
                <a:sym typeface="IBM Plex Sans JP"/>
              </a:rPr>
              <a:t>材料：異種材料の混合は不可</a:t>
            </a:r>
            <a:endParaRPr sz="1000">
              <a:solidFill>
                <a:schemeClr val="dk1"/>
              </a:solidFill>
              <a:latin typeface="IBM Plex Sans JP"/>
              <a:ea typeface="IBM Plex Sans JP"/>
              <a:cs typeface="IBM Plex Sans JP"/>
              <a:sym typeface="IBM Plex Sans JP"/>
            </a:endParaRPr>
          </a:p>
          <a:p>
            <a:pPr indent="0" lvl="0" marL="457200" marR="0" rtl="0" algn="l">
              <a:lnSpc>
                <a:spcPct val="115000"/>
              </a:lnSpc>
              <a:spcBef>
                <a:spcPts val="0"/>
              </a:spcBef>
              <a:spcAft>
                <a:spcPts val="0"/>
              </a:spcAft>
              <a:buNone/>
            </a:pPr>
            <a:r>
              <a:rPr lang="en-US" sz="900">
                <a:solidFill>
                  <a:schemeClr val="dk1"/>
                </a:solidFill>
                <a:latin typeface="IBM Plex Sans JP"/>
                <a:ea typeface="IBM Plex Sans JP"/>
                <a:cs typeface="IBM Plex Sans JP"/>
                <a:sym typeface="IBM Plex Sans JP"/>
              </a:rPr>
              <a:t> (PLA Basic と PLA Matte の組み合わせ等は上手く行く事が多いが、自己責任で実施して下さい)  </a:t>
            </a:r>
            <a:endParaRPr sz="900">
              <a:solidFill>
                <a:schemeClr val="dk1"/>
              </a:solidFill>
              <a:latin typeface="IBM Plex Sans JP"/>
              <a:ea typeface="IBM Plex Sans JP"/>
              <a:cs typeface="IBM Plex Sans JP"/>
              <a:sym typeface="IBM Plex Sans JP"/>
            </a:endParaRPr>
          </a:p>
          <a:p>
            <a:pPr indent="-292100" lvl="0" marL="457200" marR="0" rtl="0" algn="l">
              <a:lnSpc>
                <a:spcPct val="115000"/>
              </a:lnSpc>
              <a:spcBef>
                <a:spcPts val="0"/>
              </a:spcBef>
              <a:spcAft>
                <a:spcPts val="0"/>
              </a:spcAft>
              <a:buClr>
                <a:schemeClr val="dk1"/>
              </a:buClr>
              <a:buSzPts val="1000"/>
              <a:buFont typeface="IBM Plex Sans JP"/>
              <a:buChar char="●"/>
            </a:pPr>
            <a:r>
              <a:rPr lang="en-US" sz="1000">
                <a:solidFill>
                  <a:schemeClr val="dk1"/>
                </a:solidFill>
                <a:latin typeface="IBM Plex Sans JP"/>
                <a:ea typeface="IBM Plex Sans JP"/>
                <a:cs typeface="IBM Plex Sans JP"/>
                <a:sym typeface="IBM Plex Sans JP"/>
              </a:rPr>
              <a:t>糊の使用不可  印刷前にビルドプレートと手の洗浄を実施してください。 </a:t>
            </a:r>
            <a:endParaRPr b="1" sz="1000">
              <a:solidFill>
                <a:schemeClr val="dk1"/>
              </a:solidFill>
              <a:latin typeface="IBM Plex Sans JP"/>
              <a:ea typeface="IBM Plex Sans JP"/>
              <a:cs typeface="IBM Plex Sans JP"/>
              <a:sym typeface="IBM Plex Sans JP"/>
            </a:endParaRPr>
          </a:p>
        </p:txBody>
      </p:sp>
      <p:sp>
        <p:nvSpPr>
          <p:cNvPr id="174" name="Google Shape;174;p16"/>
          <p:cNvSpPr/>
          <p:nvPr/>
        </p:nvSpPr>
        <p:spPr>
          <a:xfrm>
            <a:off x="605663" y="1154337"/>
            <a:ext cx="125700" cy="122700"/>
          </a:xfrm>
          <a:prstGeom prst="ellipse">
            <a:avLst/>
          </a:prstGeom>
          <a:solidFill>
            <a:schemeClr val="accent1"/>
          </a:solidFill>
          <a:ln cap="flat" cmpd="sng" w="19050">
            <a:solidFill>
              <a:srgbClr val="08283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8" name="Shape 178"/>
        <p:cNvGrpSpPr/>
        <p:nvPr/>
      </p:nvGrpSpPr>
      <p:grpSpPr>
        <a:xfrm>
          <a:off x="0" y="0"/>
          <a:ext cx="0" cy="0"/>
          <a:chOff x="0" y="0"/>
          <a:chExt cx="0" cy="0"/>
        </a:xfrm>
      </p:grpSpPr>
      <p:sp>
        <p:nvSpPr>
          <p:cNvPr id="179" name="Google Shape;179;p17"/>
          <p:cNvSpPr/>
          <p:nvPr/>
        </p:nvSpPr>
        <p:spPr>
          <a:xfrm>
            <a:off x="51086" y="45268"/>
            <a:ext cx="6790099" cy="9053465"/>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80" name="Google Shape;180;p17"/>
          <p:cNvSpPr/>
          <p:nvPr/>
        </p:nvSpPr>
        <p:spPr>
          <a:xfrm>
            <a:off x="17051" y="5531"/>
            <a:ext cx="6858000" cy="9144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grpSp>
        <p:nvGrpSpPr>
          <p:cNvPr id="181" name="Google Shape;181;p17"/>
          <p:cNvGrpSpPr/>
          <p:nvPr/>
        </p:nvGrpSpPr>
        <p:grpSpPr>
          <a:xfrm>
            <a:off x="0" y="0"/>
            <a:ext cx="6865269" cy="9144001"/>
            <a:chOff x="0" y="0"/>
            <a:chExt cx="6865269" cy="9144001"/>
          </a:xfrm>
        </p:grpSpPr>
        <p:sp>
          <p:nvSpPr>
            <p:cNvPr id="182" name="Google Shape;182;p17"/>
            <p:cNvSpPr/>
            <p:nvPr/>
          </p:nvSpPr>
          <p:spPr>
            <a:xfrm>
              <a:off x="0" y="0"/>
              <a:ext cx="6858000" cy="432000"/>
            </a:xfrm>
            <a:prstGeom prst="rect">
              <a:avLst/>
            </a:prstGeom>
            <a:solidFill>
              <a:srgbClr val="F2A982">
                <a:alpha val="10196"/>
              </a:srgbClr>
            </a:solidFill>
            <a:ln cap="flat" cmpd="sng" w="19050">
              <a:solidFill>
                <a:srgbClr val="7F340D"/>
              </a:solidFill>
              <a:prstDash val="dash"/>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83" name="Google Shape;183;p17"/>
            <p:cNvSpPr/>
            <p:nvPr/>
          </p:nvSpPr>
          <p:spPr>
            <a:xfrm>
              <a:off x="0" y="8712000"/>
              <a:ext cx="6858000" cy="432000"/>
            </a:xfrm>
            <a:prstGeom prst="rect">
              <a:avLst/>
            </a:prstGeom>
            <a:solidFill>
              <a:srgbClr val="F2A982">
                <a:alpha val="10196"/>
              </a:srgbClr>
            </a:solidFill>
            <a:ln cap="flat" cmpd="sng" w="19050">
              <a:solidFill>
                <a:srgbClr val="7F340D"/>
              </a:solidFill>
              <a:prstDash val="dash"/>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84" name="Google Shape;184;p17"/>
            <p:cNvSpPr/>
            <p:nvPr/>
          </p:nvSpPr>
          <p:spPr>
            <a:xfrm>
              <a:off x="0" y="1"/>
              <a:ext cx="540000" cy="9144000"/>
            </a:xfrm>
            <a:prstGeom prst="rect">
              <a:avLst/>
            </a:prstGeom>
            <a:solidFill>
              <a:srgbClr val="F2A982">
                <a:alpha val="10196"/>
              </a:srgbClr>
            </a:solidFill>
            <a:ln cap="flat" cmpd="sng" w="19050">
              <a:solidFill>
                <a:srgbClr val="7F340D"/>
              </a:solidFill>
              <a:prstDash val="dash"/>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85" name="Google Shape;185;p17"/>
            <p:cNvSpPr/>
            <p:nvPr/>
          </p:nvSpPr>
          <p:spPr>
            <a:xfrm>
              <a:off x="6325269" y="0"/>
              <a:ext cx="540000" cy="9144000"/>
            </a:xfrm>
            <a:prstGeom prst="rect">
              <a:avLst/>
            </a:prstGeom>
            <a:solidFill>
              <a:srgbClr val="F2A982">
                <a:alpha val="10196"/>
              </a:srgbClr>
            </a:solidFill>
            <a:ln cap="flat" cmpd="sng" w="19050">
              <a:solidFill>
                <a:srgbClr val="7F340D"/>
              </a:solidFill>
              <a:prstDash val="dash"/>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grpSp>
      <p:sp>
        <p:nvSpPr>
          <p:cNvPr id="186" name="Google Shape;186;p17"/>
          <p:cNvSpPr/>
          <p:nvPr/>
        </p:nvSpPr>
        <p:spPr>
          <a:xfrm>
            <a:off x="554537" y="452468"/>
            <a:ext cx="5756193" cy="54000"/>
          </a:xfrm>
          <a:prstGeom prst="rect">
            <a:avLst/>
          </a:prstGeom>
          <a:solidFill>
            <a:schemeClr val="accent1"/>
          </a:solidFill>
          <a:ln cap="flat" cmpd="sng" w="19050">
            <a:solidFill>
              <a:srgbClr val="08283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87" name="Google Shape;187;p17"/>
          <p:cNvSpPr/>
          <p:nvPr/>
        </p:nvSpPr>
        <p:spPr>
          <a:xfrm>
            <a:off x="554538" y="8661917"/>
            <a:ext cx="2592000" cy="54000"/>
          </a:xfrm>
          <a:prstGeom prst="rect">
            <a:avLst/>
          </a:prstGeom>
          <a:solidFill>
            <a:schemeClr val="accent1"/>
          </a:solidFill>
          <a:ln cap="flat" cmpd="sng" w="19050">
            <a:solidFill>
              <a:srgbClr val="08283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88" name="Google Shape;188;p17"/>
          <p:cNvSpPr/>
          <p:nvPr/>
        </p:nvSpPr>
        <p:spPr>
          <a:xfrm>
            <a:off x="3734844" y="8661917"/>
            <a:ext cx="2592000" cy="54000"/>
          </a:xfrm>
          <a:prstGeom prst="rect">
            <a:avLst/>
          </a:prstGeom>
          <a:solidFill>
            <a:schemeClr val="accent1"/>
          </a:solidFill>
          <a:ln cap="flat" cmpd="sng" w="19050">
            <a:solidFill>
              <a:srgbClr val="08283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89" name="Google Shape;189;p17"/>
          <p:cNvSpPr txBox="1"/>
          <p:nvPr/>
        </p:nvSpPr>
        <p:spPr>
          <a:xfrm>
            <a:off x="3163826" y="8511531"/>
            <a:ext cx="575734" cy="369332"/>
          </a:xfrm>
          <a:prstGeom prst="rect">
            <a:avLst/>
          </a:prstGeom>
          <a:noFill/>
          <a:ln>
            <a:noFill/>
          </a:ln>
        </p:spPr>
        <p:txBody>
          <a:bodyPr anchorCtr="0" anchor="ctr" bIns="45700" lIns="91425" spcFirstLastPara="1" rIns="91425" wrap="square" tIns="45700">
            <a:spAutoFit/>
          </a:bodyPr>
          <a:lstStyle/>
          <a:p>
            <a:pPr indent="0" lvl="0" marL="0" marR="0" rtl="0" algn="ctr">
              <a:spcBef>
                <a:spcPts val="0"/>
              </a:spcBef>
              <a:spcAft>
                <a:spcPts val="0"/>
              </a:spcAft>
              <a:buNone/>
            </a:pPr>
            <a:r>
              <a:rPr lang="en-US" sz="1800">
                <a:solidFill>
                  <a:schemeClr val="dk1"/>
                </a:solidFill>
                <a:latin typeface="Arial"/>
                <a:ea typeface="Arial"/>
                <a:cs typeface="Arial"/>
                <a:sym typeface="Arial"/>
              </a:rPr>
              <a:t>4</a:t>
            </a:r>
            <a:endParaRPr sz="1800">
              <a:solidFill>
                <a:schemeClr val="dk1"/>
              </a:solidFill>
              <a:latin typeface="Arial"/>
              <a:ea typeface="Arial"/>
              <a:cs typeface="Arial"/>
              <a:sym typeface="Arial"/>
            </a:endParaRPr>
          </a:p>
        </p:txBody>
      </p:sp>
      <p:sp>
        <p:nvSpPr>
          <p:cNvPr id="190" name="Google Shape;190;p17"/>
          <p:cNvSpPr/>
          <p:nvPr/>
        </p:nvSpPr>
        <p:spPr>
          <a:xfrm>
            <a:off x="558261" y="2819988"/>
            <a:ext cx="204600" cy="204600"/>
          </a:xfrm>
          <a:prstGeom prst="ellipse">
            <a:avLst/>
          </a:prstGeom>
          <a:solidFill>
            <a:schemeClr val="accent1"/>
          </a:solidFill>
          <a:ln cap="flat" cmpd="sng" w="19050">
            <a:solidFill>
              <a:srgbClr val="08283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91" name="Google Shape;191;p17"/>
          <p:cNvSpPr txBox="1"/>
          <p:nvPr/>
        </p:nvSpPr>
        <p:spPr>
          <a:xfrm>
            <a:off x="790026" y="2760501"/>
            <a:ext cx="1923900" cy="338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600">
                <a:solidFill>
                  <a:schemeClr val="dk1"/>
                </a:solidFill>
                <a:latin typeface="IBM Plex Sans JP SemiBold"/>
                <a:ea typeface="IBM Plex Sans JP SemiBold"/>
                <a:cs typeface="IBM Plex Sans JP SemiBold"/>
                <a:sym typeface="IBM Plex Sans JP SemiBold"/>
              </a:rPr>
              <a:t>8</a:t>
            </a:r>
            <a:r>
              <a:rPr lang="en-US" sz="1600">
                <a:solidFill>
                  <a:schemeClr val="dk1"/>
                </a:solidFill>
                <a:latin typeface="IBM Plex Sans JP SemiBold"/>
                <a:ea typeface="IBM Plex Sans JP SemiBold"/>
                <a:cs typeface="IBM Plex Sans JP SemiBold"/>
                <a:sym typeface="IBM Plex Sans JP SemiBold"/>
              </a:rPr>
              <a:t>. Update History</a:t>
            </a:r>
            <a:endParaRPr b="1" sz="1800">
              <a:solidFill>
                <a:schemeClr val="dk1"/>
              </a:solidFill>
              <a:latin typeface="IBM Plex Sans JP SemiBold"/>
              <a:ea typeface="IBM Plex Sans JP SemiBold"/>
              <a:cs typeface="IBM Plex Sans JP SemiBold"/>
              <a:sym typeface="IBM Plex Sans JP SemiBold"/>
            </a:endParaRPr>
          </a:p>
        </p:txBody>
      </p:sp>
      <p:sp>
        <p:nvSpPr>
          <p:cNvPr id="192" name="Google Shape;192;p17"/>
          <p:cNvSpPr txBox="1"/>
          <p:nvPr/>
        </p:nvSpPr>
        <p:spPr>
          <a:xfrm>
            <a:off x="676941" y="3091447"/>
            <a:ext cx="5649600" cy="369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900">
                <a:solidFill>
                  <a:schemeClr val="dk1"/>
                </a:solidFill>
                <a:latin typeface="IBM Plex Sans JP"/>
                <a:ea typeface="IBM Plex Sans JP"/>
                <a:cs typeface="IBM Plex Sans JP"/>
                <a:sym typeface="IBM Plex Sans JP"/>
              </a:rPr>
              <a:t>Ver.1.00  2026-07-02  First Edition Published</a:t>
            </a:r>
            <a:endParaRPr/>
          </a:p>
          <a:p>
            <a:pPr indent="0" lvl="0" marL="0" marR="0" rtl="0" algn="l">
              <a:spcBef>
                <a:spcPts val="0"/>
              </a:spcBef>
              <a:spcAft>
                <a:spcPts val="0"/>
              </a:spcAft>
              <a:buNone/>
            </a:pPr>
            <a:r>
              <a:rPr lang="en-US" sz="900">
                <a:solidFill>
                  <a:schemeClr val="dk1"/>
                </a:solidFill>
                <a:latin typeface="IBM Plex Sans JP"/>
                <a:ea typeface="IBM Plex Sans JP"/>
                <a:cs typeface="IBM Plex Sans JP"/>
                <a:sym typeface="IBM Plex Sans JP"/>
              </a:rPr>
              <a:t>Ver.1.10  2026-0</a:t>
            </a:r>
            <a:r>
              <a:rPr lang="en-US" sz="900">
                <a:solidFill>
                  <a:schemeClr val="dk1"/>
                </a:solidFill>
                <a:latin typeface="IBM Plex Sans JP"/>
                <a:ea typeface="IBM Plex Sans JP"/>
                <a:cs typeface="IBM Plex Sans JP"/>
                <a:sym typeface="IBM Plex Sans JP"/>
              </a:rPr>
              <a:t>8</a:t>
            </a:r>
            <a:r>
              <a:rPr lang="en-US" sz="900">
                <a:solidFill>
                  <a:schemeClr val="dk1"/>
                </a:solidFill>
                <a:latin typeface="IBM Plex Sans JP"/>
                <a:ea typeface="IBM Plex Sans JP"/>
                <a:cs typeface="IBM Plex Sans JP"/>
                <a:sym typeface="IBM Plex Sans JP"/>
              </a:rPr>
              <a:t>-15  Revisions for Integrated Design</a:t>
            </a:r>
            <a:endParaRPr/>
          </a:p>
        </p:txBody>
      </p:sp>
      <p:sp>
        <p:nvSpPr>
          <p:cNvPr id="193" name="Google Shape;193;p17"/>
          <p:cNvSpPr txBox="1"/>
          <p:nvPr/>
        </p:nvSpPr>
        <p:spPr>
          <a:xfrm>
            <a:off x="759181" y="705345"/>
            <a:ext cx="2739900" cy="400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000">
                <a:solidFill>
                  <a:schemeClr val="dk1"/>
                </a:solidFill>
                <a:latin typeface="IBM Plex Sans JP SemiBold"/>
                <a:ea typeface="IBM Plex Sans JP SemiBold"/>
                <a:cs typeface="IBM Plex Sans JP SemiBold"/>
                <a:sym typeface="IBM Plex Sans JP SemiBold"/>
              </a:rPr>
              <a:t>7. まとめ </a:t>
            </a:r>
            <a:r>
              <a:rPr lang="en-US" sz="2000">
                <a:solidFill>
                  <a:schemeClr val="dk1"/>
                </a:solidFill>
                <a:latin typeface="IBM Plex Sans JP SemiBold"/>
                <a:ea typeface="IBM Plex Sans JP SemiBold"/>
                <a:cs typeface="IBM Plex Sans JP SemiBold"/>
                <a:sym typeface="IBM Plex Sans JP SemiBold"/>
              </a:rPr>
              <a:t> </a:t>
            </a:r>
            <a:endParaRPr b="1" sz="2400">
              <a:solidFill>
                <a:schemeClr val="dk1"/>
              </a:solidFill>
              <a:latin typeface="IBM Plex Sans JP SemiBold"/>
              <a:ea typeface="IBM Plex Sans JP SemiBold"/>
              <a:cs typeface="IBM Plex Sans JP SemiBold"/>
              <a:sym typeface="IBM Plex Sans JP SemiBold"/>
            </a:endParaRPr>
          </a:p>
        </p:txBody>
      </p:sp>
      <p:sp>
        <p:nvSpPr>
          <p:cNvPr id="194" name="Google Shape;194;p17"/>
          <p:cNvSpPr txBox="1"/>
          <p:nvPr/>
        </p:nvSpPr>
        <p:spPr>
          <a:xfrm>
            <a:off x="677246" y="1065260"/>
            <a:ext cx="5649600" cy="1400700"/>
          </a:xfrm>
          <a:prstGeom prst="rect">
            <a:avLst/>
          </a:prstGeom>
          <a:noFill/>
          <a:ln>
            <a:noFill/>
          </a:ln>
        </p:spPr>
        <p:txBody>
          <a:bodyPr anchorCtr="0" anchor="t" bIns="45700" lIns="91425" spcFirstLastPara="1" rIns="91425" wrap="square" tIns="45700">
            <a:spAutoFit/>
          </a:bodyPr>
          <a:lstStyle/>
          <a:p>
            <a:pPr indent="0" lvl="0" marL="0" marR="0" rtl="0" algn="l">
              <a:lnSpc>
                <a:spcPct val="150000"/>
              </a:lnSpc>
              <a:spcBef>
                <a:spcPts val="0"/>
              </a:spcBef>
              <a:spcAft>
                <a:spcPts val="0"/>
              </a:spcAft>
              <a:buNone/>
            </a:pPr>
            <a:r>
              <a:rPr lang="en-US" sz="1000">
                <a:solidFill>
                  <a:schemeClr val="dk1"/>
                </a:solidFill>
                <a:latin typeface="IBM Plex Sans JP"/>
                <a:ea typeface="IBM Plex Sans JP"/>
                <a:cs typeface="IBM Plex Sans JP"/>
                <a:sym typeface="IBM Plex Sans JP"/>
              </a:rPr>
              <a:t>Blend Color Checker は、FlexChroma™ Blend Filament の 混色比と実際の色の関係を正確に評価 するための 信頼性の高い基準ツールです。  </a:t>
            </a:r>
            <a:endParaRPr sz="1000">
              <a:solidFill>
                <a:schemeClr val="dk1"/>
              </a:solidFill>
              <a:latin typeface="IBM Plex Sans JP"/>
              <a:ea typeface="IBM Plex Sans JP"/>
              <a:cs typeface="IBM Plex Sans JP"/>
              <a:sym typeface="IBM Plex Sans JP"/>
            </a:endParaRPr>
          </a:p>
          <a:p>
            <a:pPr indent="-292100" lvl="0" marL="457200" marR="0" rtl="0" algn="l">
              <a:lnSpc>
                <a:spcPct val="150000"/>
              </a:lnSpc>
              <a:spcBef>
                <a:spcPts val="0"/>
              </a:spcBef>
              <a:spcAft>
                <a:spcPts val="0"/>
              </a:spcAft>
              <a:buClr>
                <a:schemeClr val="dk1"/>
              </a:buClr>
              <a:buSzPts val="1000"/>
              <a:buFont typeface="IBM Plex Sans JP"/>
              <a:buChar char="●"/>
            </a:pPr>
            <a:r>
              <a:rPr lang="en-US" sz="1000">
                <a:solidFill>
                  <a:schemeClr val="dk1"/>
                </a:solidFill>
                <a:latin typeface="IBM Plex Sans JP"/>
                <a:ea typeface="IBM Plex Sans JP"/>
                <a:cs typeface="IBM Plex Sans JP"/>
                <a:sym typeface="IBM Plex Sans JP"/>
              </a:rPr>
              <a:t>Standard / Detail の 2種類のチェックフィラメント  </a:t>
            </a:r>
            <a:endParaRPr sz="1000">
              <a:solidFill>
                <a:schemeClr val="dk1"/>
              </a:solidFill>
              <a:latin typeface="IBM Plex Sans JP"/>
              <a:ea typeface="IBM Plex Sans JP"/>
              <a:cs typeface="IBM Plex Sans JP"/>
              <a:sym typeface="IBM Plex Sans JP"/>
            </a:endParaRPr>
          </a:p>
          <a:p>
            <a:pPr indent="-292100" lvl="0" marL="457200" marR="0" rtl="0" algn="l">
              <a:lnSpc>
                <a:spcPct val="150000"/>
              </a:lnSpc>
              <a:spcBef>
                <a:spcPts val="0"/>
              </a:spcBef>
              <a:spcAft>
                <a:spcPts val="0"/>
              </a:spcAft>
              <a:buClr>
                <a:schemeClr val="dk1"/>
              </a:buClr>
              <a:buSzPts val="1000"/>
              <a:buFont typeface="IBM Plex Sans JP"/>
              <a:buChar char="●"/>
            </a:pPr>
            <a:r>
              <a:rPr lang="en-US" sz="1000">
                <a:solidFill>
                  <a:schemeClr val="dk1"/>
                </a:solidFill>
                <a:latin typeface="IBM Plex Sans JP"/>
                <a:ea typeface="IBM Plex Sans JP"/>
                <a:cs typeface="IBM Plex Sans JP"/>
                <a:sym typeface="IBM Plex Sans JP"/>
              </a:rPr>
              <a:t>外部スプール使用によるずれの少ない色境界  </a:t>
            </a:r>
            <a:endParaRPr sz="1000">
              <a:solidFill>
                <a:schemeClr val="dk1"/>
              </a:solidFill>
              <a:latin typeface="IBM Plex Sans JP"/>
              <a:ea typeface="IBM Plex Sans JP"/>
              <a:cs typeface="IBM Plex Sans JP"/>
              <a:sym typeface="IBM Plex Sans JP"/>
            </a:endParaRPr>
          </a:p>
          <a:p>
            <a:pPr indent="-292100" lvl="0" marL="457200" marR="0" rtl="0" algn="l">
              <a:lnSpc>
                <a:spcPct val="150000"/>
              </a:lnSpc>
              <a:spcBef>
                <a:spcPts val="0"/>
              </a:spcBef>
              <a:spcAft>
                <a:spcPts val="0"/>
              </a:spcAft>
              <a:buClr>
                <a:schemeClr val="dk1"/>
              </a:buClr>
              <a:buSzPts val="1000"/>
              <a:buFont typeface="IBM Plex Sans JP"/>
              <a:buChar char="●"/>
            </a:pPr>
            <a:r>
              <a:rPr lang="en-US" sz="1000">
                <a:solidFill>
                  <a:schemeClr val="dk1"/>
                </a:solidFill>
                <a:latin typeface="IBM Plex Sans JP"/>
                <a:ea typeface="IBM Plex Sans JP"/>
                <a:cs typeface="IBM Plex Sans JP"/>
                <a:sym typeface="IBM Plex Sans JP"/>
              </a:rPr>
              <a:t>NIX MINI 3 に最適化された設計 </a:t>
            </a:r>
            <a:endParaRPr sz="1000">
              <a:solidFill>
                <a:schemeClr val="dk1"/>
              </a:solidFill>
              <a:latin typeface="IBM Plex Sans JP"/>
              <a:ea typeface="IBM Plex Sans JP"/>
              <a:cs typeface="IBM Plex Sans JP"/>
              <a:sym typeface="IBM Plex Sans JP"/>
            </a:endParaRPr>
          </a:p>
          <a:p>
            <a:pPr indent="0" lvl="0" marL="0" marR="0" rtl="0" algn="l">
              <a:lnSpc>
                <a:spcPct val="150000"/>
              </a:lnSpc>
              <a:spcBef>
                <a:spcPts val="0"/>
              </a:spcBef>
              <a:spcAft>
                <a:spcPts val="0"/>
              </a:spcAft>
              <a:buNone/>
            </a:pPr>
            <a:r>
              <a:rPr lang="en-US" sz="1000">
                <a:solidFill>
                  <a:schemeClr val="dk1"/>
                </a:solidFill>
                <a:latin typeface="IBM Plex Sans JP"/>
                <a:ea typeface="IBM Plex Sans JP"/>
                <a:cs typeface="IBM Plex Sans JP"/>
                <a:sym typeface="IBM Plex Sans JP"/>
              </a:rPr>
              <a:t>これらにより、適切な色の選択 が可能になります。 </a:t>
            </a:r>
            <a:endParaRPr b="1" sz="900">
              <a:solidFill>
                <a:schemeClr val="dk1"/>
              </a:solidFill>
              <a:latin typeface="IBM Plex Sans JP"/>
              <a:ea typeface="IBM Plex Sans JP"/>
              <a:cs typeface="IBM Plex Sans JP"/>
              <a:sym typeface="IBM Plex Sans JP"/>
            </a:endParaRPr>
          </a:p>
        </p:txBody>
      </p:sp>
      <p:sp>
        <p:nvSpPr>
          <p:cNvPr id="195" name="Google Shape;195;p17"/>
          <p:cNvSpPr/>
          <p:nvPr/>
        </p:nvSpPr>
        <p:spPr>
          <a:xfrm>
            <a:off x="554513" y="791033"/>
            <a:ext cx="204600" cy="204600"/>
          </a:xfrm>
          <a:prstGeom prst="ellipse">
            <a:avLst/>
          </a:prstGeom>
          <a:solidFill>
            <a:schemeClr val="accent1"/>
          </a:solidFill>
          <a:ln cap="flat" cmpd="sng" w="19050">
            <a:solidFill>
              <a:srgbClr val="08283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テーマ">
  <a:themeElements>
    <a:clrScheme name="Office テーマ">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
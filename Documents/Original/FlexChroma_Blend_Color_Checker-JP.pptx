
<file path=[Content_Types].xml><?xml version="1.0" encoding="utf-8"?>
<Types xmlns="http://schemas.openxmlformats.org/package/2006/content-types">
  <Default Extension="fntdata" ContentType="application/x-fontdata"/>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59" r:id="rId1"/>
  </p:sldMasterIdLst>
  <p:notesMasterIdLst>
    <p:notesMasterId r:id="rId11"/>
  </p:notesMasterIdLst>
  <p:sldIdLst>
    <p:sldId id="256" r:id="rId2"/>
    <p:sldId id="266" r:id="rId3"/>
    <p:sldId id="258" r:id="rId4"/>
    <p:sldId id="259" r:id="rId5"/>
    <p:sldId id="260" r:id="rId6"/>
    <p:sldId id="265" r:id="rId7"/>
    <p:sldId id="262" r:id="rId8"/>
    <p:sldId id="263" r:id="rId9"/>
    <p:sldId id="264" r:id="rId10"/>
  </p:sldIdLst>
  <p:sldSz cx="6858000" cy="9144000" type="screen4x3"/>
  <p:notesSz cx="7104063" cy="10234613"/>
  <p:embeddedFontLst>
    <p:embeddedFont>
      <p:font typeface="IBM Plex Sans JP" panose="020B0503050203000203" pitchFamily="50" charset="-128"/>
      <p:regular r:id="rId12"/>
      <p:bold r:id="rId13"/>
    </p:embeddedFont>
    <p:embeddedFont>
      <p:font typeface="Play" panose="020B0600070205080204" charset="0"/>
      <p:regular r:id="rId14"/>
      <p:bold r:id="rId15"/>
    </p:embeddedFont>
    <p:embeddedFont>
      <p:font typeface="Segoe UI Semibold" panose="020B0702040204020203" pitchFamily="34" charset="0"/>
      <p:bold r:id="rId16"/>
      <p:boldItalic r:id="rId17"/>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p:cViewPr varScale="1">
        <p:scale>
          <a:sx n="142" d="100"/>
          <a:sy n="142" d="100"/>
        </p:scale>
        <p:origin x="5059" y="110"/>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font" Target="fonts/font2.fntdata"/><Relationship Id="rId18" Type="http://schemas.openxmlformats.org/officeDocument/2006/relationships/presProps" Target="presProps.xml"/><Relationship Id="rId3" Type="http://schemas.openxmlformats.org/officeDocument/2006/relationships/slide" Target="slides/slide2.xml"/><Relationship Id="rId21" Type="http://schemas.openxmlformats.org/officeDocument/2006/relationships/tableStyles" Target="tableStyles.xml"/><Relationship Id="rId7" Type="http://schemas.openxmlformats.org/officeDocument/2006/relationships/slide" Target="slides/slide6.xml"/><Relationship Id="rId12" Type="http://schemas.openxmlformats.org/officeDocument/2006/relationships/font" Target="fonts/font1.fntdata"/><Relationship Id="rId17" Type="http://schemas.openxmlformats.org/officeDocument/2006/relationships/font" Target="fonts/font6.fntdata"/><Relationship Id="rId2" Type="http://schemas.openxmlformats.org/officeDocument/2006/relationships/slide" Target="slides/slide1.xml"/><Relationship Id="rId16" Type="http://schemas.openxmlformats.org/officeDocument/2006/relationships/font" Target="fonts/font5.fntdata"/><Relationship Id="rId20"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notesMaster" Target="notesMasters/notesMaster1.xml"/><Relationship Id="rId5" Type="http://schemas.openxmlformats.org/officeDocument/2006/relationships/slide" Target="slides/slide4.xml"/><Relationship Id="rId15" Type="http://schemas.openxmlformats.org/officeDocument/2006/relationships/font" Target="fonts/font4.fntdata"/><Relationship Id="rId10" Type="http://schemas.openxmlformats.org/officeDocument/2006/relationships/slide" Target="slides/slide9.xml"/><Relationship Id="rId19"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font" Target="fonts/font3.fntdata"/></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1184225" y="767575"/>
            <a:ext cx="4736250" cy="3837975"/>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710400" y="4861425"/>
            <a:ext cx="5683225" cy="460555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0"/>
        <p:cNvGrpSpPr/>
        <p:nvPr/>
      </p:nvGrpSpPr>
      <p:grpSpPr>
        <a:xfrm>
          <a:off x="0" y="0"/>
          <a:ext cx="0" cy="0"/>
          <a:chOff x="0" y="0"/>
          <a:chExt cx="0" cy="0"/>
        </a:xfrm>
      </p:grpSpPr>
      <p:sp>
        <p:nvSpPr>
          <p:cNvPr id="81" name="Google Shape;81;p1:notes"/>
          <p:cNvSpPr txBox="1">
            <a:spLocks noGrp="1"/>
          </p:cNvSpPr>
          <p:nvPr>
            <p:ph type="body" idx="1"/>
          </p:nvPr>
        </p:nvSpPr>
        <p:spPr>
          <a:xfrm>
            <a:off x="710400" y="4861425"/>
            <a:ext cx="5683225" cy="460555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2" name="Google Shape;82;p1:notes"/>
          <p:cNvSpPr>
            <a:spLocks noGrp="1" noRot="1" noChangeAspect="1"/>
          </p:cNvSpPr>
          <p:nvPr>
            <p:ph type="sldImg" idx="2"/>
          </p:nvPr>
        </p:nvSpPr>
        <p:spPr>
          <a:xfrm>
            <a:off x="1184225" y="767575"/>
            <a:ext cx="4736250" cy="3837975"/>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5">
          <a:extLst>
            <a:ext uri="{FF2B5EF4-FFF2-40B4-BE49-F238E27FC236}">
              <a16:creationId xmlns:a16="http://schemas.microsoft.com/office/drawing/2014/main" id="{2B6369B1-81DC-C5FB-8971-9A1073A8F6EE}"/>
            </a:ext>
          </a:extLst>
        </p:cNvPr>
        <p:cNvGrpSpPr/>
        <p:nvPr/>
      </p:nvGrpSpPr>
      <p:grpSpPr>
        <a:xfrm>
          <a:off x="0" y="0"/>
          <a:ext cx="0" cy="0"/>
          <a:chOff x="0" y="0"/>
          <a:chExt cx="0" cy="0"/>
        </a:xfrm>
      </p:grpSpPr>
      <p:sp>
        <p:nvSpPr>
          <p:cNvPr id="96" name="Google Shape;96;p2:notes">
            <a:extLst>
              <a:ext uri="{FF2B5EF4-FFF2-40B4-BE49-F238E27FC236}">
                <a16:creationId xmlns:a16="http://schemas.microsoft.com/office/drawing/2014/main" id="{2C4B0A30-278A-1541-9BE0-42E3AF875F2B}"/>
              </a:ext>
            </a:extLst>
          </p:cNvPr>
          <p:cNvSpPr txBox="1">
            <a:spLocks noGrp="1"/>
          </p:cNvSpPr>
          <p:nvPr>
            <p:ph type="body" idx="1"/>
          </p:nvPr>
        </p:nvSpPr>
        <p:spPr>
          <a:xfrm>
            <a:off x="710400" y="4861425"/>
            <a:ext cx="5683225" cy="460555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97" name="Google Shape;97;p2:notes">
            <a:extLst>
              <a:ext uri="{FF2B5EF4-FFF2-40B4-BE49-F238E27FC236}">
                <a16:creationId xmlns:a16="http://schemas.microsoft.com/office/drawing/2014/main" id="{F13751DA-0DF6-5635-23A9-461C90E57D92}"/>
              </a:ext>
            </a:extLst>
          </p:cNvPr>
          <p:cNvSpPr>
            <a:spLocks noGrp="1" noRot="1" noChangeAspect="1"/>
          </p:cNvSpPr>
          <p:nvPr>
            <p:ph type="sldImg" idx="2"/>
          </p:nvPr>
        </p:nvSpPr>
        <p:spPr>
          <a:xfrm>
            <a:off x="2112963" y="768350"/>
            <a:ext cx="2878137" cy="3836988"/>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752972604"/>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8"/>
        <p:cNvGrpSpPr/>
        <p:nvPr/>
      </p:nvGrpSpPr>
      <p:grpSpPr>
        <a:xfrm>
          <a:off x="0" y="0"/>
          <a:ext cx="0" cy="0"/>
          <a:chOff x="0" y="0"/>
          <a:chExt cx="0" cy="0"/>
        </a:xfrm>
      </p:grpSpPr>
      <p:sp>
        <p:nvSpPr>
          <p:cNvPr id="129" name="Google Shape;129;p3:notes"/>
          <p:cNvSpPr txBox="1">
            <a:spLocks noGrp="1"/>
          </p:cNvSpPr>
          <p:nvPr>
            <p:ph type="body" idx="1"/>
          </p:nvPr>
        </p:nvSpPr>
        <p:spPr>
          <a:xfrm>
            <a:off x="710400" y="4861425"/>
            <a:ext cx="5683225" cy="460555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30" name="Google Shape;130;p3:notes"/>
          <p:cNvSpPr>
            <a:spLocks noGrp="1" noRot="1" noChangeAspect="1"/>
          </p:cNvSpPr>
          <p:nvPr>
            <p:ph type="sldImg" idx="2"/>
          </p:nvPr>
        </p:nvSpPr>
        <p:spPr>
          <a:xfrm>
            <a:off x="2112963" y="768350"/>
            <a:ext cx="2878137" cy="3836988"/>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0"/>
        <p:cNvGrpSpPr/>
        <p:nvPr/>
      </p:nvGrpSpPr>
      <p:grpSpPr>
        <a:xfrm>
          <a:off x="0" y="0"/>
          <a:ext cx="0" cy="0"/>
          <a:chOff x="0" y="0"/>
          <a:chExt cx="0" cy="0"/>
        </a:xfrm>
      </p:grpSpPr>
      <p:sp>
        <p:nvSpPr>
          <p:cNvPr id="151" name="Google Shape;151;p4:notes"/>
          <p:cNvSpPr txBox="1">
            <a:spLocks noGrp="1"/>
          </p:cNvSpPr>
          <p:nvPr>
            <p:ph type="body" idx="1"/>
          </p:nvPr>
        </p:nvSpPr>
        <p:spPr>
          <a:xfrm>
            <a:off x="710400" y="4861425"/>
            <a:ext cx="5683225" cy="460555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52" name="Google Shape;152;p4:notes"/>
          <p:cNvSpPr>
            <a:spLocks noGrp="1" noRot="1" noChangeAspect="1"/>
          </p:cNvSpPr>
          <p:nvPr>
            <p:ph type="sldImg" idx="2"/>
          </p:nvPr>
        </p:nvSpPr>
        <p:spPr>
          <a:xfrm>
            <a:off x="2112963" y="768350"/>
            <a:ext cx="2878137" cy="3836988"/>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5"/>
        <p:cNvGrpSpPr/>
        <p:nvPr/>
      </p:nvGrpSpPr>
      <p:grpSpPr>
        <a:xfrm>
          <a:off x="0" y="0"/>
          <a:ext cx="0" cy="0"/>
          <a:chOff x="0" y="0"/>
          <a:chExt cx="0" cy="0"/>
        </a:xfrm>
      </p:grpSpPr>
      <p:sp>
        <p:nvSpPr>
          <p:cNvPr id="176" name="Google Shape;176;p5:notes"/>
          <p:cNvSpPr txBox="1">
            <a:spLocks noGrp="1"/>
          </p:cNvSpPr>
          <p:nvPr>
            <p:ph type="body" idx="1"/>
          </p:nvPr>
        </p:nvSpPr>
        <p:spPr>
          <a:xfrm>
            <a:off x="710400" y="4861425"/>
            <a:ext cx="5683225" cy="460555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77" name="Google Shape;177;p5:notes"/>
          <p:cNvSpPr>
            <a:spLocks noGrp="1" noRot="1" noChangeAspect="1"/>
          </p:cNvSpPr>
          <p:nvPr>
            <p:ph type="sldImg" idx="2"/>
          </p:nvPr>
        </p:nvSpPr>
        <p:spPr>
          <a:xfrm>
            <a:off x="2112963" y="768350"/>
            <a:ext cx="2878137" cy="3836988"/>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5">
          <a:extLst>
            <a:ext uri="{FF2B5EF4-FFF2-40B4-BE49-F238E27FC236}">
              <a16:creationId xmlns:a16="http://schemas.microsoft.com/office/drawing/2014/main" id="{5F7CAB4F-E48D-669B-5C65-328E1C1A42CF}"/>
            </a:ext>
          </a:extLst>
        </p:cNvPr>
        <p:cNvGrpSpPr/>
        <p:nvPr/>
      </p:nvGrpSpPr>
      <p:grpSpPr>
        <a:xfrm>
          <a:off x="0" y="0"/>
          <a:ext cx="0" cy="0"/>
          <a:chOff x="0" y="0"/>
          <a:chExt cx="0" cy="0"/>
        </a:xfrm>
      </p:grpSpPr>
      <p:sp>
        <p:nvSpPr>
          <p:cNvPr id="96" name="Google Shape;96;p2:notes">
            <a:extLst>
              <a:ext uri="{FF2B5EF4-FFF2-40B4-BE49-F238E27FC236}">
                <a16:creationId xmlns:a16="http://schemas.microsoft.com/office/drawing/2014/main" id="{D64D2B98-01F9-CCF5-75BF-F7A358783820}"/>
              </a:ext>
            </a:extLst>
          </p:cNvPr>
          <p:cNvSpPr txBox="1">
            <a:spLocks noGrp="1"/>
          </p:cNvSpPr>
          <p:nvPr>
            <p:ph type="body" idx="1"/>
          </p:nvPr>
        </p:nvSpPr>
        <p:spPr>
          <a:xfrm>
            <a:off x="710400" y="4861425"/>
            <a:ext cx="5683225" cy="460555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97" name="Google Shape;97;p2:notes">
            <a:extLst>
              <a:ext uri="{FF2B5EF4-FFF2-40B4-BE49-F238E27FC236}">
                <a16:creationId xmlns:a16="http://schemas.microsoft.com/office/drawing/2014/main" id="{6B50359C-B709-9695-4204-4D2D90E295CC}"/>
              </a:ext>
            </a:extLst>
          </p:cNvPr>
          <p:cNvSpPr>
            <a:spLocks noGrp="1" noRot="1" noChangeAspect="1"/>
          </p:cNvSpPr>
          <p:nvPr>
            <p:ph type="sldImg" idx="2"/>
          </p:nvPr>
        </p:nvSpPr>
        <p:spPr>
          <a:xfrm>
            <a:off x="2112963" y="768350"/>
            <a:ext cx="2878137" cy="3836988"/>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89148645"/>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8">
          <a:extLst>
            <a:ext uri="{FF2B5EF4-FFF2-40B4-BE49-F238E27FC236}">
              <a16:creationId xmlns:a16="http://schemas.microsoft.com/office/drawing/2014/main" id="{1B4DD514-B664-0710-584E-F651B6E9447A}"/>
            </a:ext>
          </a:extLst>
        </p:cNvPr>
        <p:cNvGrpSpPr/>
        <p:nvPr/>
      </p:nvGrpSpPr>
      <p:grpSpPr>
        <a:xfrm>
          <a:off x="0" y="0"/>
          <a:ext cx="0" cy="0"/>
          <a:chOff x="0" y="0"/>
          <a:chExt cx="0" cy="0"/>
        </a:xfrm>
      </p:grpSpPr>
      <p:sp>
        <p:nvSpPr>
          <p:cNvPr id="129" name="Google Shape;129;p3:notes">
            <a:extLst>
              <a:ext uri="{FF2B5EF4-FFF2-40B4-BE49-F238E27FC236}">
                <a16:creationId xmlns:a16="http://schemas.microsoft.com/office/drawing/2014/main" id="{EFF1DF28-AFFC-C821-1956-F274CE9573C0}"/>
              </a:ext>
            </a:extLst>
          </p:cNvPr>
          <p:cNvSpPr txBox="1">
            <a:spLocks noGrp="1"/>
          </p:cNvSpPr>
          <p:nvPr>
            <p:ph type="body" idx="1"/>
          </p:nvPr>
        </p:nvSpPr>
        <p:spPr>
          <a:xfrm>
            <a:off x="710400" y="4861425"/>
            <a:ext cx="5683225" cy="460555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30" name="Google Shape;130;p3:notes">
            <a:extLst>
              <a:ext uri="{FF2B5EF4-FFF2-40B4-BE49-F238E27FC236}">
                <a16:creationId xmlns:a16="http://schemas.microsoft.com/office/drawing/2014/main" id="{4E89525F-3231-13E4-27FE-1907E6D718D9}"/>
              </a:ext>
            </a:extLst>
          </p:cNvPr>
          <p:cNvSpPr>
            <a:spLocks noGrp="1" noRot="1" noChangeAspect="1"/>
          </p:cNvSpPr>
          <p:nvPr>
            <p:ph type="sldImg" idx="2"/>
          </p:nvPr>
        </p:nvSpPr>
        <p:spPr>
          <a:xfrm>
            <a:off x="2112963" y="768350"/>
            <a:ext cx="2878137" cy="3836988"/>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973578773"/>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0">
          <a:extLst>
            <a:ext uri="{FF2B5EF4-FFF2-40B4-BE49-F238E27FC236}">
              <a16:creationId xmlns:a16="http://schemas.microsoft.com/office/drawing/2014/main" id="{D37FC9E8-8D70-E330-D684-1BF5B14574C6}"/>
            </a:ext>
          </a:extLst>
        </p:cNvPr>
        <p:cNvGrpSpPr/>
        <p:nvPr/>
      </p:nvGrpSpPr>
      <p:grpSpPr>
        <a:xfrm>
          <a:off x="0" y="0"/>
          <a:ext cx="0" cy="0"/>
          <a:chOff x="0" y="0"/>
          <a:chExt cx="0" cy="0"/>
        </a:xfrm>
      </p:grpSpPr>
      <p:sp>
        <p:nvSpPr>
          <p:cNvPr id="151" name="Google Shape;151;p4:notes">
            <a:extLst>
              <a:ext uri="{FF2B5EF4-FFF2-40B4-BE49-F238E27FC236}">
                <a16:creationId xmlns:a16="http://schemas.microsoft.com/office/drawing/2014/main" id="{E8CC5A07-D6AF-0B4E-03CD-A5105A220EBC}"/>
              </a:ext>
            </a:extLst>
          </p:cNvPr>
          <p:cNvSpPr txBox="1">
            <a:spLocks noGrp="1"/>
          </p:cNvSpPr>
          <p:nvPr>
            <p:ph type="body" idx="1"/>
          </p:nvPr>
        </p:nvSpPr>
        <p:spPr>
          <a:xfrm>
            <a:off x="710400" y="4861425"/>
            <a:ext cx="5683225" cy="460555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52" name="Google Shape;152;p4:notes">
            <a:extLst>
              <a:ext uri="{FF2B5EF4-FFF2-40B4-BE49-F238E27FC236}">
                <a16:creationId xmlns:a16="http://schemas.microsoft.com/office/drawing/2014/main" id="{C4D43622-ABD5-DD13-C0D5-1C182C9CDC3F}"/>
              </a:ext>
            </a:extLst>
          </p:cNvPr>
          <p:cNvSpPr>
            <a:spLocks noGrp="1" noRot="1" noChangeAspect="1"/>
          </p:cNvSpPr>
          <p:nvPr>
            <p:ph type="sldImg" idx="2"/>
          </p:nvPr>
        </p:nvSpPr>
        <p:spPr>
          <a:xfrm>
            <a:off x="2112963" y="768350"/>
            <a:ext cx="2878137" cy="3836988"/>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604744460"/>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5">
          <a:extLst>
            <a:ext uri="{FF2B5EF4-FFF2-40B4-BE49-F238E27FC236}">
              <a16:creationId xmlns:a16="http://schemas.microsoft.com/office/drawing/2014/main" id="{2FEF1101-A710-5818-8E06-04CEEA02DAA2}"/>
            </a:ext>
          </a:extLst>
        </p:cNvPr>
        <p:cNvGrpSpPr/>
        <p:nvPr/>
      </p:nvGrpSpPr>
      <p:grpSpPr>
        <a:xfrm>
          <a:off x="0" y="0"/>
          <a:ext cx="0" cy="0"/>
          <a:chOff x="0" y="0"/>
          <a:chExt cx="0" cy="0"/>
        </a:xfrm>
      </p:grpSpPr>
      <p:sp>
        <p:nvSpPr>
          <p:cNvPr id="176" name="Google Shape;176;p5:notes">
            <a:extLst>
              <a:ext uri="{FF2B5EF4-FFF2-40B4-BE49-F238E27FC236}">
                <a16:creationId xmlns:a16="http://schemas.microsoft.com/office/drawing/2014/main" id="{759B2AEC-9BAE-A0D9-3385-B34B0DAB85B2}"/>
              </a:ext>
            </a:extLst>
          </p:cNvPr>
          <p:cNvSpPr txBox="1">
            <a:spLocks noGrp="1"/>
          </p:cNvSpPr>
          <p:nvPr>
            <p:ph type="body" idx="1"/>
          </p:nvPr>
        </p:nvSpPr>
        <p:spPr>
          <a:xfrm>
            <a:off x="710400" y="4861425"/>
            <a:ext cx="5683225" cy="460555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77" name="Google Shape;177;p5:notes">
            <a:extLst>
              <a:ext uri="{FF2B5EF4-FFF2-40B4-BE49-F238E27FC236}">
                <a16:creationId xmlns:a16="http://schemas.microsoft.com/office/drawing/2014/main" id="{DB8D7338-DC14-5F93-10B9-6049BBAB811D}"/>
              </a:ext>
            </a:extLst>
          </p:cNvPr>
          <p:cNvSpPr>
            <a:spLocks noGrp="1" noRot="1" noChangeAspect="1"/>
          </p:cNvSpPr>
          <p:nvPr>
            <p:ph type="sldImg" idx="2"/>
          </p:nvPr>
        </p:nvSpPr>
        <p:spPr>
          <a:xfrm>
            <a:off x="2112963" y="768350"/>
            <a:ext cx="2878137" cy="3836988"/>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744956253"/>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タイトル スライド" type="title">
  <p:cSld name="TITLE">
    <p:spTree>
      <p:nvGrpSpPr>
        <p:cNvPr id="1" name="Shape 11"/>
        <p:cNvGrpSpPr/>
        <p:nvPr/>
      </p:nvGrpSpPr>
      <p:grpSpPr>
        <a:xfrm>
          <a:off x="0" y="0"/>
          <a:ext cx="0" cy="0"/>
          <a:chOff x="0" y="0"/>
          <a:chExt cx="0" cy="0"/>
        </a:xfrm>
      </p:grpSpPr>
      <p:sp>
        <p:nvSpPr>
          <p:cNvPr id="12" name="Google Shape;12;p2"/>
          <p:cNvSpPr txBox="1">
            <a:spLocks noGrp="1"/>
          </p:cNvSpPr>
          <p:nvPr>
            <p:ph type="ctrTitle"/>
          </p:nvPr>
        </p:nvSpPr>
        <p:spPr>
          <a:xfrm>
            <a:off x="514350" y="1496484"/>
            <a:ext cx="5829300" cy="3183467"/>
          </a:xfrm>
          <a:prstGeom prst="rect">
            <a:avLst/>
          </a:prstGeom>
          <a:noFill/>
          <a:ln>
            <a:noFill/>
          </a:ln>
        </p:spPr>
        <p:txBody>
          <a:bodyPr spcFirstLastPara="1" wrap="square" lIns="91425" tIns="45700" rIns="91425" bIns="45700" anchor="b" anchorCtr="0">
            <a:normAutofit/>
          </a:bodyPr>
          <a:lstStyle>
            <a:lvl1pPr lvl="0" algn="ctr">
              <a:lnSpc>
                <a:spcPct val="90000"/>
              </a:lnSpc>
              <a:spcBef>
                <a:spcPts val="0"/>
              </a:spcBef>
              <a:spcAft>
                <a:spcPts val="0"/>
              </a:spcAft>
              <a:buClr>
                <a:schemeClr val="dk1"/>
              </a:buClr>
              <a:buSzPts val="4500"/>
              <a:buFont typeface="Play"/>
              <a:buNone/>
              <a:defRPr sz="45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13" name="Google Shape;13;p2"/>
          <p:cNvSpPr txBox="1">
            <a:spLocks noGrp="1"/>
          </p:cNvSpPr>
          <p:nvPr>
            <p:ph type="subTitle" idx="1"/>
          </p:nvPr>
        </p:nvSpPr>
        <p:spPr>
          <a:xfrm>
            <a:off x="857250" y="4802717"/>
            <a:ext cx="5143500" cy="2207683"/>
          </a:xfrm>
          <a:prstGeom prst="rect">
            <a:avLst/>
          </a:prstGeom>
          <a:noFill/>
          <a:ln>
            <a:noFill/>
          </a:ln>
        </p:spPr>
        <p:txBody>
          <a:bodyPr spcFirstLastPara="1" wrap="square" lIns="91425" tIns="45700" rIns="91425" bIns="45700" anchor="t" anchorCtr="0">
            <a:normAutofit/>
          </a:bodyPr>
          <a:lstStyle>
            <a:lvl1pPr lvl="0" algn="ctr">
              <a:lnSpc>
                <a:spcPct val="90000"/>
              </a:lnSpc>
              <a:spcBef>
                <a:spcPts val="750"/>
              </a:spcBef>
              <a:spcAft>
                <a:spcPts val="0"/>
              </a:spcAft>
              <a:buClr>
                <a:schemeClr val="dk1"/>
              </a:buClr>
              <a:buSzPts val="1800"/>
              <a:buNone/>
              <a:defRPr sz="1800"/>
            </a:lvl1pPr>
            <a:lvl2pPr lvl="1" algn="ctr">
              <a:lnSpc>
                <a:spcPct val="90000"/>
              </a:lnSpc>
              <a:spcBef>
                <a:spcPts val="375"/>
              </a:spcBef>
              <a:spcAft>
                <a:spcPts val="0"/>
              </a:spcAft>
              <a:buClr>
                <a:schemeClr val="dk1"/>
              </a:buClr>
              <a:buSzPts val="1500"/>
              <a:buNone/>
              <a:defRPr sz="1500"/>
            </a:lvl2pPr>
            <a:lvl3pPr lvl="2" algn="ctr">
              <a:lnSpc>
                <a:spcPct val="90000"/>
              </a:lnSpc>
              <a:spcBef>
                <a:spcPts val="375"/>
              </a:spcBef>
              <a:spcAft>
                <a:spcPts val="0"/>
              </a:spcAft>
              <a:buClr>
                <a:schemeClr val="dk1"/>
              </a:buClr>
              <a:buSzPts val="1350"/>
              <a:buNone/>
              <a:defRPr sz="1350"/>
            </a:lvl3pPr>
            <a:lvl4pPr lvl="3" algn="ctr">
              <a:lnSpc>
                <a:spcPct val="90000"/>
              </a:lnSpc>
              <a:spcBef>
                <a:spcPts val="375"/>
              </a:spcBef>
              <a:spcAft>
                <a:spcPts val="0"/>
              </a:spcAft>
              <a:buClr>
                <a:schemeClr val="dk1"/>
              </a:buClr>
              <a:buSzPts val="1200"/>
              <a:buNone/>
              <a:defRPr sz="1200"/>
            </a:lvl4pPr>
            <a:lvl5pPr lvl="4" algn="ctr">
              <a:lnSpc>
                <a:spcPct val="90000"/>
              </a:lnSpc>
              <a:spcBef>
                <a:spcPts val="375"/>
              </a:spcBef>
              <a:spcAft>
                <a:spcPts val="0"/>
              </a:spcAft>
              <a:buClr>
                <a:schemeClr val="dk1"/>
              </a:buClr>
              <a:buSzPts val="1200"/>
              <a:buNone/>
              <a:defRPr sz="1200"/>
            </a:lvl5pPr>
            <a:lvl6pPr lvl="5" algn="ctr">
              <a:lnSpc>
                <a:spcPct val="90000"/>
              </a:lnSpc>
              <a:spcBef>
                <a:spcPts val="375"/>
              </a:spcBef>
              <a:spcAft>
                <a:spcPts val="0"/>
              </a:spcAft>
              <a:buClr>
                <a:schemeClr val="dk1"/>
              </a:buClr>
              <a:buSzPts val="1200"/>
              <a:buNone/>
              <a:defRPr sz="1200"/>
            </a:lvl6pPr>
            <a:lvl7pPr lvl="6" algn="ctr">
              <a:lnSpc>
                <a:spcPct val="90000"/>
              </a:lnSpc>
              <a:spcBef>
                <a:spcPts val="375"/>
              </a:spcBef>
              <a:spcAft>
                <a:spcPts val="0"/>
              </a:spcAft>
              <a:buClr>
                <a:schemeClr val="dk1"/>
              </a:buClr>
              <a:buSzPts val="1200"/>
              <a:buNone/>
              <a:defRPr sz="1200"/>
            </a:lvl7pPr>
            <a:lvl8pPr lvl="7" algn="ctr">
              <a:lnSpc>
                <a:spcPct val="90000"/>
              </a:lnSpc>
              <a:spcBef>
                <a:spcPts val="375"/>
              </a:spcBef>
              <a:spcAft>
                <a:spcPts val="0"/>
              </a:spcAft>
              <a:buClr>
                <a:schemeClr val="dk1"/>
              </a:buClr>
              <a:buSzPts val="1200"/>
              <a:buNone/>
              <a:defRPr sz="1200"/>
            </a:lvl8pPr>
            <a:lvl9pPr lvl="8" algn="ctr">
              <a:lnSpc>
                <a:spcPct val="90000"/>
              </a:lnSpc>
              <a:spcBef>
                <a:spcPts val="375"/>
              </a:spcBef>
              <a:spcAft>
                <a:spcPts val="0"/>
              </a:spcAft>
              <a:buClr>
                <a:schemeClr val="dk1"/>
              </a:buClr>
              <a:buSzPts val="1200"/>
              <a:buNone/>
              <a:defRPr sz="1200"/>
            </a:lvl9pPr>
          </a:lstStyle>
          <a:p>
            <a:endParaRPr/>
          </a:p>
        </p:txBody>
      </p:sp>
      <p:sp>
        <p:nvSpPr>
          <p:cNvPr id="14" name="Google Shape;14;p2"/>
          <p:cNvSpPr txBox="1">
            <a:spLocks noGrp="1"/>
          </p:cNvSpPr>
          <p:nvPr>
            <p:ph type="dt" idx="10"/>
          </p:nvPr>
        </p:nvSpPr>
        <p:spPr>
          <a:xfrm>
            <a:off x="471488" y="8475136"/>
            <a:ext cx="1543050" cy="486833"/>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15" name="Google Shape;15;p2"/>
          <p:cNvSpPr txBox="1">
            <a:spLocks noGrp="1"/>
          </p:cNvSpPr>
          <p:nvPr>
            <p:ph type="ftr" idx="11"/>
          </p:nvPr>
        </p:nvSpPr>
        <p:spPr>
          <a:xfrm>
            <a:off x="2271713" y="8475136"/>
            <a:ext cx="2314575" cy="486833"/>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16" name="Google Shape;16;p2"/>
          <p:cNvSpPr txBox="1">
            <a:spLocks noGrp="1"/>
          </p:cNvSpPr>
          <p:nvPr>
            <p:ph type="sldNum" idx="12"/>
          </p:nvPr>
        </p:nvSpPr>
        <p:spPr>
          <a:xfrm>
            <a:off x="4843463" y="8475136"/>
            <a:ext cx="1543050" cy="486833"/>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タイトルとコンテンツ" type="obj">
  <p:cSld name="OBJECT">
    <p:spTree>
      <p:nvGrpSpPr>
        <p:cNvPr id="1" name="Shape 17"/>
        <p:cNvGrpSpPr/>
        <p:nvPr/>
      </p:nvGrpSpPr>
      <p:grpSpPr>
        <a:xfrm>
          <a:off x="0" y="0"/>
          <a:ext cx="0" cy="0"/>
          <a:chOff x="0" y="0"/>
          <a:chExt cx="0" cy="0"/>
        </a:xfrm>
      </p:grpSpPr>
      <p:sp>
        <p:nvSpPr>
          <p:cNvPr id="18" name="Google Shape;18;p3"/>
          <p:cNvSpPr txBox="1">
            <a:spLocks noGrp="1"/>
          </p:cNvSpPr>
          <p:nvPr>
            <p:ph type="title"/>
          </p:nvPr>
        </p:nvSpPr>
        <p:spPr>
          <a:xfrm>
            <a:off x="471488" y="486836"/>
            <a:ext cx="5915025" cy="1767417"/>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19" name="Google Shape;19;p3"/>
          <p:cNvSpPr txBox="1">
            <a:spLocks noGrp="1"/>
          </p:cNvSpPr>
          <p:nvPr>
            <p:ph type="body" idx="1"/>
          </p:nvPr>
        </p:nvSpPr>
        <p:spPr>
          <a:xfrm>
            <a:off x="471488" y="2434167"/>
            <a:ext cx="5915025" cy="5801784"/>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750"/>
              </a:spcBef>
              <a:spcAft>
                <a:spcPts val="0"/>
              </a:spcAft>
              <a:buClr>
                <a:schemeClr val="dk1"/>
              </a:buClr>
              <a:buSzPts val="1800"/>
              <a:buChar char="•"/>
              <a:defRPr/>
            </a:lvl1pPr>
            <a:lvl2pPr marL="914400" lvl="1" indent="-342900" algn="l">
              <a:lnSpc>
                <a:spcPct val="90000"/>
              </a:lnSpc>
              <a:spcBef>
                <a:spcPts val="375"/>
              </a:spcBef>
              <a:spcAft>
                <a:spcPts val="0"/>
              </a:spcAft>
              <a:buClr>
                <a:schemeClr val="dk1"/>
              </a:buClr>
              <a:buSzPts val="1800"/>
              <a:buChar char="•"/>
              <a:defRPr/>
            </a:lvl2pPr>
            <a:lvl3pPr marL="1371600" lvl="2" indent="-342900" algn="l">
              <a:lnSpc>
                <a:spcPct val="90000"/>
              </a:lnSpc>
              <a:spcBef>
                <a:spcPts val="375"/>
              </a:spcBef>
              <a:spcAft>
                <a:spcPts val="0"/>
              </a:spcAft>
              <a:buClr>
                <a:schemeClr val="dk1"/>
              </a:buClr>
              <a:buSzPts val="1800"/>
              <a:buChar char="•"/>
              <a:defRPr/>
            </a:lvl3pPr>
            <a:lvl4pPr marL="1828800" lvl="3" indent="-342900" algn="l">
              <a:lnSpc>
                <a:spcPct val="90000"/>
              </a:lnSpc>
              <a:spcBef>
                <a:spcPts val="375"/>
              </a:spcBef>
              <a:spcAft>
                <a:spcPts val="0"/>
              </a:spcAft>
              <a:buClr>
                <a:schemeClr val="dk1"/>
              </a:buClr>
              <a:buSzPts val="1800"/>
              <a:buChar char="•"/>
              <a:defRPr/>
            </a:lvl4pPr>
            <a:lvl5pPr marL="2286000" lvl="4" indent="-342900" algn="l">
              <a:lnSpc>
                <a:spcPct val="90000"/>
              </a:lnSpc>
              <a:spcBef>
                <a:spcPts val="375"/>
              </a:spcBef>
              <a:spcAft>
                <a:spcPts val="0"/>
              </a:spcAft>
              <a:buClr>
                <a:schemeClr val="dk1"/>
              </a:buClr>
              <a:buSzPts val="1800"/>
              <a:buChar char="•"/>
              <a:defRPr/>
            </a:lvl5pPr>
            <a:lvl6pPr marL="2743200" lvl="5" indent="-342900" algn="l">
              <a:lnSpc>
                <a:spcPct val="90000"/>
              </a:lnSpc>
              <a:spcBef>
                <a:spcPts val="375"/>
              </a:spcBef>
              <a:spcAft>
                <a:spcPts val="0"/>
              </a:spcAft>
              <a:buClr>
                <a:schemeClr val="dk1"/>
              </a:buClr>
              <a:buSzPts val="1800"/>
              <a:buChar char="•"/>
              <a:defRPr/>
            </a:lvl6pPr>
            <a:lvl7pPr marL="3200400" lvl="6" indent="-342900" algn="l">
              <a:lnSpc>
                <a:spcPct val="90000"/>
              </a:lnSpc>
              <a:spcBef>
                <a:spcPts val="375"/>
              </a:spcBef>
              <a:spcAft>
                <a:spcPts val="0"/>
              </a:spcAft>
              <a:buClr>
                <a:schemeClr val="dk1"/>
              </a:buClr>
              <a:buSzPts val="1800"/>
              <a:buChar char="•"/>
              <a:defRPr/>
            </a:lvl7pPr>
            <a:lvl8pPr marL="3657600" lvl="7" indent="-342900" algn="l">
              <a:lnSpc>
                <a:spcPct val="90000"/>
              </a:lnSpc>
              <a:spcBef>
                <a:spcPts val="375"/>
              </a:spcBef>
              <a:spcAft>
                <a:spcPts val="0"/>
              </a:spcAft>
              <a:buClr>
                <a:schemeClr val="dk1"/>
              </a:buClr>
              <a:buSzPts val="1800"/>
              <a:buChar char="•"/>
              <a:defRPr/>
            </a:lvl8pPr>
            <a:lvl9pPr marL="4114800" lvl="8" indent="-342900" algn="l">
              <a:lnSpc>
                <a:spcPct val="90000"/>
              </a:lnSpc>
              <a:spcBef>
                <a:spcPts val="375"/>
              </a:spcBef>
              <a:spcAft>
                <a:spcPts val="0"/>
              </a:spcAft>
              <a:buClr>
                <a:schemeClr val="dk1"/>
              </a:buClr>
              <a:buSzPts val="1800"/>
              <a:buChar char="•"/>
              <a:defRPr/>
            </a:lvl9pPr>
          </a:lstStyle>
          <a:p>
            <a:endParaRPr/>
          </a:p>
        </p:txBody>
      </p:sp>
      <p:sp>
        <p:nvSpPr>
          <p:cNvPr id="20" name="Google Shape;20;p3"/>
          <p:cNvSpPr txBox="1">
            <a:spLocks noGrp="1"/>
          </p:cNvSpPr>
          <p:nvPr>
            <p:ph type="dt" idx="10"/>
          </p:nvPr>
        </p:nvSpPr>
        <p:spPr>
          <a:xfrm>
            <a:off x="471488" y="8475136"/>
            <a:ext cx="1543050" cy="486833"/>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1" name="Google Shape;21;p3"/>
          <p:cNvSpPr txBox="1">
            <a:spLocks noGrp="1"/>
          </p:cNvSpPr>
          <p:nvPr>
            <p:ph type="ftr" idx="11"/>
          </p:nvPr>
        </p:nvSpPr>
        <p:spPr>
          <a:xfrm>
            <a:off x="2271713" y="8475136"/>
            <a:ext cx="2314575" cy="486833"/>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2" name="Google Shape;22;p3"/>
          <p:cNvSpPr txBox="1">
            <a:spLocks noGrp="1"/>
          </p:cNvSpPr>
          <p:nvPr>
            <p:ph type="sldNum" idx="12"/>
          </p:nvPr>
        </p:nvSpPr>
        <p:spPr>
          <a:xfrm>
            <a:off x="4843463" y="8475136"/>
            <a:ext cx="1543050" cy="486833"/>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セクション見出し" type="secHead">
  <p:cSld name="SECTION_HEADER">
    <p:spTree>
      <p:nvGrpSpPr>
        <p:cNvPr id="1" name="Shape 23"/>
        <p:cNvGrpSpPr/>
        <p:nvPr/>
      </p:nvGrpSpPr>
      <p:grpSpPr>
        <a:xfrm>
          <a:off x="0" y="0"/>
          <a:ext cx="0" cy="0"/>
          <a:chOff x="0" y="0"/>
          <a:chExt cx="0" cy="0"/>
        </a:xfrm>
      </p:grpSpPr>
      <p:sp>
        <p:nvSpPr>
          <p:cNvPr id="24" name="Google Shape;24;p4"/>
          <p:cNvSpPr txBox="1">
            <a:spLocks noGrp="1"/>
          </p:cNvSpPr>
          <p:nvPr>
            <p:ph type="title"/>
          </p:nvPr>
        </p:nvSpPr>
        <p:spPr>
          <a:xfrm>
            <a:off x="467916" y="2279653"/>
            <a:ext cx="5915025" cy="3803649"/>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4500"/>
              <a:buFont typeface="Play"/>
              <a:buNone/>
              <a:defRPr sz="45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25" name="Google Shape;25;p4"/>
          <p:cNvSpPr txBox="1">
            <a:spLocks noGrp="1"/>
          </p:cNvSpPr>
          <p:nvPr>
            <p:ph type="body" idx="1"/>
          </p:nvPr>
        </p:nvSpPr>
        <p:spPr>
          <a:xfrm>
            <a:off x="467916" y="6119286"/>
            <a:ext cx="5915025" cy="2000249"/>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750"/>
              </a:spcBef>
              <a:spcAft>
                <a:spcPts val="0"/>
              </a:spcAft>
              <a:buClr>
                <a:srgbClr val="757575"/>
              </a:buClr>
              <a:buSzPts val="1800"/>
              <a:buNone/>
              <a:defRPr sz="1800">
                <a:solidFill>
                  <a:srgbClr val="757575"/>
                </a:solidFill>
              </a:defRPr>
            </a:lvl1pPr>
            <a:lvl2pPr marL="914400" lvl="1" indent="-228600" algn="l">
              <a:lnSpc>
                <a:spcPct val="90000"/>
              </a:lnSpc>
              <a:spcBef>
                <a:spcPts val="375"/>
              </a:spcBef>
              <a:spcAft>
                <a:spcPts val="0"/>
              </a:spcAft>
              <a:buClr>
                <a:srgbClr val="757575"/>
              </a:buClr>
              <a:buSzPts val="1500"/>
              <a:buNone/>
              <a:defRPr sz="1500">
                <a:solidFill>
                  <a:srgbClr val="757575"/>
                </a:solidFill>
              </a:defRPr>
            </a:lvl2pPr>
            <a:lvl3pPr marL="1371600" lvl="2" indent="-228600" algn="l">
              <a:lnSpc>
                <a:spcPct val="90000"/>
              </a:lnSpc>
              <a:spcBef>
                <a:spcPts val="375"/>
              </a:spcBef>
              <a:spcAft>
                <a:spcPts val="0"/>
              </a:spcAft>
              <a:buClr>
                <a:srgbClr val="757575"/>
              </a:buClr>
              <a:buSzPts val="1350"/>
              <a:buNone/>
              <a:defRPr sz="1350">
                <a:solidFill>
                  <a:srgbClr val="757575"/>
                </a:solidFill>
              </a:defRPr>
            </a:lvl3pPr>
            <a:lvl4pPr marL="1828800" lvl="3" indent="-228600" algn="l">
              <a:lnSpc>
                <a:spcPct val="90000"/>
              </a:lnSpc>
              <a:spcBef>
                <a:spcPts val="375"/>
              </a:spcBef>
              <a:spcAft>
                <a:spcPts val="0"/>
              </a:spcAft>
              <a:buClr>
                <a:srgbClr val="757575"/>
              </a:buClr>
              <a:buSzPts val="1200"/>
              <a:buNone/>
              <a:defRPr sz="1200">
                <a:solidFill>
                  <a:srgbClr val="757575"/>
                </a:solidFill>
              </a:defRPr>
            </a:lvl4pPr>
            <a:lvl5pPr marL="2286000" lvl="4" indent="-228600" algn="l">
              <a:lnSpc>
                <a:spcPct val="90000"/>
              </a:lnSpc>
              <a:spcBef>
                <a:spcPts val="375"/>
              </a:spcBef>
              <a:spcAft>
                <a:spcPts val="0"/>
              </a:spcAft>
              <a:buClr>
                <a:srgbClr val="757575"/>
              </a:buClr>
              <a:buSzPts val="1200"/>
              <a:buNone/>
              <a:defRPr sz="1200">
                <a:solidFill>
                  <a:srgbClr val="757575"/>
                </a:solidFill>
              </a:defRPr>
            </a:lvl5pPr>
            <a:lvl6pPr marL="2743200" lvl="5" indent="-228600" algn="l">
              <a:lnSpc>
                <a:spcPct val="90000"/>
              </a:lnSpc>
              <a:spcBef>
                <a:spcPts val="375"/>
              </a:spcBef>
              <a:spcAft>
                <a:spcPts val="0"/>
              </a:spcAft>
              <a:buClr>
                <a:srgbClr val="757575"/>
              </a:buClr>
              <a:buSzPts val="1200"/>
              <a:buNone/>
              <a:defRPr sz="1200">
                <a:solidFill>
                  <a:srgbClr val="757575"/>
                </a:solidFill>
              </a:defRPr>
            </a:lvl6pPr>
            <a:lvl7pPr marL="3200400" lvl="6" indent="-228600" algn="l">
              <a:lnSpc>
                <a:spcPct val="90000"/>
              </a:lnSpc>
              <a:spcBef>
                <a:spcPts val="375"/>
              </a:spcBef>
              <a:spcAft>
                <a:spcPts val="0"/>
              </a:spcAft>
              <a:buClr>
                <a:srgbClr val="757575"/>
              </a:buClr>
              <a:buSzPts val="1200"/>
              <a:buNone/>
              <a:defRPr sz="1200">
                <a:solidFill>
                  <a:srgbClr val="757575"/>
                </a:solidFill>
              </a:defRPr>
            </a:lvl7pPr>
            <a:lvl8pPr marL="3657600" lvl="7" indent="-228600" algn="l">
              <a:lnSpc>
                <a:spcPct val="90000"/>
              </a:lnSpc>
              <a:spcBef>
                <a:spcPts val="375"/>
              </a:spcBef>
              <a:spcAft>
                <a:spcPts val="0"/>
              </a:spcAft>
              <a:buClr>
                <a:srgbClr val="757575"/>
              </a:buClr>
              <a:buSzPts val="1200"/>
              <a:buNone/>
              <a:defRPr sz="1200">
                <a:solidFill>
                  <a:srgbClr val="757575"/>
                </a:solidFill>
              </a:defRPr>
            </a:lvl8pPr>
            <a:lvl9pPr marL="4114800" lvl="8" indent="-228600" algn="l">
              <a:lnSpc>
                <a:spcPct val="90000"/>
              </a:lnSpc>
              <a:spcBef>
                <a:spcPts val="375"/>
              </a:spcBef>
              <a:spcAft>
                <a:spcPts val="0"/>
              </a:spcAft>
              <a:buClr>
                <a:srgbClr val="757575"/>
              </a:buClr>
              <a:buSzPts val="1200"/>
              <a:buNone/>
              <a:defRPr sz="1200">
                <a:solidFill>
                  <a:srgbClr val="757575"/>
                </a:solidFill>
              </a:defRPr>
            </a:lvl9pPr>
          </a:lstStyle>
          <a:p>
            <a:endParaRPr/>
          </a:p>
        </p:txBody>
      </p:sp>
      <p:sp>
        <p:nvSpPr>
          <p:cNvPr id="26" name="Google Shape;26;p4"/>
          <p:cNvSpPr txBox="1">
            <a:spLocks noGrp="1"/>
          </p:cNvSpPr>
          <p:nvPr>
            <p:ph type="dt" idx="10"/>
          </p:nvPr>
        </p:nvSpPr>
        <p:spPr>
          <a:xfrm>
            <a:off x="471488" y="8475136"/>
            <a:ext cx="1543050" cy="486833"/>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7" name="Google Shape;27;p4"/>
          <p:cNvSpPr txBox="1">
            <a:spLocks noGrp="1"/>
          </p:cNvSpPr>
          <p:nvPr>
            <p:ph type="ftr" idx="11"/>
          </p:nvPr>
        </p:nvSpPr>
        <p:spPr>
          <a:xfrm>
            <a:off x="2271713" y="8475136"/>
            <a:ext cx="2314575" cy="486833"/>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8" name="Google Shape;28;p4"/>
          <p:cNvSpPr txBox="1">
            <a:spLocks noGrp="1"/>
          </p:cNvSpPr>
          <p:nvPr>
            <p:ph type="sldNum" idx="12"/>
          </p:nvPr>
        </p:nvSpPr>
        <p:spPr>
          <a:xfrm>
            <a:off x="4843463" y="8475136"/>
            <a:ext cx="1543050" cy="486833"/>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2 つのコンテンツ" type="twoObj">
  <p:cSld name="TWO_OBJECTS">
    <p:spTree>
      <p:nvGrpSpPr>
        <p:cNvPr id="1" name="Shape 29"/>
        <p:cNvGrpSpPr/>
        <p:nvPr/>
      </p:nvGrpSpPr>
      <p:grpSpPr>
        <a:xfrm>
          <a:off x="0" y="0"/>
          <a:ext cx="0" cy="0"/>
          <a:chOff x="0" y="0"/>
          <a:chExt cx="0" cy="0"/>
        </a:xfrm>
      </p:grpSpPr>
      <p:sp>
        <p:nvSpPr>
          <p:cNvPr id="30" name="Google Shape;30;p5"/>
          <p:cNvSpPr txBox="1">
            <a:spLocks noGrp="1"/>
          </p:cNvSpPr>
          <p:nvPr>
            <p:ph type="title"/>
          </p:nvPr>
        </p:nvSpPr>
        <p:spPr>
          <a:xfrm>
            <a:off x="471488" y="486836"/>
            <a:ext cx="5915025" cy="1767417"/>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31" name="Google Shape;31;p5"/>
          <p:cNvSpPr txBox="1">
            <a:spLocks noGrp="1"/>
          </p:cNvSpPr>
          <p:nvPr>
            <p:ph type="body" idx="1"/>
          </p:nvPr>
        </p:nvSpPr>
        <p:spPr>
          <a:xfrm>
            <a:off x="471488" y="2434167"/>
            <a:ext cx="2914650" cy="5801784"/>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750"/>
              </a:spcBef>
              <a:spcAft>
                <a:spcPts val="0"/>
              </a:spcAft>
              <a:buClr>
                <a:schemeClr val="dk1"/>
              </a:buClr>
              <a:buSzPts val="1800"/>
              <a:buChar char="•"/>
              <a:defRPr/>
            </a:lvl1pPr>
            <a:lvl2pPr marL="914400" lvl="1" indent="-342900" algn="l">
              <a:lnSpc>
                <a:spcPct val="90000"/>
              </a:lnSpc>
              <a:spcBef>
                <a:spcPts val="375"/>
              </a:spcBef>
              <a:spcAft>
                <a:spcPts val="0"/>
              </a:spcAft>
              <a:buClr>
                <a:schemeClr val="dk1"/>
              </a:buClr>
              <a:buSzPts val="1800"/>
              <a:buChar char="•"/>
              <a:defRPr/>
            </a:lvl2pPr>
            <a:lvl3pPr marL="1371600" lvl="2" indent="-342900" algn="l">
              <a:lnSpc>
                <a:spcPct val="90000"/>
              </a:lnSpc>
              <a:spcBef>
                <a:spcPts val="375"/>
              </a:spcBef>
              <a:spcAft>
                <a:spcPts val="0"/>
              </a:spcAft>
              <a:buClr>
                <a:schemeClr val="dk1"/>
              </a:buClr>
              <a:buSzPts val="1800"/>
              <a:buChar char="•"/>
              <a:defRPr/>
            </a:lvl3pPr>
            <a:lvl4pPr marL="1828800" lvl="3" indent="-342900" algn="l">
              <a:lnSpc>
                <a:spcPct val="90000"/>
              </a:lnSpc>
              <a:spcBef>
                <a:spcPts val="375"/>
              </a:spcBef>
              <a:spcAft>
                <a:spcPts val="0"/>
              </a:spcAft>
              <a:buClr>
                <a:schemeClr val="dk1"/>
              </a:buClr>
              <a:buSzPts val="1800"/>
              <a:buChar char="•"/>
              <a:defRPr/>
            </a:lvl4pPr>
            <a:lvl5pPr marL="2286000" lvl="4" indent="-342900" algn="l">
              <a:lnSpc>
                <a:spcPct val="90000"/>
              </a:lnSpc>
              <a:spcBef>
                <a:spcPts val="375"/>
              </a:spcBef>
              <a:spcAft>
                <a:spcPts val="0"/>
              </a:spcAft>
              <a:buClr>
                <a:schemeClr val="dk1"/>
              </a:buClr>
              <a:buSzPts val="1800"/>
              <a:buChar char="•"/>
              <a:defRPr/>
            </a:lvl5pPr>
            <a:lvl6pPr marL="2743200" lvl="5" indent="-342900" algn="l">
              <a:lnSpc>
                <a:spcPct val="90000"/>
              </a:lnSpc>
              <a:spcBef>
                <a:spcPts val="375"/>
              </a:spcBef>
              <a:spcAft>
                <a:spcPts val="0"/>
              </a:spcAft>
              <a:buClr>
                <a:schemeClr val="dk1"/>
              </a:buClr>
              <a:buSzPts val="1800"/>
              <a:buChar char="•"/>
              <a:defRPr/>
            </a:lvl6pPr>
            <a:lvl7pPr marL="3200400" lvl="6" indent="-342900" algn="l">
              <a:lnSpc>
                <a:spcPct val="90000"/>
              </a:lnSpc>
              <a:spcBef>
                <a:spcPts val="375"/>
              </a:spcBef>
              <a:spcAft>
                <a:spcPts val="0"/>
              </a:spcAft>
              <a:buClr>
                <a:schemeClr val="dk1"/>
              </a:buClr>
              <a:buSzPts val="1800"/>
              <a:buChar char="•"/>
              <a:defRPr/>
            </a:lvl7pPr>
            <a:lvl8pPr marL="3657600" lvl="7" indent="-342900" algn="l">
              <a:lnSpc>
                <a:spcPct val="90000"/>
              </a:lnSpc>
              <a:spcBef>
                <a:spcPts val="375"/>
              </a:spcBef>
              <a:spcAft>
                <a:spcPts val="0"/>
              </a:spcAft>
              <a:buClr>
                <a:schemeClr val="dk1"/>
              </a:buClr>
              <a:buSzPts val="1800"/>
              <a:buChar char="•"/>
              <a:defRPr/>
            </a:lvl8pPr>
            <a:lvl9pPr marL="4114800" lvl="8" indent="-342900" algn="l">
              <a:lnSpc>
                <a:spcPct val="90000"/>
              </a:lnSpc>
              <a:spcBef>
                <a:spcPts val="375"/>
              </a:spcBef>
              <a:spcAft>
                <a:spcPts val="0"/>
              </a:spcAft>
              <a:buClr>
                <a:schemeClr val="dk1"/>
              </a:buClr>
              <a:buSzPts val="1800"/>
              <a:buChar char="•"/>
              <a:defRPr/>
            </a:lvl9pPr>
          </a:lstStyle>
          <a:p>
            <a:endParaRPr/>
          </a:p>
        </p:txBody>
      </p:sp>
      <p:sp>
        <p:nvSpPr>
          <p:cNvPr id="32" name="Google Shape;32;p5"/>
          <p:cNvSpPr txBox="1">
            <a:spLocks noGrp="1"/>
          </p:cNvSpPr>
          <p:nvPr>
            <p:ph type="body" idx="2"/>
          </p:nvPr>
        </p:nvSpPr>
        <p:spPr>
          <a:xfrm>
            <a:off x="3471863" y="2434167"/>
            <a:ext cx="2914650" cy="5801784"/>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750"/>
              </a:spcBef>
              <a:spcAft>
                <a:spcPts val="0"/>
              </a:spcAft>
              <a:buClr>
                <a:schemeClr val="dk1"/>
              </a:buClr>
              <a:buSzPts val="1800"/>
              <a:buChar char="•"/>
              <a:defRPr/>
            </a:lvl1pPr>
            <a:lvl2pPr marL="914400" lvl="1" indent="-342900" algn="l">
              <a:lnSpc>
                <a:spcPct val="90000"/>
              </a:lnSpc>
              <a:spcBef>
                <a:spcPts val="375"/>
              </a:spcBef>
              <a:spcAft>
                <a:spcPts val="0"/>
              </a:spcAft>
              <a:buClr>
                <a:schemeClr val="dk1"/>
              </a:buClr>
              <a:buSzPts val="1800"/>
              <a:buChar char="•"/>
              <a:defRPr/>
            </a:lvl2pPr>
            <a:lvl3pPr marL="1371600" lvl="2" indent="-342900" algn="l">
              <a:lnSpc>
                <a:spcPct val="90000"/>
              </a:lnSpc>
              <a:spcBef>
                <a:spcPts val="375"/>
              </a:spcBef>
              <a:spcAft>
                <a:spcPts val="0"/>
              </a:spcAft>
              <a:buClr>
                <a:schemeClr val="dk1"/>
              </a:buClr>
              <a:buSzPts val="1800"/>
              <a:buChar char="•"/>
              <a:defRPr/>
            </a:lvl3pPr>
            <a:lvl4pPr marL="1828800" lvl="3" indent="-342900" algn="l">
              <a:lnSpc>
                <a:spcPct val="90000"/>
              </a:lnSpc>
              <a:spcBef>
                <a:spcPts val="375"/>
              </a:spcBef>
              <a:spcAft>
                <a:spcPts val="0"/>
              </a:spcAft>
              <a:buClr>
                <a:schemeClr val="dk1"/>
              </a:buClr>
              <a:buSzPts val="1800"/>
              <a:buChar char="•"/>
              <a:defRPr/>
            </a:lvl4pPr>
            <a:lvl5pPr marL="2286000" lvl="4" indent="-342900" algn="l">
              <a:lnSpc>
                <a:spcPct val="90000"/>
              </a:lnSpc>
              <a:spcBef>
                <a:spcPts val="375"/>
              </a:spcBef>
              <a:spcAft>
                <a:spcPts val="0"/>
              </a:spcAft>
              <a:buClr>
                <a:schemeClr val="dk1"/>
              </a:buClr>
              <a:buSzPts val="1800"/>
              <a:buChar char="•"/>
              <a:defRPr/>
            </a:lvl5pPr>
            <a:lvl6pPr marL="2743200" lvl="5" indent="-342900" algn="l">
              <a:lnSpc>
                <a:spcPct val="90000"/>
              </a:lnSpc>
              <a:spcBef>
                <a:spcPts val="375"/>
              </a:spcBef>
              <a:spcAft>
                <a:spcPts val="0"/>
              </a:spcAft>
              <a:buClr>
                <a:schemeClr val="dk1"/>
              </a:buClr>
              <a:buSzPts val="1800"/>
              <a:buChar char="•"/>
              <a:defRPr/>
            </a:lvl6pPr>
            <a:lvl7pPr marL="3200400" lvl="6" indent="-342900" algn="l">
              <a:lnSpc>
                <a:spcPct val="90000"/>
              </a:lnSpc>
              <a:spcBef>
                <a:spcPts val="375"/>
              </a:spcBef>
              <a:spcAft>
                <a:spcPts val="0"/>
              </a:spcAft>
              <a:buClr>
                <a:schemeClr val="dk1"/>
              </a:buClr>
              <a:buSzPts val="1800"/>
              <a:buChar char="•"/>
              <a:defRPr/>
            </a:lvl7pPr>
            <a:lvl8pPr marL="3657600" lvl="7" indent="-342900" algn="l">
              <a:lnSpc>
                <a:spcPct val="90000"/>
              </a:lnSpc>
              <a:spcBef>
                <a:spcPts val="375"/>
              </a:spcBef>
              <a:spcAft>
                <a:spcPts val="0"/>
              </a:spcAft>
              <a:buClr>
                <a:schemeClr val="dk1"/>
              </a:buClr>
              <a:buSzPts val="1800"/>
              <a:buChar char="•"/>
              <a:defRPr/>
            </a:lvl8pPr>
            <a:lvl9pPr marL="4114800" lvl="8" indent="-342900" algn="l">
              <a:lnSpc>
                <a:spcPct val="90000"/>
              </a:lnSpc>
              <a:spcBef>
                <a:spcPts val="375"/>
              </a:spcBef>
              <a:spcAft>
                <a:spcPts val="0"/>
              </a:spcAft>
              <a:buClr>
                <a:schemeClr val="dk1"/>
              </a:buClr>
              <a:buSzPts val="1800"/>
              <a:buChar char="•"/>
              <a:defRPr/>
            </a:lvl9pPr>
          </a:lstStyle>
          <a:p>
            <a:endParaRPr/>
          </a:p>
        </p:txBody>
      </p:sp>
      <p:sp>
        <p:nvSpPr>
          <p:cNvPr id="33" name="Google Shape;33;p5"/>
          <p:cNvSpPr txBox="1">
            <a:spLocks noGrp="1"/>
          </p:cNvSpPr>
          <p:nvPr>
            <p:ph type="dt" idx="10"/>
          </p:nvPr>
        </p:nvSpPr>
        <p:spPr>
          <a:xfrm>
            <a:off x="471488" y="8475136"/>
            <a:ext cx="1543050" cy="486833"/>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4" name="Google Shape;34;p5"/>
          <p:cNvSpPr txBox="1">
            <a:spLocks noGrp="1"/>
          </p:cNvSpPr>
          <p:nvPr>
            <p:ph type="ftr" idx="11"/>
          </p:nvPr>
        </p:nvSpPr>
        <p:spPr>
          <a:xfrm>
            <a:off x="2271713" y="8475136"/>
            <a:ext cx="2314575" cy="486833"/>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5" name="Google Shape;35;p5"/>
          <p:cNvSpPr txBox="1">
            <a:spLocks noGrp="1"/>
          </p:cNvSpPr>
          <p:nvPr>
            <p:ph type="sldNum" idx="12"/>
          </p:nvPr>
        </p:nvSpPr>
        <p:spPr>
          <a:xfrm>
            <a:off x="4843463" y="8475136"/>
            <a:ext cx="1543050" cy="486833"/>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比較" type="twoTxTwoObj">
  <p:cSld name="TWO_OBJECTS_WITH_TEXT">
    <p:spTree>
      <p:nvGrpSpPr>
        <p:cNvPr id="1" name="Shape 36"/>
        <p:cNvGrpSpPr/>
        <p:nvPr/>
      </p:nvGrpSpPr>
      <p:grpSpPr>
        <a:xfrm>
          <a:off x="0" y="0"/>
          <a:ext cx="0" cy="0"/>
          <a:chOff x="0" y="0"/>
          <a:chExt cx="0" cy="0"/>
        </a:xfrm>
      </p:grpSpPr>
      <p:sp>
        <p:nvSpPr>
          <p:cNvPr id="37" name="Google Shape;37;p6"/>
          <p:cNvSpPr txBox="1">
            <a:spLocks noGrp="1"/>
          </p:cNvSpPr>
          <p:nvPr>
            <p:ph type="title"/>
          </p:nvPr>
        </p:nvSpPr>
        <p:spPr>
          <a:xfrm>
            <a:off x="472381" y="486836"/>
            <a:ext cx="5915025" cy="1767417"/>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38" name="Google Shape;38;p6"/>
          <p:cNvSpPr txBox="1">
            <a:spLocks noGrp="1"/>
          </p:cNvSpPr>
          <p:nvPr>
            <p:ph type="body" idx="1"/>
          </p:nvPr>
        </p:nvSpPr>
        <p:spPr>
          <a:xfrm>
            <a:off x="472381" y="2241551"/>
            <a:ext cx="2901255" cy="1098549"/>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750"/>
              </a:spcBef>
              <a:spcAft>
                <a:spcPts val="0"/>
              </a:spcAft>
              <a:buClr>
                <a:schemeClr val="dk1"/>
              </a:buClr>
              <a:buSzPts val="1800"/>
              <a:buNone/>
              <a:defRPr sz="1800" b="1"/>
            </a:lvl1pPr>
            <a:lvl2pPr marL="914400" lvl="1" indent="-228600" algn="l">
              <a:lnSpc>
                <a:spcPct val="90000"/>
              </a:lnSpc>
              <a:spcBef>
                <a:spcPts val="375"/>
              </a:spcBef>
              <a:spcAft>
                <a:spcPts val="0"/>
              </a:spcAft>
              <a:buClr>
                <a:schemeClr val="dk1"/>
              </a:buClr>
              <a:buSzPts val="1500"/>
              <a:buNone/>
              <a:defRPr sz="1500" b="1"/>
            </a:lvl2pPr>
            <a:lvl3pPr marL="1371600" lvl="2" indent="-228600" algn="l">
              <a:lnSpc>
                <a:spcPct val="90000"/>
              </a:lnSpc>
              <a:spcBef>
                <a:spcPts val="375"/>
              </a:spcBef>
              <a:spcAft>
                <a:spcPts val="0"/>
              </a:spcAft>
              <a:buClr>
                <a:schemeClr val="dk1"/>
              </a:buClr>
              <a:buSzPts val="1350"/>
              <a:buNone/>
              <a:defRPr sz="1350" b="1"/>
            </a:lvl3pPr>
            <a:lvl4pPr marL="1828800" lvl="3" indent="-228600" algn="l">
              <a:lnSpc>
                <a:spcPct val="90000"/>
              </a:lnSpc>
              <a:spcBef>
                <a:spcPts val="375"/>
              </a:spcBef>
              <a:spcAft>
                <a:spcPts val="0"/>
              </a:spcAft>
              <a:buClr>
                <a:schemeClr val="dk1"/>
              </a:buClr>
              <a:buSzPts val="1200"/>
              <a:buNone/>
              <a:defRPr sz="1200" b="1"/>
            </a:lvl4pPr>
            <a:lvl5pPr marL="2286000" lvl="4" indent="-228600" algn="l">
              <a:lnSpc>
                <a:spcPct val="90000"/>
              </a:lnSpc>
              <a:spcBef>
                <a:spcPts val="375"/>
              </a:spcBef>
              <a:spcAft>
                <a:spcPts val="0"/>
              </a:spcAft>
              <a:buClr>
                <a:schemeClr val="dk1"/>
              </a:buClr>
              <a:buSzPts val="1200"/>
              <a:buNone/>
              <a:defRPr sz="1200" b="1"/>
            </a:lvl5pPr>
            <a:lvl6pPr marL="2743200" lvl="5" indent="-228600" algn="l">
              <a:lnSpc>
                <a:spcPct val="90000"/>
              </a:lnSpc>
              <a:spcBef>
                <a:spcPts val="375"/>
              </a:spcBef>
              <a:spcAft>
                <a:spcPts val="0"/>
              </a:spcAft>
              <a:buClr>
                <a:schemeClr val="dk1"/>
              </a:buClr>
              <a:buSzPts val="1200"/>
              <a:buNone/>
              <a:defRPr sz="1200" b="1"/>
            </a:lvl6pPr>
            <a:lvl7pPr marL="3200400" lvl="6" indent="-228600" algn="l">
              <a:lnSpc>
                <a:spcPct val="90000"/>
              </a:lnSpc>
              <a:spcBef>
                <a:spcPts val="375"/>
              </a:spcBef>
              <a:spcAft>
                <a:spcPts val="0"/>
              </a:spcAft>
              <a:buClr>
                <a:schemeClr val="dk1"/>
              </a:buClr>
              <a:buSzPts val="1200"/>
              <a:buNone/>
              <a:defRPr sz="1200" b="1"/>
            </a:lvl7pPr>
            <a:lvl8pPr marL="3657600" lvl="7" indent="-228600" algn="l">
              <a:lnSpc>
                <a:spcPct val="90000"/>
              </a:lnSpc>
              <a:spcBef>
                <a:spcPts val="375"/>
              </a:spcBef>
              <a:spcAft>
                <a:spcPts val="0"/>
              </a:spcAft>
              <a:buClr>
                <a:schemeClr val="dk1"/>
              </a:buClr>
              <a:buSzPts val="1200"/>
              <a:buNone/>
              <a:defRPr sz="1200" b="1"/>
            </a:lvl8pPr>
            <a:lvl9pPr marL="4114800" lvl="8" indent="-228600" algn="l">
              <a:lnSpc>
                <a:spcPct val="90000"/>
              </a:lnSpc>
              <a:spcBef>
                <a:spcPts val="375"/>
              </a:spcBef>
              <a:spcAft>
                <a:spcPts val="0"/>
              </a:spcAft>
              <a:buClr>
                <a:schemeClr val="dk1"/>
              </a:buClr>
              <a:buSzPts val="1200"/>
              <a:buNone/>
              <a:defRPr sz="1200" b="1"/>
            </a:lvl9pPr>
          </a:lstStyle>
          <a:p>
            <a:endParaRPr/>
          </a:p>
        </p:txBody>
      </p:sp>
      <p:sp>
        <p:nvSpPr>
          <p:cNvPr id="39" name="Google Shape;39;p6"/>
          <p:cNvSpPr txBox="1">
            <a:spLocks noGrp="1"/>
          </p:cNvSpPr>
          <p:nvPr>
            <p:ph type="body" idx="2"/>
          </p:nvPr>
        </p:nvSpPr>
        <p:spPr>
          <a:xfrm>
            <a:off x="472381" y="3340100"/>
            <a:ext cx="2901255" cy="4912784"/>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750"/>
              </a:spcBef>
              <a:spcAft>
                <a:spcPts val="0"/>
              </a:spcAft>
              <a:buClr>
                <a:schemeClr val="dk1"/>
              </a:buClr>
              <a:buSzPts val="1800"/>
              <a:buChar char="•"/>
              <a:defRPr/>
            </a:lvl1pPr>
            <a:lvl2pPr marL="914400" lvl="1" indent="-342900" algn="l">
              <a:lnSpc>
                <a:spcPct val="90000"/>
              </a:lnSpc>
              <a:spcBef>
                <a:spcPts val="375"/>
              </a:spcBef>
              <a:spcAft>
                <a:spcPts val="0"/>
              </a:spcAft>
              <a:buClr>
                <a:schemeClr val="dk1"/>
              </a:buClr>
              <a:buSzPts val="1800"/>
              <a:buChar char="•"/>
              <a:defRPr/>
            </a:lvl2pPr>
            <a:lvl3pPr marL="1371600" lvl="2" indent="-342900" algn="l">
              <a:lnSpc>
                <a:spcPct val="90000"/>
              </a:lnSpc>
              <a:spcBef>
                <a:spcPts val="375"/>
              </a:spcBef>
              <a:spcAft>
                <a:spcPts val="0"/>
              </a:spcAft>
              <a:buClr>
                <a:schemeClr val="dk1"/>
              </a:buClr>
              <a:buSzPts val="1800"/>
              <a:buChar char="•"/>
              <a:defRPr/>
            </a:lvl3pPr>
            <a:lvl4pPr marL="1828800" lvl="3" indent="-342900" algn="l">
              <a:lnSpc>
                <a:spcPct val="90000"/>
              </a:lnSpc>
              <a:spcBef>
                <a:spcPts val="375"/>
              </a:spcBef>
              <a:spcAft>
                <a:spcPts val="0"/>
              </a:spcAft>
              <a:buClr>
                <a:schemeClr val="dk1"/>
              </a:buClr>
              <a:buSzPts val="1800"/>
              <a:buChar char="•"/>
              <a:defRPr/>
            </a:lvl4pPr>
            <a:lvl5pPr marL="2286000" lvl="4" indent="-342900" algn="l">
              <a:lnSpc>
                <a:spcPct val="90000"/>
              </a:lnSpc>
              <a:spcBef>
                <a:spcPts val="375"/>
              </a:spcBef>
              <a:spcAft>
                <a:spcPts val="0"/>
              </a:spcAft>
              <a:buClr>
                <a:schemeClr val="dk1"/>
              </a:buClr>
              <a:buSzPts val="1800"/>
              <a:buChar char="•"/>
              <a:defRPr/>
            </a:lvl5pPr>
            <a:lvl6pPr marL="2743200" lvl="5" indent="-342900" algn="l">
              <a:lnSpc>
                <a:spcPct val="90000"/>
              </a:lnSpc>
              <a:spcBef>
                <a:spcPts val="375"/>
              </a:spcBef>
              <a:spcAft>
                <a:spcPts val="0"/>
              </a:spcAft>
              <a:buClr>
                <a:schemeClr val="dk1"/>
              </a:buClr>
              <a:buSzPts val="1800"/>
              <a:buChar char="•"/>
              <a:defRPr/>
            </a:lvl6pPr>
            <a:lvl7pPr marL="3200400" lvl="6" indent="-342900" algn="l">
              <a:lnSpc>
                <a:spcPct val="90000"/>
              </a:lnSpc>
              <a:spcBef>
                <a:spcPts val="375"/>
              </a:spcBef>
              <a:spcAft>
                <a:spcPts val="0"/>
              </a:spcAft>
              <a:buClr>
                <a:schemeClr val="dk1"/>
              </a:buClr>
              <a:buSzPts val="1800"/>
              <a:buChar char="•"/>
              <a:defRPr/>
            </a:lvl7pPr>
            <a:lvl8pPr marL="3657600" lvl="7" indent="-342900" algn="l">
              <a:lnSpc>
                <a:spcPct val="90000"/>
              </a:lnSpc>
              <a:spcBef>
                <a:spcPts val="375"/>
              </a:spcBef>
              <a:spcAft>
                <a:spcPts val="0"/>
              </a:spcAft>
              <a:buClr>
                <a:schemeClr val="dk1"/>
              </a:buClr>
              <a:buSzPts val="1800"/>
              <a:buChar char="•"/>
              <a:defRPr/>
            </a:lvl8pPr>
            <a:lvl9pPr marL="4114800" lvl="8" indent="-342900" algn="l">
              <a:lnSpc>
                <a:spcPct val="90000"/>
              </a:lnSpc>
              <a:spcBef>
                <a:spcPts val="375"/>
              </a:spcBef>
              <a:spcAft>
                <a:spcPts val="0"/>
              </a:spcAft>
              <a:buClr>
                <a:schemeClr val="dk1"/>
              </a:buClr>
              <a:buSzPts val="1800"/>
              <a:buChar char="•"/>
              <a:defRPr/>
            </a:lvl9pPr>
          </a:lstStyle>
          <a:p>
            <a:endParaRPr/>
          </a:p>
        </p:txBody>
      </p:sp>
      <p:sp>
        <p:nvSpPr>
          <p:cNvPr id="40" name="Google Shape;40;p6"/>
          <p:cNvSpPr txBox="1">
            <a:spLocks noGrp="1"/>
          </p:cNvSpPr>
          <p:nvPr>
            <p:ph type="body" idx="3"/>
          </p:nvPr>
        </p:nvSpPr>
        <p:spPr>
          <a:xfrm>
            <a:off x="3471863" y="2241551"/>
            <a:ext cx="2915543" cy="1098549"/>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750"/>
              </a:spcBef>
              <a:spcAft>
                <a:spcPts val="0"/>
              </a:spcAft>
              <a:buClr>
                <a:schemeClr val="dk1"/>
              </a:buClr>
              <a:buSzPts val="1800"/>
              <a:buNone/>
              <a:defRPr sz="1800" b="1"/>
            </a:lvl1pPr>
            <a:lvl2pPr marL="914400" lvl="1" indent="-228600" algn="l">
              <a:lnSpc>
                <a:spcPct val="90000"/>
              </a:lnSpc>
              <a:spcBef>
                <a:spcPts val="375"/>
              </a:spcBef>
              <a:spcAft>
                <a:spcPts val="0"/>
              </a:spcAft>
              <a:buClr>
                <a:schemeClr val="dk1"/>
              </a:buClr>
              <a:buSzPts val="1500"/>
              <a:buNone/>
              <a:defRPr sz="1500" b="1"/>
            </a:lvl2pPr>
            <a:lvl3pPr marL="1371600" lvl="2" indent="-228600" algn="l">
              <a:lnSpc>
                <a:spcPct val="90000"/>
              </a:lnSpc>
              <a:spcBef>
                <a:spcPts val="375"/>
              </a:spcBef>
              <a:spcAft>
                <a:spcPts val="0"/>
              </a:spcAft>
              <a:buClr>
                <a:schemeClr val="dk1"/>
              </a:buClr>
              <a:buSzPts val="1350"/>
              <a:buNone/>
              <a:defRPr sz="1350" b="1"/>
            </a:lvl3pPr>
            <a:lvl4pPr marL="1828800" lvl="3" indent="-228600" algn="l">
              <a:lnSpc>
                <a:spcPct val="90000"/>
              </a:lnSpc>
              <a:spcBef>
                <a:spcPts val="375"/>
              </a:spcBef>
              <a:spcAft>
                <a:spcPts val="0"/>
              </a:spcAft>
              <a:buClr>
                <a:schemeClr val="dk1"/>
              </a:buClr>
              <a:buSzPts val="1200"/>
              <a:buNone/>
              <a:defRPr sz="1200" b="1"/>
            </a:lvl4pPr>
            <a:lvl5pPr marL="2286000" lvl="4" indent="-228600" algn="l">
              <a:lnSpc>
                <a:spcPct val="90000"/>
              </a:lnSpc>
              <a:spcBef>
                <a:spcPts val="375"/>
              </a:spcBef>
              <a:spcAft>
                <a:spcPts val="0"/>
              </a:spcAft>
              <a:buClr>
                <a:schemeClr val="dk1"/>
              </a:buClr>
              <a:buSzPts val="1200"/>
              <a:buNone/>
              <a:defRPr sz="1200" b="1"/>
            </a:lvl5pPr>
            <a:lvl6pPr marL="2743200" lvl="5" indent="-228600" algn="l">
              <a:lnSpc>
                <a:spcPct val="90000"/>
              </a:lnSpc>
              <a:spcBef>
                <a:spcPts val="375"/>
              </a:spcBef>
              <a:spcAft>
                <a:spcPts val="0"/>
              </a:spcAft>
              <a:buClr>
                <a:schemeClr val="dk1"/>
              </a:buClr>
              <a:buSzPts val="1200"/>
              <a:buNone/>
              <a:defRPr sz="1200" b="1"/>
            </a:lvl6pPr>
            <a:lvl7pPr marL="3200400" lvl="6" indent="-228600" algn="l">
              <a:lnSpc>
                <a:spcPct val="90000"/>
              </a:lnSpc>
              <a:spcBef>
                <a:spcPts val="375"/>
              </a:spcBef>
              <a:spcAft>
                <a:spcPts val="0"/>
              </a:spcAft>
              <a:buClr>
                <a:schemeClr val="dk1"/>
              </a:buClr>
              <a:buSzPts val="1200"/>
              <a:buNone/>
              <a:defRPr sz="1200" b="1"/>
            </a:lvl7pPr>
            <a:lvl8pPr marL="3657600" lvl="7" indent="-228600" algn="l">
              <a:lnSpc>
                <a:spcPct val="90000"/>
              </a:lnSpc>
              <a:spcBef>
                <a:spcPts val="375"/>
              </a:spcBef>
              <a:spcAft>
                <a:spcPts val="0"/>
              </a:spcAft>
              <a:buClr>
                <a:schemeClr val="dk1"/>
              </a:buClr>
              <a:buSzPts val="1200"/>
              <a:buNone/>
              <a:defRPr sz="1200" b="1"/>
            </a:lvl8pPr>
            <a:lvl9pPr marL="4114800" lvl="8" indent="-228600" algn="l">
              <a:lnSpc>
                <a:spcPct val="90000"/>
              </a:lnSpc>
              <a:spcBef>
                <a:spcPts val="375"/>
              </a:spcBef>
              <a:spcAft>
                <a:spcPts val="0"/>
              </a:spcAft>
              <a:buClr>
                <a:schemeClr val="dk1"/>
              </a:buClr>
              <a:buSzPts val="1200"/>
              <a:buNone/>
              <a:defRPr sz="1200" b="1"/>
            </a:lvl9pPr>
          </a:lstStyle>
          <a:p>
            <a:endParaRPr/>
          </a:p>
        </p:txBody>
      </p:sp>
      <p:sp>
        <p:nvSpPr>
          <p:cNvPr id="41" name="Google Shape;41;p6"/>
          <p:cNvSpPr txBox="1">
            <a:spLocks noGrp="1"/>
          </p:cNvSpPr>
          <p:nvPr>
            <p:ph type="body" idx="4"/>
          </p:nvPr>
        </p:nvSpPr>
        <p:spPr>
          <a:xfrm>
            <a:off x="3471863" y="3340100"/>
            <a:ext cx="2915543" cy="4912784"/>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750"/>
              </a:spcBef>
              <a:spcAft>
                <a:spcPts val="0"/>
              </a:spcAft>
              <a:buClr>
                <a:schemeClr val="dk1"/>
              </a:buClr>
              <a:buSzPts val="1800"/>
              <a:buChar char="•"/>
              <a:defRPr/>
            </a:lvl1pPr>
            <a:lvl2pPr marL="914400" lvl="1" indent="-342900" algn="l">
              <a:lnSpc>
                <a:spcPct val="90000"/>
              </a:lnSpc>
              <a:spcBef>
                <a:spcPts val="375"/>
              </a:spcBef>
              <a:spcAft>
                <a:spcPts val="0"/>
              </a:spcAft>
              <a:buClr>
                <a:schemeClr val="dk1"/>
              </a:buClr>
              <a:buSzPts val="1800"/>
              <a:buChar char="•"/>
              <a:defRPr/>
            </a:lvl2pPr>
            <a:lvl3pPr marL="1371600" lvl="2" indent="-342900" algn="l">
              <a:lnSpc>
                <a:spcPct val="90000"/>
              </a:lnSpc>
              <a:spcBef>
                <a:spcPts val="375"/>
              </a:spcBef>
              <a:spcAft>
                <a:spcPts val="0"/>
              </a:spcAft>
              <a:buClr>
                <a:schemeClr val="dk1"/>
              </a:buClr>
              <a:buSzPts val="1800"/>
              <a:buChar char="•"/>
              <a:defRPr/>
            </a:lvl3pPr>
            <a:lvl4pPr marL="1828800" lvl="3" indent="-342900" algn="l">
              <a:lnSpc>
                <a:spcPct val="90000"/>
              </a:lnSpc>
              <a:spcBef>
                <a:spcPts val="375"/>
              </a:spcBef>
              <a:spcAft>
                <a:spcPts val="0"/>
              </a:spcAft>
              <a:buClr>
                <a:schemeClr val="dk1"/>
              </a:buClr>
              <a:buSzPts val="1800"/>
              <a:buChar char="•"/>
              <a:defRPr/>
            </a:lvl4pPr>
            <a:lvl5pPr marL="2286000" lvl="4" indent="-342900" algn="l">
              <a:lnSpc>
                <a:spcPct val="90000"/>
              </a:lnSpc>
              <a:spcBef>
                <a:spcPts val="375"/>
              </a:spcBef>
              <a:spcAft>
                <a:spcPts val="0"/>
              </a:spcAft>
              <a:buClr>
                <a:schemeClr val="dk1"/>
              </a:buClr>
              <a:buSzPts val="1800"/>
              <a:buChar char="•"/>
              <a:defRPr/>
            </a:lvl5pPr>
            <a:lvl6pPr marL="2743200" lvl="5" indent="-342900" algn="l">
              <a:lnSpc>
                <a:spcPct val="90000"/>
              </a:lnSpc>
              <a:spcBef>
                <a:spcPts val="375"/>
              </a:spcBef>
              <a:spcAft>
                <a:spcPts val="0"/>
              </a:spcAft>
              <a:buClr>
                <a:schemeClr val="dk1"/>
              </a:buClr>
              <a:buSzPts val="1800"/>
              <a:buChar char="•"/>
              <a:defRPr/>
            </a:lvl6pPr>
            <a:lvl7pPr marL="3200400" lvl="6" indent="-342900" algn="l">
              <a:lnSpc>
                <a:spcPct val="90000"/>
              </a:lnSpc>
              <a:spcBef>
                <a:spcPts val="375"/>
              </a:spcBef>
              <a:spcAft>
                <a:spcPts val="0"/>
              </a:spcAft>
              <a:buClr>
                <a:schemeClr val="dk1"/>
              </a:buClr>
              <a:buSzPts val="1800"/>
              <a:buChar char="•"/>
              <a:defRPr/>
            </a:lvl7pPr>
            <a:lvl8pPr marL="3657600" lvl="7" indent="-342900" algn="l">
              <a:lnSpc>
                <a:spcPct val="90000"/>
              </a:lnSpc>
              <a:spcBef>
                <a:spcPts val="375"/>
              </a:spcBef>
              <a:spcAft>
                <a:spcPts val="0"/>
              </a:spcAft>
              <a:buClr>
                <a:schemeClr val="dk1"/>
              </a:buClr>
              <a:buSzPts val="1800"/>
              <a:buChar char="•"/>
              <a:defRPr/>
            </a:lvl8pPr>
            <a:lvl9pPr marL="4114800" lvl="8" indent="-342900" algn="l">
              <a:lnSpc>
                <a:spcPct val="90000"/>
              </a:lnSpc>
              <a:spcBef>
                <a:spcPts val="375"/>
              </a:spcBef>
              <a:spcAft>
                <a:spcPts val="0"/>
              </a:spcAft>
              <a:buClr>
                <a:schemeClr val="dk1"/>
              </a:buClr>
              <a:buSzPts val="1800"/>
              <a:buChar char="•"/>
              <a:defRPr/>
            </a:lvl9pPr>
          </a:lstStyle>
          <a:p>
            <a:endParaRPr/>
          </a:p>
        </p:txBody>
      </p:sp>
      <p:sp>
        <p:nvSpPr>
          <p:cNvPr id="42" name="Google Shape;42;p6"/>
          <p:cNvSpPr txBox="1">
            <a:spLocks noGrp="1"/>
          </p:cNvSpPr>
          <p:nvPr>
            <p:ph type="dt" idx="10"/>
          </p:nvPr>
        </p:nvSpPr>
        <p:spPr>
          <a:xfrm>
            <a:off x="471488" y="8475136"/>
            <a:ext cx="1543050" cy="486833"/>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3" name="Google Shape;43;p6"/>
          <p:cNvSpPr txBox="1">
            <a:spLocks noGrp="1"/>
          </p:cNvSpPr>
          <p:nvPr>
            <p:ph type="ftr" idx="11"/>
          </p:nvPr>
        </p:nvSpPr>
        <p:spPr>
          <a:xfrm>
            <a:off x="2271713" y="8475136"/>
            <a:ext cx="2314575" cy="486833"/>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4" name="Google Shape;44;p6"/>
          <p:cNvSpPr txBox="1">
            <a:spLocks noGrp="1"/>
          </p:cNvSpPr>
          <p:nvPr>
            <p:ph type="sldNum" idx="12"/>
          </p:nvPr>
        </p:nvSpPr>
        <p:spPr>
          <a:xfrm>
            <a:off x="4843463" y="8475136"/>
            <a:ext cx="1543050" cy="486833"/>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タイトルのみ" type="titleOnly">
  <p:cSld name="TITLE_ONLY">
    <p:spTree>
      <p:nvGrpSpPr>
        <p:cNvPr id="1" name="Shape 45"/>
        <p:cNvGrpSpPr/>
        <p:nvPr/>
      </p:nvGrpSpPr>
      <p:grpSpPr>
        <a:xfrm>
          <a:off x="0" y="0"/>
          <a:ext cx="0" cy="0"/>
          <a:chOff x="0" y="0"/>
          <a:chExt cx="0" cy="0"/>
        </a:xfrm>
      </p:grpSpPr>
      <p:sp>
        <p:nvSpPr>
          <p:cNvPr id="46" name="Google Shape;46;p7"/>
          <p:cNvSpPr txBox="1">
            <a:spLocks noGrp="1"/>
          </p:cNvSpPr>
          <p:nvPr>
            <p:ph type="title"/>
          </p:nvPr>
        </p:nvSpPr>
        <p:spPr>
          <a:xfrm>
            <a:off x="471488" y="486836"/>
            <a:ext cx="5915025" cy="1767417"/>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47" name="Google Shape;47;p7"/>
          <p:cNvSpPr txBox="1">
            <a:spLocks noGrp="1"/>
          </p:cNvSpPr>
          <p:nvPr>
            <p:ph type="dt" idx="10"/>
          </p:nvPr>
        </p:nvSpPr>
        <p:spPr>
          <a:xfrm>
            <a:off x="471488" y="8475136"/>
            <a:ext cx="1543050" cy="486833"/>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8" name="Google Shape;48;p7"/>
          <p:cNvSpPr txBox="1">
            <a:spLocks noGrp="1"/>
          </p:cNvSpPr>
          <p:nvPr>
            <p:ph type="ftr" idx="11"/>
          </p:nvPr>
        </p:nvSpPr>
        <p:spPr>
          <a:xfrm>
            <a:off x="2271713" y="8475136"/>
            <a:ext cx="2314575" cy="486833"/>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9" name="Google Shape;49;p7"/>
          <p:cNvSpPr txBox="1">
            <a:spLocks noGrp="1"/>
          </p:cNvSpPr>
          <p:nvPr>
            <p:ph type="sldNum" idx="12"/>
          </p:nvPr>
        </p:nvSpPr>
        <p:spPr>
          <a:xfrm>
            <a:off x="4843463" y="8475136"/>
            <a:ext cx="1543050" cy="486833"/>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白紙" type="blank">
  <p:cSld name="BLANK">
    <p:spTree>
      <p:nvGrpSpPr>
        <p:cNvPr id="1" name="Shape 50"/>
        <p:cNvGrpSpPr/>
        <p:nvPr/>
      </p:nvGrpSpPr>
      <p:grpSpPr>
        <a:xfrm>
          <a:off x="0" y="0"/>
          <a:ext cx="0" cy="0"/>
          <a:chOff x="0" y="0"/>
          <a:chExt cx="0" cy="0"/>
        </a:xfrm>
      </p:grpSpPr>
      <p:sp>
        <p:nvSpPr>
          <p:cNvPr id="51" name="Google Shape;51;p8"/>
          <p:cNvSpPr txBox="1">
            <a:spLocks noGrp="1"/>
          </p:cNvSpPr>
          <p:nvPr>
            <p:ph type="dt" idx="10"/>
          </p:nvPr>
        </p:nvSpPr>
        <p:spPr>
          <a:xfrm>
            <a:off x="471488" y="8475136"/>
            <a:ext cx="1543050" cy="486833"/>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2" name="Google Shape;52;p8"/>
          <p:cNvSpPr txBox="1">
            <a:spLocks noGrp="1"/>
          </p:cNvSpPr>
          <p:nvPr>
            <p:ph type="ftr" idx="11"/>
          </p:nvPr>
        </p:nvSpPr>
        <p:spPr>
          <a:xfrm>
            <a:off x="2271713" y="8475136"/>
            <a:ext cx="2314575" cy="486833"/>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3" name="Google Shape;53;p8"/>
          <p:cNvSpPr txBox="1">
            <a:spLocks noGrp="1"/>
          </p:cNvSpPr>
          <p:nvPr>
            <p:ph type="sldNum" idx="12"/>
          </p:nvPr>
        </p:nvSpPr>
        <p:spPr>
          <a:xfrm>
            <a:off x="4843463" y="8475136"/>
            <a:ext cx="1543050" cy="486833"/>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タイトル付きのコンテンツ" type="objTx">
  <p:cSld name="OBJECT_WITH_CAPTION_TEXT">
    <p:spTree>
      <p:nvGrpSpPr>
        <p:cNvPr id="1" name="Shape 54"/>
        <p:cNvGrpSpPr/>
        <p:nvPr/>
      </p:nvGrpSpPr>
      <p:grpSpPr>
        <a:xfrm>
          <a:off x="0" y="0"/>
          <a:ext cx="0" cy="0"/>
          <a:chOff x="0" y="0"/>
          <a:chExt cx="0" cy="0"/>
        </a:xfrm>
      </p:grpSpPr>
      <p:sp>
        <p:nvSpPr>
          <p:cNvPr id="55" name="Google Shape;55;p9"/>
          <p:cNvSpPr txBox="1">
            <a:spLocks noGrp="1"/>
          </p:cNvSpPr>
          <p:nvPr>
            <p:ph type="title"/>
          </p:nvPr>
        </p:nvSpPr>
        <p:spPr>
          <a:xfrm>
            <a:off x="472381" y="609600"/>
            <a:ext cx="2211884" cy="21336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2400"/>
              <a:buFont typeface="Play"/>
              <a:buNone/>
              <a:defRPr sz="24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56" name="Google Shape;56;p9"/>
          <p:cNvSpPr txBox="1">
            <a:spLocks noGrp="1"/>
          </p:cNvSpPr>
          <p:nvPr>
            <p:ph type="body" idx="1"/>
          </p:nvPr>
        </p:nvSpPr>
        <p:spPr>
          <a:xfrm>
            <a:off x="2915543" y="1316569"/>
            <a:ext cx="3471863" cy="6498167"/>
          </a:xfrm>
          <a:prstGeom prst="rect">
            <a:avLst/>
          </a:prstGeom>
          <a:noFill/>
          <a:ln>
            <a:noFill/>
          </a:ln>
        </p:spPr>
        <p:txBody>
          <a:bodyPr spcFirstLastPara="1" wrap="square" lIns="91425" tIns="45700" rIns="91425" bIns="45700" anchor="t" anchorCtr="0">
            <a:normAutofit/>
          </a:bodyPr>
          <a:lstStyle>
            <a:lvl1pPr marL="457200" lvl="0" indent="-381000" algn="l">
              <a:lnSpc>
                <a:spcPct val="90000"/>
              </a:lnSpc>
              <a:spcBef>
                <a:spcPts val="750"/>
              </a:spcBef>
              <a:spcAft>
                <a:spcPts val="0"/>
              </a:spcAft>
              <a:buClr>
                <a:schemeClr val="dk1"/>
              </a:buClr>
              <a:buSzPts val="2400"/>
              <a:buChar char="•"/>
              <a:defRPr sz="2400"/>
            </a:lvl1pPr>
            <a:lvl2pPr marL="914400" lvl="1" indent="-361950" algn="l">
              <a:lnSpc>
                <a:spcPct val="90000"/>
              </a:lnSpc>
              <a:spcBef>
                <a:spcPts val="375"/>
              </a:spcBef>
              <a:spcAft>
                <a:spcPts val="0"/>
              </a:spcAft>
              <a:buClr>
                <a:schemeClr val="dk1"/>
              </a:buClr>
              <a:buSzPts val="2100"/>
              <a:buChar char="•"/>
              <a:defRPr sz="2100"/>
            </a:lvl2pPr>
            <a:lvl3pPr marL="1371600" lvl="2" indent="-342900" algn="l">
              <a:lnSpc>
                <a:spcPct val="90000"/>
              </a:lnSpc>
              <a:spcBef>
                <a:spcPts val="375"/>
              </a:spcBef>
              <a:spcAft>
                <a:spcPts val="0"/>
              </a:spcAft>
              <a:buClr>
                <a:schemeClr val="dk1"/>
              </a:buClr>
              <a:buSzPts val="1800"/>
              <a:buChar char="•"/>
              <a:defRPr sz="1800"/>
            </a:lvl3pPr>
            <a:lvl4pPr marL="1828800" lvl="3" indent="-323850" algn="l">
              <a:lnSpc>
                <a:spcPct val="90000"/>
              </a:lnSpc>
              <a:spcBef>
                <a:spcPts val="375"/>
              </a:spcBef>
              <a:spcAft>
                <a:spcPts val="0"/>
              </a:spcAft>
              <a:buClr>
                <a:schemeClr val="dk1"/>
              </a:buClr>
              <a:buSzPts val="1500"/>
              <a:buChar char="•"/>
              <a:defRPr sz="1500"/>
            </a:lvl4pPr>
            <a:lvl5pPr marL="2286000" lvl="4" indent="-323850" algn="l">
              <a:lnSpc>
                <a:spcPct val="90000"/>
              </a:lnSpc>
              <a:spcBef>
                <a:spcPts val="375"/>
              </a:spcBef>
              <a:spcAft>
                <a:spcPts val="0"/>
              </a:spcAft>
              <a:buClr>
                <a:schemeClr val="dk1"/>
              </a:buClr>
              <a:buSzPts val="1500"/>
              <a:buChar char="•"/>
              <a:defRPr sz="1500"/>
            </a:lvl5pPr>
            <a:lvl6pPr marL="2743200" lvl="5" indent="-323850" algn="l">
              <a:lnSpc>
                <a:spcPct val="90000"/>
              </a:lnSpc>
              <a:spcBef>
                <a:spcPts val="375"/>
              </a:spcBef>
              <a:spcAft>
                <a:spcPts val="0"/>
              </a:spcAft>
              <a:buClr>
                <a:schemeClr val="dk1"/>
              </a:buClr>
              <a:buSzPts val="1500"/>
              <a:buChar char="•"/>
              <a:defRPr sz="1500"/>
            </a:lvl6pPr>
            <a:lvl7pPr marL="3200400" lvl="6" indent="-323850" algn="l">
              <a:lnSpc>
                <a:spcPct val="90000"/>
              </a:lnSpc>
              <a:spcBef>
                <a:spcPts val="375"/>
              </a:spcBef>
              <a:spcAft>
                <a:spcPts val="0"/>
              </a:spcAft>
              <a:buClr>
                <a:schemeClr val="dk1"/>
              </a:buClr>
              <a:buSzPts val="1500"/>
              <a:buChar char="•"/>
              <a:defRPr sz="1500"/>
            </a:lvl7pPr>
            <a:lvl8pPr marL="3657600" lvl="7" indent="-323850" algn="l">
              <a:lnSpc>
                <a:spcPct val="90000"/>
              </a:lnSpc>
              <a:spcBef>
                <a:spcPts val="375"/>
              </a:spcBef>
              <a:spcAft>
                <a:spcPts val="0"/>
              </a:spcAft>
              <a:buClr>
                <a:schemeClr val="dk1"/>
              </a:buClr>
              <a:buSzPts val="1500"/>
              <a:buChar char="•"/>
              <a:defRPr sz="1500"/>
            </a:lvl8pPr>
            <a:lvl9pPr marL="4114800" lvl="8" indent="-323850" algn="l">
              <a:lnSpc>
                <a:spcPct val="90000"/>
              </a:lnSpc>
              <a:spcBef>
                <a:spcPts val="375"/>
              </a:spcBef>
              <a:spcAft>
                <a:spcPts val="0"/>
              </a:spcAft>
              <a:buClr>
                <a:schemeClr val="dk1"/>
              </a:buClr>
              <a:buSzPts val="1500"/>
              <a:buChar char="•"/>
              <a:defRPr sz="1500"/>
            </a:lvl9pPr>
          </a:lstStyle>
          <a:p>
            <a:endParaRPr/>
          </a:p>
        </p:txBody>
      </p:sp>
      <p:sp>
        <p:nvSpPr>
          <p:cNvPr id="57" name="Google Shape;57;p9"/>
          <p:cNvSpPr txBox="1">
            <a:spLocks noGrp="1"/>
          </p:cNvSpPr>
          <p:nvPr>
            <p:ph type="body" idx="2"/>
          </p:nvPr>
        </p:nvSpPr>
        <p:spPr>
          <a:xfrm>
            <a:off x="472381" y="2743200"/>
            <a:ext cx="2211884" cy="5082117"/>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750"/>
              </a:spcBef>
              <a:spcAft>
                <a:spcPts val="0"/>
              </a:spcAft>
              <a:buClr>
                <a:schemeClr val="dk1"/>
              </a:buClr>
              <a:buSzPts val="1200"/>
              <a:buNone/>
              <a:defRPr sz="1200"/>
            </a:lvl1pPr>
            <a:lvl2pPr marL="914400" lvl="1" indent="-228600" algn="l">
              <a:lnSpc>
                <a:spcPct val="90000"/>
              </a:lnSpc>
              <a:spcBef>
                <a:spcPts val="375"/>
              </a:spcBef>
              <a:spcAft>
                <a:spcPts val="0"/>
              </a:spcAft>
              <a:buClr>
                <a:schemeClr val="dk1"/>
              </a:buClr>
              <a:buSzPts val="1050"/>
              <a:buNone/>
              <a:defRPr sz="1050"/>
            </a:lvl2pPr>
            <a:lvl3pPr marL="1371600" lvl="2" indent="-228600" algn="l">
              <a:lnSpc>
                <a:spcPct val="90000"/>
              </a:lnSpc>
              <a:spcBef>
                <a:spcPts val="375"/>
              </a:spcBef>
              <a:spcAft>
                <a:spcPts val="0"/>
              </a:spcAft>
              <a:buClr>
                <a:schemeClr val="dk1"/>
              </a:buClr>
              <a:buSzPts val="900"/>
              <a:buNone/>
              <a:defRPr sz="900"/>
            </a:lvl3pPr>
            <a:lvl4pPr marL="1828800" lvl="3" indent="-228600" algn="l">
              <a:lnSpc>
                <a:spcPct val="90000"/>
              </a:lnSpc>
              <a:spcBef>
                <a:spcPts val="375"/>
              </a:spcBef>
              <a:spcAft>
                <a:spcPts val="0"/>
              </a:spcAft>
              <a:buClr>
                <a:schemeClr val="dk1"/>
              </a:buClr>
              <a:buSzPts val="750"/>
              <a:buNone/>
              <a:defRPr sz="750"/>
            </a:lvl4pPr>
            <a:lvl5pPr marL="2286000" lvl="4" indent="-228600" algn="l">
              <a:lnSpc>
                <a:spcPct val="90000"/>
              </a:lnSpc>
              <a:spcBef>
                <a:spcPts val="375"/>
              </a:spcBef>
              <a:spcAft>
                <a:spcPts val="0"/>
              </a:spcAft>
              <a:buClr>
                <a:schemeClr val="dk1"/>
              </a:buClr>
              <a:buSzPts val="750"/>
              <a:buNone/>
              <a:defRPr sz="750"/>
            </a:lvl5pPr>
            <a:lvl6pPr marL="2743200" lvl="5" indent="-228600" algn="l">
              <a:lnSpc>
                <a:spcPct val="90000"/>
              </a:lnSpc>
              <a:spcBef>
                <a:spcPts val="375"/>
              </a:spcBef>
              <a:spcAft>
                <a:spcPts val="0"/>
              </a:spcAft>
              <a:buClr>
                <a:schemeClr val="dk1"/>
              </a:buClr>
              <a:buSzPts val="750"/>
              <a:buNone/>
              <a:defRPr sz="750"/>
            </a:lvl6pPr>
            <a:lvl7pPr marL="3200400" lvl="6" indent="-228600" algn="l">
              <a:lnSpc>
                <a:spcPct val="90000"/>
              </a:lnSpc>
              <a:spcBef>
                <a:spcPts val="375"/>
              </a:spcBef>
              <a:spcAft>
                <a:spcPts val="0"/>
              </a:spcAft>
              <a:buClr>
                <a:schemeClr val="dk1"/>
              </a:buClr>
              <a:buSzPts val="750"/>
              <a:buNone/>
              <a:defRPr sz="750"/>
            </a:lvl7pPr>
            <a:lvl8pPr marL="3657600" lvl="7" indent="-228600" algn="l">
              <a:lnSpc>
                <a:spcPct val="90000"/>
              </a:lnSpc>
              <a:spcBef>
                <a:spcPts val="375"/>
              </a:spcBef>
              <a:spcAft>
                <a:spcPts val="0"/>
              </a:spcAft>
              <a:buClr>
                <a:schemeClr val="dk1"/>
              </a:buClr>
              <a:buSzPts val="750"/>
              <a:buNone/>
              <a:defRPr sz="750"/>
            </a:lvl8pPr>
            <a:lvl9pPr marL="4114800" lvl="8" indent="-228600" algn="l">
              <a:lnSpc>
                <a:spcPct val="90000"/>
              </a:lnSpc>
              <a:spcBef>
                <a:spcPts val="375"/>
              </a:spcBef>
              <a:spcAft>
                <a:spcPts val="0"/>
              </a:spcAft>
              <a:buClr>
                <a:schemeClr val="dk1"/>
              </a:buClr>
              <a:buSzPts val="750"/>
              <a:buNone/>
              <a:defRPr sz="750"/>
            </a:lvl9pPr>
          </a:lstStyle>
          <a:p>
            <a:endParaRPr/>
          </a:p>
        </p:txBody>
      </p:sp>
      <p:sp>
        <p:nvSpPr>
          <p:cNvPr id="58" name="Google Shape;58;p9"/>
          <p:cNvSpPr txBox="1">
            <a:spLocks noGrp="1"/>
          </p:cNvSpPr>
          <p:nvPr>
            <p:ph type="dt" idx="10"/>
          </p:nvPr>
        </p:nvSpPr>
        <p:spPr>
          <a:xfrm>
            <a:off x="471488" y="8475136"/>
            <a:ext cx="1543050" cy="486833"/>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9" name="Google Shape;59;p9"/>
          <p:cNvSpPr txBox="1">
            <a:spLocks noGrp="1"/>
          </p:cNvSpPr>
          <p:nvPr>
            <p:ph type="ftr" idx="11"/>
          </p:nvPr>
        </p:nvSpPr>
        <p:spPr>
          <a:xfrm>
            <a:off x="2271713" y="8475136"/>
            <a:ext cx="2314575" cy="486833"/>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60" name="Google Shape;60;p9"/>
          <p:cNvSpPr txBox="1">
            <a:spLocks noGrp="1"/>
          </p:cNvSpPr>
          <p:nvPr>
            <p:ph type="sldNum" idx="12"/>
          </p:nvPr>
        </p:nvSpPr>
        <p:spPr>
          <a:xfrm>
            <a:off x="4843463" y="8475136"/>
            <a:ext cx="1543050" cy="486833"/>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タイトル付きの図" type="picTx">
  <p:cSld name="PICTURE_WITH_CAPTION_TEXT">
    <p:spTree>
      <p:nvGrpSpPr>
        <p:cNvPr id="1" name="Shape 61"/>
        <p:cNvGrpSpPr/>
        <p:nvPr/>
      </p:nvGrpSpPr>
      <p:grpSpPr>
        <a:xfrm>
          <a:off x="0" y="0"/>
          <a:ext cx="0" cy="0"/>
          <a:chOff x="0" y="0"/>
          <a:chExt cx="0" cy="0"/>
        </a:xfrm>
      </p:grpSpPr>
      <p:sp>
        <p:nvSpPr>
          <p:cNvPr id="62" name="Google Shape;62;p10"/>
          <p:cNvSpPr txBox="1">
            <a:spLocks noGrp="1"/>
          </p:cNvSpPr>
          <p:nvPr>
            <p:ph type="title"/>
          </p:nvPr>
        </p:nvSpPr>
        <p:spPr>
          <a:xfrm>
            <a:off x="472381" y="609600"/>
            <a:ext cx="2211884" cy="21336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2400"/>
              <a:buFont typeface="Play"/>
              <a:buNone/>
              <a:defRPr sz="24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63" name="Google Shape;63;p10"/>
          <p:cNvSpPr>
            <a:spLocks noGrp="1"/>
          </p:cNvSpPr>
          <p:nvPr>
            <p:ph type="pic" idx="2"/>
          </p:nvPr>
        </p:nvSpPr>
        <p:spPr>
          <a:xfrm>
            <a:off x="2915543" y="1316569"/>
            <a:ext cx="3471863" cy="6498167"/>
          </a:xfrm>
          <a:prstGeom prst="rect">
            <a:avLst/>
          </a:prstGeom>
          <a:noFill/>
          <a:ln>
            <a:noFill/>
          </a:ln>
        </p:spPr>
      </p:sp>
      <p:sp>
        <p:nvSpPr>
          <p:cNvPr id="64" name="Google Shape;64;p10"/>
          <p:cNvSpPr txBox="1">
            <a:spLocks noGrp="1"/>
          </p:cNvSpPr>
          <p:nvPr>
            <p:ph type="body" idx="1"/>
          </p:nvPr>
        </p:nvSpPr>
        <p:spPr>
          <a:xfrm>
            <a:off x="472381" y="2743200"/>
            <a:ext cx="2211884" cy="5082117"/>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750"/>
              </a:spcBef>
              <a:spcAft>
                <a:spcPts val="0"/>
              </a:spcAft>
              <a:buClr>
                <a:schemeClr val="dk1"/>
              </a:buClr>
              <a:buSzPts val="1200"/>
              <a:buNone/>
              <a:defRPr sz="1200"/>
            </a:lvl1pPr>
            <a:lvl2pPr marL="914400" lvl="1" indent="-228600" algn="l">
              <a:lnSpc>
                <a:spcPct val="90000"/>
              </a:lnSpc>
              <a:spcBef>
                <a:spcPts val="375"/>
              </a:spcBef>
              <a:spcAft>
                <a:spcPts val="0"/>
              </a:spcAft>
              <a:buClr>
                <a:schemeClr val="dk1"/>
              </a:buClr>
              <a:buSzPts val="1050"/>
              <a:buNone/>
              <a:defRPr sz="1050"/>
            </a:lvl2pPr>
            <a:lvl3pPr marL="1371600" lvl="2" indent="-228600" algn="l">
              <a:lnSpc>
                <a:spcPct val="90000"/>
              </a:lnSpc>
              <a:spcBef>
                <a:spcPts val="375"/>
              </a:spcBef>
              <a:spcAft>
                <a:spcPts val="0"/>
              </a:spcAft>
              <a:buClr>
                <a:schemeClr val="dk1"/>
              </a:buClr>
              <a:buSzPts val="900"/>
              <a:buNone/>
              <a:defRPr sz="900"/>
            </a:lvl3pPr>
            <a:lvl4pPr marL="1828800" lvl="3" indent="-228600" algn="l">
              <a:lnSpc>
                <a:spcPct val="90000"/>
              </a:lnSpc>
              <a:spcBef>
                <a:spcPts val="375"/>
              </a:spcBef>
              <a:spcAft>
                <a:spcPts val="0"/>
              </a:spcAft>
              <a:buClr>
                <a:schemeClr val="dk1"/>
              </a:buClr>
              <a:buSzPts val="750"/>
              <a:buNone/>
              <a:defRPr sz="750"/>
            </a:lvl4pPr>
            <a:lvl5pPr marL="2286000" lvl="4" indent="-228600" algn="l">
              <a:lnSpc>
                <a:spcPct val="90000"/>
              </a:lnSpc>
              <a:spcBef>
                <a:spcPts val="375"/>
              </a:spcBef>
              <a:spcAft>
                <a:spcPts val="0"/>
              </a:spcAft>
              <a:buClr>
                <a:schemeClr val="dk1"/>
              </a:buClr>
              <a:buSzPts val="750"/>
              <a:buNone/>
              <a:defRPr sz="750"/>
            </a:lvl5pPr>
            <a:lvl6pPr marL="2743200" lvl="5" indent="-228600" algn="l">
              <a:lnSpc>
                <a:spcPct val="90000"/>
              </a:lnSpc>
              <a:spcBef>
                <a:spcPts val="375"/>
              </a:spcBef>
              <a:spcAft>
                <a:spcPts val="0"/>
              </a:spcAft>
              <a:buClr>
                <a:schemeClr val="dk1"/>
              </a:buClr>
              <a:buSzPts val="750"/>
              <a:buNone/>
              <a:defRPr sz="750"/>
            </a:lvl6pPr>
            <a:lvl7pPr marL="3200400" lvl="6" indent="-228600" algn="l">
              <a:lnSpc>
                <a:spcPct val="90000"/>
              </a:lnSpc>
              <a:spcBef>
                <a:spcPts val="375"/>
              </a:spcBef>
              <a:spcAft>
                <a:spcPts val="0"/>
              </a:spcAft>
              <a:buClr>
                <a:schemeClr val="dk1"/>
              </a:buClr>
              <a:buSzPts val="750"/>
              <a:buNone/>
              <a:defRPr sz="750"/>
            </a:lvl7pPr>
            <a:lvl8pPr marL="3657600" lvl="7" indent="-228600" algn="l">
              <a:lnSpc>
                <a:spcPct val="90000"/>
              </a:lnSpc>
              <a:spcBef>
                <a:spcPts val="375"/>
              </a:spcBef>
              <a:spcAft>
                <a:spcPts val="0"/>
              </a:spcAft>
              <a:buClr>
                <a:schemeClr val="dk1"/>
              </a:buClr>
              <a:buSzPts val="750"/>
              <a:buNone/>
              <a:defRPr sz="750"/>
            </a:lvl8pPr>
            <a:lvl9pPr marL="4114800" lvl="8" indent="-228600" algn="l">
              <a:lnSpc>
                <a:spcPct val="90000"/>
              </a:lnSpc>
              <a:spcBef>
                <a:spcPts val="375"/>
              </a:spcBef>
              <a:spcAft>
                <a:spcPts val="0"/>
              </a:spcAft>
              <a:buClr>
                <a:schemeClr val="dk1"/>
              </a:buClr>
              <a:buSzPts val="750"/>
              <a:buNone/>
              <a:defRPr sz="750"/>
            </a:lvl9pPr>
          </a:lstStyle>
          <a:p>
            <a:endParaRPr/>
          </a:p>
        </p:txBody>
      </p:sp>
      <p:sp>
        <p:nvSpPr>
          <p:cNvPr id="65" name="Google Shape;65;p10"/>
          <p:cNvSpPr txBox="1">
            <a:spLocks noGrp="1"/>
          </p:cNvSpPr>
          <p:nvPr>
            <p:ph type="dt" idx="10"/>
          </p:nvPr>
        </p:nvSpPr>
        <p:spPr>
          <a:xfrm>
            <a:off x="471488" y="8475136"/>
            <a:ext cx="1543050" cy="486833"/>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66" name="Google Shape;66;p10"/>
          <p:cNvSpPr txBox="1">
            <a:spLocks noGrp="1"/>
          </p:cNvSpPr>
          <p:nvPr>
            <p:ph type="ftr" idx="11"/>
          </p:nvPr>
        </p:nvSpPr>
        <p:spPr>
          <a:xfrm>
            <a:off x="2271713" y="8475136"/>
            <a:ext cx="2314575" cy="486833"/>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67" name="Google Shape;67;p10"/>
          <p:cNvSpPr txBox="1">
            <a:spLocks noGrp="1"/>
          </p:cNvSpPr>
          <p:nvPr>
            <p:ph type="sldNum" idx="12"/>
          </p:nvPr>
        </p:nvSpPr>
        <p:spPr>
          <a:xfrm>
            <a:off x="4843463" y="8475136"/>
            <a:ext cx="1543050" cy="486833"/>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タイトルと縦書きテキスト" type="vertTx">
  <p:cSld name="VERTICAL_TEXT">
    <p:spTree>
      <p:nvGrpSpPr>
        <p:cNvPr id="1" name="Shape 68"/>
        <p:cNvGrpSpPr/>
        <p:nvPr/>
      </p:nvGrpSpPr>
      <p:grpSpPr>
        <a:xfrm>
          <a:off x="0" y="0"/>
          <a:ext cx="0" cy="0"/>
          <a:chOff x="0" y="0"/>
          <a:chExt cx="0" cy="0"/>
        </a:xfrm>
      </p:grpSpPr>
      <p:sp>
        <p:nvSpPr>
          <p:cNvPr id="69" name="Google Shape;69;p11"/>
          <p:cNvSpPr txBox="1">
            <a:spLocks noGrp="1"/>
          </p:cNvSpPr>
          <p:nvPr>
            <p:ph type="title"/>
          </p:nvPr>
        </p:nvSpPr>
        <p:spPr>
          <a:xfrm>
            <a:off x="471488" y="486836"/>
            <a:ext cx="5915025" cy="1767417"/>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70" name="Google Shape;70;p11"/>
          <p:cNvSpPr txBox="1">
            <a:spLocks noGrp="1"/>
          </p:cNvSpPr>
          <p:nvPr>
            <p:ph type="body" idx="1"/>
          </p:nvPr>
        </p:nvSpPr>
        <p:spPr>
          <a:xfrm rot="5400000">
            <a:off x="528108" y="2377546"/>
            <a:ext cx="5801784" cy="5915025"/>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750"/>
              </a:spcBef>
              <a:spcAft>
                <a:spcPts val="0"/>
              </a:spcAft>
              <a:buClr>
                <a:schemeClr val="dk1"/>
              </a:buClr>
              <a:buSzPts val="1800"/>
              <a:buChar char="•"/>
              <a:defRPr/>
            </a:lvl1pPr>
            <a:lvl2pPr marL="914400" lvl="1" indent="-342900" algn="l">
              <a:lnSpc>
                <a:spcPct val="90000"/>
              </a:lnSpc>
              <a:spcBef>
                <a:spcPts val="375"/>
              </a:spcBef>
              <a:spcAft>
                <a:spcPts val="0"/>
              </a:spcAft>
              <a:buClr>
                <a:schemeClr val="dk1"/>
              </a:buClr>
              <a:buSzPts val="1800"/>
              <a:buChar char="•"/>
              <a:defRPr/>
            </a:lvl2pPr>
            <a:lvl3pPr marL="1371600" lvl="2" indent="-342900" algn="l">
              <a:lnSpc>
                <a:spcPct val="90000"/>
              </a:lnSpc>
              <a:spcBef>
                <a:spcPts val="375"/>
              </a:spcBef>
              <a:spcAft>
                <a:spcPts val="0"/>
              </a:spcAft>
              <a:buClr>
                <a:schemeClr val="dk1"/>
              </a:buClr>
              <a:buSzPts val="1800"/>
              <a:buChar char="•"/>
              <a:defRPr/>
            </a:lvl3pPr>
            <a:lvl4pPr marL="1828800" lvl="3" indent="-342900" algn="l">
              <a:lnSpc>
                <a:spcPct val="90000"/>
              </a:lnSpc>
              <a:spcBef>
                <a:spcPts val="375"/>
              </a:spcBef>
              <a:spcAft>
                <a:spcPts val="0"/>
              </a:spcAft>
              <a:buClr>
                <a:schemeClr val="dk1"/>
              </a:buClr>
              <a:buSzPts val="1800"/>
              <a:buChar char="•"/>
              <a:defRPr/>
            </a:lvl4pPr>
            <a:lvl5pPr marL="2286000" lvl="4" indent="-342900" algn="l">
              <a:lnSpc>
                <a:spcPct val="90000"/>
              </a:lnSpc>
              <a:spcBef>
                <a:spcPts val="375"/>
              </a:spcBef>
              <a:spcAft>
                <a:spcPts val="0"/>
              </a:spcAft>
              <a:buClr>
                <a:schemeClr val="dk1"/>
              </a:buClr>
              <a:buSzPts val="1800"/>
              <a:buChar char="•"/>
              <a:defRPr/>
            </a:lvl5pPr>
            <a:lvl6pPr marL="2743200" lvl="5" indent="-342900" algn="l">
              <a:lnSpc>
                <a:spcPct val="90000"/>
              </a:lnSpc>
              <a:spcBef>
                <a:spcPts val="375"/>
              </a:spcBef>
              <a:spcAft>
                <a:spcPts val="0"/>
              </a:spcAft>
              <a:buClr>
                <a:schemeClr val="dk1"/>
              </a:buClr>
              <a:buSzPts val="1800"/>
              <a:buChar char="•"/>
              <a:defRPr/>
            </a:lvl6pPr>
            <a:lvl7pPr marL="3200400" lvl="6" indent="-342900" algn="l">
              <a:lnSpc>
                <a:spcPct val="90000"/>
              </a:lnSpc>
              <a:spcBef>
                <a:spcPts val="375"/>
              </a:spcBef>
              <a:spcAft>
                <a:spcPts val="0"/>
              </a:spcAft>
              <a:buClr>
                <a:schemeClr val="dk1"/>
              </a:buClr>
              <a:buSzPts val="1800"/>
              <a:buChar char="•"/>
              <a:defRPr/>
            </a:lvl7pPr>
            <a:lvl8pPr marL="3657600" lvl="7" indent="-342900" algn="l">
              <a:lnSpc>
                <a:spcPct val="90000"/>
              </a:lnSpc>
              <a:spcBef>
                <a:spcPts val="375"/>
              </a:spcBef>
              <a:spcAft>
                <a:spcPts val="0"/>
              </a:spcAft>
              <a:buClr>
                <a:schemeClr val="dk1"/>
              </a:buClr>
              <a:buSzPts val="1800"/>
              <a:buChar char="•"/>
              <a:defRPr/>
            </a:lvl8pPr>
            <a:lvl9pPr marL="4114800" lvl="8" indent="-342900" algn="l">
              <a:lnSpc>
                <a:spcPct val="90000"/>
              </a:lnSpc>
              <a:spcBef>
                <a:spcPts val="375"/>
              </a:spcBef>
              <a:spcAft>
                <a:spcPts val="0"/>
              </a:spcAft>
              <a:buClr>
                <a:schemeClr val="dk1"/>
              </a:buClr>
              <a:buSzPts val="1800"/>
              <a:buChar char="•"/>
              <a:defRPr/>
            </a:lvl9pPr>
          </a:lstStyle>
          <a:p>
            <a:endParaRPr/>
          </a:p>
        </p:txBody>
      </p:sp>
      <p:sp>
        <p:nvSpPr>
          <p:cNvPr id="71" name="Google Shape;71;p11"/>
          <p:cNvSpPr txBox="1">
            <a:spLocks noGrp="1"/>
          </p:cNvSpPr>
          <p:nvPr>
            <p:ph type="dt" idx="10"/>
          </p:nvPr>
        </p:nvSpPr>
        <p:spPr>
          <a:xfrm>
            <a:off x="471488" y="8475136"/>
            <a:ext cx="1543050" cy="486833"/>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2" name="Google Shape;72;p11"/>
          <p:cNvSpPr txBox="1">
            <a:spLocks noGrp="1"/>
          </p:cNvSpPr>
          <p:nvPr>
            <p:ph type="ftr" idx="11"/>
          </p:nvPr>
        </p:nvSpPr>
        <p:spPr>
          <a:xfrm>
            <a:off x="2271713" y="8475136"/>
            <a:ext cx="2314575" cy="486833"/>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3" name="Google Shape;73;p11"/>
          <p:cNvSpPr txBox="1">
            <a:spLocks noGrp="1"/>
          </p:cNvSpPr>
          <p:nvPr>
            <p:ph type="sldNum" idx="12"/>
          </p:nvPr>
        </p:nvSpPr>
        <p:spPr>
          <a:xfrm>
            <a:off x="4843463" y="8475136"/>
            <a:ext cx="1543050" cy="486833"/>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縦書きタイトルと&#10;縦書きテキスト" type="vertTitleAndTx">
  <p:cSld name="VERTICAL_TITLE_AND_VERTICAL_TEXT">
    <p:spTree>
      <p:nvGrpSpPr>
        <p:cNvPr id="1" name="Shape 74"/>
        <p:cNvGrpSpPr/>
        <p:nvPr/>
      </p:nvGrpSpPr>
      <p:grpSpPr>
        <a:xfrm>
          <a:off x="0" y="0"/>
          <a:ext cx="0" cy="0"/>
          <a:chOff x="0" y="0"/>
          <a:chExt cx="0" cy="0"/>
        </a:xfrm>
      </p:grpSpPr>
      <p:sp>
        <p:nvSpPr>
          <p:cNvPr id="75" name="Google Shape;75;p12"/>
          <p:cNvSpPr txBox="1">
            <a:spLocks noGrp="1"/>
          </p:cNvSpPr>
          <p:nvPr>
            <p:ph type="title"/>
          </p:nvPr>
        </p:nvSpPr>
        <p:spPr>
          <a:xfrm rot="5400000">
            <a:off x="1772577" y="3622015"/>
            <a:ext cx="7749117" cy="1478756"/>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76" name="Google Shape;76;p12"/>
          <p:cNvSpPr txBox="1">
            <a:spLocks noGrp="1"/>
          </p:cNvSpPr>
          <p:nvPr>
            <p:ph type="body" idx="1"/>
          </p:nvPr>
        </p:nvSpPr>
        <p:spPr>
          <a:xfrm rot="5400000">
            <a:off x="-1227798" y="2186121"/>
            <a:ext cx="7749117" cy="4350544"/>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750"/>
              </a:spcBef>
              <a:spcAft>
                <a:spcPts val="0"/>
              </a:spcAft>
              <a:buClr>
                <a:schemeClr val="dk1"/>
              </a:buClr>
              <a:buSzPts val="1800"/>
              <a:buChar char="•"/>
              <a:defRPr/>
            </a:lvl1pPr>
            <a:lvl2pPr marL="914400" lvl="1" indent="-342900" algn="l">
              <a:lnSpc>
                <a:spcPct val="90000"/>
              </a:lnSpc>
              <a:spcBef>
                <a:spcPts val="375"/>
              </a:spcBef>
              <a:spcAft>
                <a:spcPts val="0"/>
              </a:spcAft>
              <a:buClr>
                <a:schemeClr val="dk1"/>
              </a:buClr>
              <a:buSzPts val="1800"/>
              <a:buChar char="•"/>
              <a:defRPr/>
            </a:lvl2pPr>
            <a:lvl3pPr marL="1371600" lvl="2" indent="-342900" algn="l">
              <a:lnSpc>
                <a:spcPct val="90000"/>
              </a:lnSpc>
              <a:spcBef>
                <a:spcPts val="375"/>
              </a:spcBef>
              <a:spcAft>
                <a:spcPts val="0"/>
              </a:spcAft>
              <a:buClr>
                <a:schemeClr val="dk1"/>
              </a:buClr>
              <a:buSzPts val="1800"/>
              <a:buChar char="•"/>
              <a:defRPr/>
            </a:lvl3pPr>
            <a:lvl4pPr marL="1828800" lvl="3" indent="-342900" algn="l">
              <a:lnSpc>
                <a:spcPct val="90000"/>
              </a:lnSpc>
              <a:spcBef>
                <a:spcPts val="375"/>
              </a:spcBef>
              <a:spcAft>
                <a:spcPts val="0"/>
              </a:spcAft>
              <a:buClr>
                <a:schemeClr val="dk1"/>
              </a:buClr>
              <a:buSzPts val="1800"/>
              <a:buChar char="•"/>
              <a:defRPr/>
            </a:lvl4pPr>
            <a:lvl5pPr marL="2286000" lvl="4" indent="-342900" algn="l">
              <a:lnSpc>
                <a:spcPct val="90000"/>
              </a:lnSpc>
              <a:spcBef>
                <a:spcPts val="375"/>
              </a:spcBef>
              <a:spcAft>
                <a:spcPts val="0"/>
              </a:spcAft>
              <a:buClr>
                <a:schemeClr val="dk1"/>
              </a:buClr>
              <a:buSzPts val="1800"/>
              <a:buChar char="•"/>
              <a:defRPr/>
            </a:lvl5pPr>
            <a:lvl6pPr marL="2743200" lvl="5" indent="-342900" algn="l">
              <a:lnSpc>
                <a:spcPct val="90000"/>
              </a:lnSpc>
              <a:spcBef>
                <a:spcPts val="375"/>
              </a:spcBef>
              <a:spcAft>
                <a:spcPts val="0"/>
              </a:spcAft>
              <a:buClr>
                <a:schemeClr val="dk1"/>
              </a:buClr>
              <a:buSzPts val="1800"/>
              <a:buChar char="•"/>
              <a:defRPr/>
            </a:lvl6pPr>
            <a:lvl7pPr marL="3200400" lvl="6" indent="-342900" algn="l">
              <a:lnSpc>
                <a:spcPct val="90000"/>
              </a:lnSpc>
              <a:spcBef>
                <a:spcPts val="375"/>
              </a:spcBef>
              <a:spcAft>
                <a:spcPts val="0"/>
              </a:spcAft>
              <a:buClr>
                <a:schemeClr val="dk1"/>
              </a:buClr>
              <a:buSzPts val="1800"/>
              <a:buChar char="•"/>
              <a:defRPr/>
            </a:lvl7pPr>
            <a:lvl8pPr marL="3657600" lvl="7" indent="-342900" algn="l">
              <a:lnSpc>
                <a:spcPct val="90000"/>
              </a:lnSpc>
              <a:spcBef>
                <a:spcPts val="375"/>
              </a:spcBef>
              <a:spcAft>
                <a:spcPts val="0"/>
              </a:spcAft>
              <a:buClr>
                <a:schemeClr val="dk1"/>
              </a:buClr>
              <a:buSzPts val="1800"/>
              <a:buChar char="•"/>
              <a:defRPr/>
            </a:lvl8pPr>
            <a:lvl9pPr marL="4114800" lvl="8" indent="-342900" algn="l">
              <a:lnSpc>
                <a:spcPct val="90000"/>
              </a:lnSpc>
              <a:spcBef>
                <a:spcPts val="375"/>
              </a:spcBef>
              <a:spcAft>
                <a:spcPts val="0"/>
              </a:spcAft>
              <a:buClr>
                <a:schemeClr val="dk1"/>
              </a:buClr>
              <a:buSzPts val="1800"/>
              <a:buChar char="•"/>
              <a:defRPr/>
            </a:lvl9pPr>
          </a:lstStyle>
          <a:p>
            <a:endParaRPr/>
          </a:p>
        </p:txBody>
      </p:sp>
      <p:sp>
        <p:nvSpPr>
          <p:cNvPr id="77" name="Google Shape;77;p12"/>
          <p:cNvSpPr txBox="1">
            <a:spLocks noGrp="1"/>
          </p:cNvSpPr>
          <p:nvPr>
            <p:ph type="dt" idx="10"/>
          </p:nvPr>
        </p:nvSpPr>
        <p:spPr>
          <a:xfrm>
            <a:off x="471488" y="8475136"/>
            <a:ext cx="1543050" cy="486833"/>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8" name="Google Shape;78;p12"/>
          <p:cNvSpPr txBox="1">
            <a:spLocks noGrp="1"/>
          </p:cNvSpPr>
          <p:nvPr>
            <p:ph type="ftr" idx="11"/>
          </p:nvPr>
        </p:nvSpPr>
        <p:spPr>
          <a:xfrm>
            <a:off x="2271713" y="8475136"/>
            <a:ext cx="2314575" cy="486833"/>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9" name="Google Shape;79;p12"/>
          <p:cNvSpPr txBox="1">
            <a:spLocks noGrp="1"/>
          </p:cNvSpPr>
          <p:nvPr>
            <p:ph type="sldNum" idx="12"/>
          </p:nvPr>
        </p:nvSpPr>
        <p:spPr>
          <a:xfrm>
            <a:off x="4843463" y="8475136"/>
            <a:ext cx="1543050" cy="486833"/>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471488" y="486836"/>
            <a:ext cx="5915025" cy="1767417"/>
          </a:xfrm>
          <a:prstGeom prst="rect">
            <a:avLst/>
          </a:prstGeom>
          <a:noFill/>
          <a:ln>
            <a:noFill/>
          </a:ln>
        </p:spPr>
        <p:txBody>
          <a:bodyPr spcFirstLastPara="1" wrap="square" lIns="91425" tIns="45700" rIns="91425" bIns="45700" anchor="ctr" anchorCtr="0">
            <a:normAutofit/>
          </a:bodyPr>
          <a:lstStyle>
            <a:lvl1pPr marR="0" lvl="0" algn="l" rtl="0">
              <a:lnSpc>
                <a:spcPct val="90000"/>
              </a:lnSpc>
              <a:spcBef>
                <a:spcPts val="0"/>
              </a:spcBef>
              <a:spcAft>
                <a:spcPts val="0"/>
              </a:spcAft>
              <a:buClr>
                <a:schemeClr val="dk1"/>
              </a:buClr>
              <a:buSzPts val="3300"/>
              <a:buFont typeface="Play"/>
              <a:buNone/>
              <a:defRPr sz="3300" b="0" i="0" u="none" strike="noStrike" cap="none">
                <a:solidFill>
                  <a:schemeClr val="dk1"/>
                </a:solidFill>
                <a:latin typeface="Play"/>
                <a:ea typeface="Play"/>
                <a:cs typeface="Play"/>
                <a:sym typeface="Pla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7" name="Google Shape;7;p1"/>
          <p:cNvSpPr txBox="1">
            <a:spLocks noGrp="1"/>
          </p:cNvSpPr>
          <p:nvPr>
            <p:ph type="body" idx="1"/>
          </p:nvPr>
        </p:nvSpPr>
        <p:spPr>
          <a:xfrm>
            <a:off x="471488" y="2434167"/>
            <a:ext cx="5915025" cy="5801784"/>
          </a:xfrm>
          <a:prstGeom prst="rect">
            <a:avLst/>
          </a:prstGeom>
          <a:noFill/>
          <a:ln>
            <a:noFill/>
          </a:ln>
        </p:spPr>
        <p:txBody>
          <a:bodyPr spcFirstLastPara="1" wrap="square" lIns="91425" tIns="45700" rIns="91425" bIns="45700" anchor="t" anchorCtr="0">
            <a:normAutofit/>
          </a:bodyPr>
          <a:lstStyle>
            <a:lvl1pPr marL="457200" marR="0" lvl="0" indent="-361950" algn="l" rtl="0">
              <a:lnSpc>
                <a:spcPct val="90000"/>
              </a:lnSpc>
              <a:spcBef>
                <a:spcPts val="750"/>
              </a:spcBef>
              <a:spcAft>
                <a:spcPts val="0"/>
              </a:spcAft>
              <a:buClr>
                <a:schemeClr val="dk1"/>
              </a:buClr>
              <a:buSzPts val="2100"/>
              <a:buFont typeface="Arial"/>
              <a:buChar char="•"/>
              <a:defRPr sz="2100" b="0" i="0" u="none" strike="noStrike" cap="none">
                <a:solidFill>
                  <a:schemeClr val="dk1"/>
                </a:solidFill>
                <a:latin typeface="Arial"/>
                <a:ea typeface="Arial"/>
                <a:cs typeface="Arial"/>
                <a:sym typeface="Arial"/>
              </a:defRPr>
            </a:lvl1pPr>
            <a:lvl2pPr marL="914400" marR="0" lvl="1" indent="-342900" algn="l" rtl="0">
              <a:lnSpc>
                <a:spcPct val="90000"/>
              </a:lnSpc>
              <a:spcBef>
                <a:spcPts val="375"/>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2pPr>
            <a:lvl3pPr marL="1371600" marR="0" lvl="2" indent="-323850" algn="l" rtl="0">
              <a:lnSpc>
                <a:spcPct val="90000"/>
              </a:lnSpc>
              <a:spcBef>
                <a:spcPts val="375"/>
              </a:spcBef>
              <a:spcAft>
                <a:spcPts val="0"/>
              </a:spcAft>
              <a:buClr>
                <a:schemeClr val="dk1"/>
              </a:buClr>
              <a:buSzPts val="1500"/>
              <a:buFont typeface="Arial"/>
              <a:buChar char="•"/>
              <a:defRPr sz="1500" b="0" i="0" u="none" strike="noStrike" cap="none">
                <a:solidFill>
                  <a:schemeClr val="dk1"/>
                </a:solidFill>
                <a:latin typeface="Arial"/>
                <a:ea typeface="Arial"/>
                <a:cs typeface="Arial"/>
                <a:sym typeface="Arial"/>
              </a:defRPr>
            </a:lvl3pPr>
            <a:lvl4pPr marL="1828800" marR="0" lvl="3" indent="-314325" algn="l" rtl="0">
              <a:lnSpc>
                <a:spcPct val="90000"/>
              </a:lnSpc>
              <a:spcBef>
                <a:spcPts val="375"/>
              </a:spcBef>
              <a:spcAft>
                <a:spcPts val="0"/>
              </a:spcAft>
              <a:buClr>
                <a:schemeClr val="dk1"/>
              </a:buClr>
              <a:buSzPts val="1350"/>
              <a:buFont typeface="Arial"/>
              <a:buChar char="•"/>
              <a:defRPr sz="1350" b="0" i="0" u="none" strike="noStrike" cap="none">
                <a:solidFill>
                  <a:schemeClr val="dk1"/>
                </a:solidFill>
                <a:latin typeface="Arial"/>
                <a:ea typeface="Arial"/>
                <a:cs typeface="Arial"/>
                <a:sym typeface="Arial"/>
              </a:defRPr>
            </a:lvl4pPr>
            <a:lvl5pPr marL="2286000" marR="0" lvl="4" indent="-314325" algn="l" rtl="0">
              <a:lnSpc>
                <a:spcPct val="90000"/>
              </a:lnSpc>
              <a:spcBef>
                <a:spcPts val="375"/>
              </a:spcBef>
              <a:spcAft>
                <a:spcPts val="0"/>
              </a:spcAft>
              <a:buClr>
                <a:schemeClr val="dk1"/>
              </a:buClr>
              <a:buSzPts val="1350"/>
              <a:buFont typeface="Arial"/>
              <a:buChar char="•"/>
              <a:defRPr sz="1350" b="0" i="0" u="none" strike="noStrike" cap="none">
                <a:solidFill>
                  <a:schemeClr val="dk1"/>
                </a:solidFill>
                <a:latin typeface="Arial"/>
                <a:ea typeface="Arial"/>
                <a:cs typeface="Arial"/>
                <a:sym typeface="Arial"/>
              </a:defRPr>
            </a:lvl5pPr>
            <a:lvl6pPr marL="2743200" marR="0" lvl="5" indent="-314325" algn="l" rtl="0">
              <a:lnSpc>
                <a:spcPct val="90000"/>
              </a:lnSpc>
              <a:spcBef>
                <a:spcPts val="375"/>
              </a:spcBef>
              <a:spcAft>
                <a:spcPts val="0"/>
              </a:spcAft>
              <a:buClr>
                <a:schemeClr val="dk1"/>
              </a:buClr>
              <a:buSzPts val="1350"/>
              <a:buFont typeface="Arial"/>
              <a:buChar char="•"/>
              <a:defRPr sz="1350" b="0" i="0" u="none" strike="noStrike" cap="none">
                <a:solidFill>
                  <a:schemeClr val="dk1"/>
                </a:solidFill>
                <a:latin typeface="Arial"/>
                <a:ea typeface="Arial"/>
                <a:cs typeface="Arial"/>
                <a:sym typeface="Arial"/>
              </a:defRPr>
            </a:lvl6pPr>
            <a:lvl7pPr marL="3200400" marR="0" lvl="6" indent="-314325" algn="l" rtl="0">
              <a:lnSpc>
                <a:spcPct val="90000"/>
              </a:lnSpc>
              <a:spcBef>
                <a:spcPts val="375"/>
              </a:spcBef>
              <a:spcAft>
                <a:spcPts val="0"/>
              </a:spcAft>
              <a:buClr>
                <a:schemeClr val="dk1"/>
              </a:buClr>
              <a:buSzPts val="1350"/>
              <a:buFont typeface="Arial"/>
              <a:buChar char="•"/>
              <a:defRPr sz="1350" b="0" i="0" u="none" strike="noStrike" cap="none">
                <a:solidFill>
                  <a:schemeClr val="dk1"/>
                </a:solidFill>
                <a:latin typeface="Arial"/>
                <a:ea typeface="Arial"/>
                <a:cs typeface="Arial"/>
                <a:sym typeface="Arial"/>
              </a:defRPr>
            </a:lvl7pPr>
            <a:lvl8pPr marL="3657600" marR="0" lvl="7" indent="-314325" algn="l" rtl="0">
              <a:lnSpc>
                <a:spcPct val="90000"/>
              </a:lnSpc>
              <a:spcBef>
                <a:spcPts val="375"/>
              </a:spcBef>
              <a:spcAft>
                <a:spcPts val="0"/>
              </a:spcAft>
              <a:buClr>
                <a:schemeClr val="dk1"/>
              </a:buClr>
              <a:buSzPts val="1350"/>
              <a:buFont typeface="Arial"/>
              <a:buChar char="•"/>
              <a:defRPr sz="1350" b="0" i="0" u="none" strike="noStrike" cap="none">
                <a:solidFill>
                  <a:schemeClr val="dk1"/>
                </a:solidFill>
                <a:latin typeface="Arial"/>
                <a:ea typeface="Arial"/>
                <a:cs typeface="Arial"/>
                <a:sym typeface="Arial"/>
              </a:defRPr>
            </a:lvl8pPr>
            <a:lvl9pPr marL="4114800" marR="0" lvl="8" indent="-314325" algn="l" rtl="0">
              <a:lnSpc>
                <a:spcPct val="90000"/>
              </a:lnSpc>
              <a:spcBef>
                <a:spcPts val="375"/>
              </a:spcBef>
              <a:spcAft>
                <a:spcPts val="0"/>
              </a:spcAft>
              <a:buClr>
                <a:schemeClr val="dk1"/>
              </a:buClr>
              <a:buSzPts val="1350"/>
              <a:buFont typeface="Arial"/>
              <a:buChar char="•"/>
              <a:defRPr sz="1350" b="0" i="0" u="none" strike="noStrike" cap="none">
                <a:solidFill>
                  <a:schemeClr val="dk1"/>
                </a:solidFill>
                <a:latin typeface="Arial"/>
                <a:ea typeface="Arial"/>
                <a:cs typeface="Arial"/>
                <a:sym typeface="Arial"/>
              </a:defRPr>
            </a:lvl9pPr>
          </a:lstStyle>
          <a:p>
            <a:endParaRPr/>
          </a:p>
        </p:txBody>
      </p:sp>
      <p:sp>
        <p:nvSpPr>
          <p:cNvPr id="8" name="Google Shape;8;p1"/>
          <p:cNvSpPr txBox="1">
            <a:spLocks noGrp="1"/>
          </p:cNvSpPr>
          <p:nvPr>
            <p:ph type="dt" idx="10"/>
          </p:nvPr>
        </p:nvSpPr>
        <p:spPr>
          <a:xfrm>
            <a:off x="471488" y="8475136"/>
            <a:ext cx="1543050" cy="486833"/>
          </a:xfrm>
          <a:prstGeom prst="rect">
            <a:avLst/>
          </a:prstGeom>
          <a:noFill/>
          <a:ln>
            <a:noFill/>
          </a:ln>
        </p:spPr>
        <p:txBody>
          <a:bodyPr spcFirstLastPara="1" wrap="square" lIns="91425" tIns="45700" rIns="91425" bIns="45700" anchor="ctr" anchorCtr="0">
            <a:noAutofit/>
          </a:bodyPr>
          <a:lstStyle>
            <a:lvl1pPr marR="0" lvl="0" algn="l" rtl="0">
              <a:spcBef>
                <a:spcPts val="0"/>
              </a:spcBef>
              <a:spcAft>
                <a:spcPts val="0"/>
              </a:spcAft>
              <a:buSzPts val="1400"/>
              <a:buNone/>
              <a:defRPr sz="900" b="0" i="0" u="none" strike="noStrike" cap="none">
                <a:solidFill>
                  <a:srgbClr val="757575"/>
                </a:solidFill>
                <a:latin typeface="Arial"/>
                <a:ea typeface="Arial"/>
                <a:cs typeface="Arial"/>
                <a:sym typeface="Arial"/>
              </a:defRPr>
            </a:lvl1pPr>
            <a:lvl2pPr marR="0" lvl="1" algn="l" rtl="0">
              <a:spcBef>
                <a:spcPts val="0"/>
              </a:spcBef>
              <a:spcAft>
                <a:spcPts val="0"/>
              </a:spcAft>
              <a:buSzPts val="1400"/>
              <a:buNone/>
              <a:defRPr sz="1800" b="0" i="0" u="none" strike="noStrike" cap="none">
                <a:solidFill>
                  <a:schemeClr val="dk1"/>
                </a:solidFill>
                <a:latin typeface="Arial"/>
                <a:ea typeface="Arial"/>
                <a:cs typeface="Arial"/>
                <a:sym typeface="Arial"/>
              </a:defRPr>
            </a:lvl2pPr>
            <a:lvl3pPr marR="0" lvl="2" algn="l" rtl="0">
              <a:spcBef>
                <a:spcPts val="0"/>
              </a:spcBef>
              <a:spcAft>
                <a:spcPts val="0"/>
              </a:spcAft>
              <a:buSzPts val="1400"/>
              <a:buNone/>
              <a:defRPr sz="1800" b="0" i="0" u="none" strike="noStrike" cap="none">
                <a:solidFill>
                  <a:schemeClr val="dk1"/>
                </a:solidFill>
                <a:latin typeface="Arial"/>
                <a:ea typeface="Arial"/>
                <a:cs typeface="Arial"/>
                <a:sym typeface="Arial"/>
              </a:defRPr>
            </a:lvl3pPr>
            <a:lvl4pPr marR="0" lvl="3" algn="l" rtl="0">
              <a:spcBef>
                <a:spcPts val="0"/>
              </a:spcBef>
              <a:spcAft>
                <a:spcPts val="0"/>
              </a:spcAft>
              <a:buSzPts val="1400"/>
              <a:buNone/>
              <a:defRPr sz="1800" b="0" i="0" u="none" strike="noStrike" cap="none">
                <a:solidFill>
                  <a:schemeClr val="dk1"/>
                </a:solidFill>
                <a:latin typeface="Arial"/>
                <a:ea typeface="Arial"/>
                <a:cs typeface="Arial"/>
                <a:sym typeface="Arial"/>
              </a:defRPr>
            </a:lvl4pPr>
            <a:lvl5pPr marR="0" lvl="4" algn="l" rtl="0">
              <a:spcBef>
                <a:spcPts val="0"/>
              </a:spcBef>
              <a:spcAft>
                <a:spcPts val="0"/>
              </a:spcAft>
              <a:buSzPts val="1400"/>
              <a:buNone/>
              <a:defRPr sz="1800" b="0" i="0" u="none" strike="noStrike" cap="none">
                <a:solidFill>
                  <a:schemeClr val="dk1"/>
                </a:solidFill>
                <a:latin typeface="Arial"/>
                <a:ea typeface="Arial"/>
                <a:cs typeface="Arial"/>
                <a:sym typeface="Arial"/>
              </a:defRPr>
            </a:lvl5pPr>
            <a:lvl6pPr marR="0" lvl="5" algn="l" rtl="0">
              <a:spcBef>
                <a:spcPts val="0"/>
              </a:spcBef>
              <a:spcAft>
                <a:spcPts val="0"/>
              </a:spcAft>
              <a:buSzPts val="1400"/>
              <a:buNone/>
              <a:defRPr sz="1800" b="0" i="0" u="none" strike="noStrike" cap="none">
                <a:solidFill>
                  <a:schemeClr val="dk1"/>
                </a:solidFill>
                <a:latin typeface="Arial"/>
                <a:ea typeface="Arial"/>
                <a:cs typeface="Arial"/>
                <a:sym typeface="Arial"/>
              </a:defRPr>
            </a:lvl6pPr>
            <a:lvl7pPr marR="0" lvl="6" algn="l" rtl="0">
              <a:spcBef>
                <a:spcPts val="0"/>
              </a:spcBef>
              <a:spcAft>
                <a:spcPts val="0"/>
              </a:spcAft>
              <a:buSzPts val="1400"/>
              <a:buNone/>
              <a:defRPr sz="1800" b="0" i="0" u="none" strike="noStrike" cap="none">
                <a:solidFill>
                  <a:schemeClr val="dk1"/>
                </a:solidFill>
                <a:latin typeface="Arial"/>
                <a:ea typeface="Arial"/>
                <a:cs typeface="Arial"/>
                <a:sym typeface="Arial"/>
              </a:defRPr>
            </a:lvl7pPr>
            <a:lvl8pPr marR="0" lvl="7" algn="l" rtl="0">
              <a:spcBef>
                <a:spcPts val="0"/>
              </a:spcBef>
              <a:spcAft>
                <a:spcPts val="0"/>
              </a:spcAft>
              <a:buSzPts val="1400"/>
              <a:buNone/>
              <a:defRPr sz="1800" b="0" i="0" u="none" strike="noStrike" cap="none">
                <a:solidFill>
                  <a:schemeClr val="dk1"/>
                </a:solidFill>
                <a:latin typeface="Arial"/>
                <a:ea typeface="Arial"/>
                <a:cs typeface="Arial"/>
                <a:sym typeface="Arial"/>
              </a:defRPr>
            </a:lvl8pPr>
            <a:lvl9pPr marR="0" lvl="8" algn="l" rtl="0">
              <a:spcBef>
                <a:spcPts val="0"/>
              </a:spcBef>
              <a:spcAft>
                <a:spcPts val="0"/>
              </a:spcAft>
              <a:buSzPts val="1400"/>
              <a:buNone/>
              <a:defRPr sz="1800" b="0" i="0" u="none" strike="noStrike" cap="none">
                <a:solidFill>
                  <a:schemeClr val="dk1"/>
                </a:solidFill>
                <a:latin typeface="Arial"/>
                <a:ea typeface="Arial"/>
                <a:cs typeface="Arial"/>
                <a:sym typeface="Arial"/>
              </a:defRPr>
            </a:lvl9pPr>
          </a:lstStyle>
          <a:p>
            <a:endParaRPr/>
          </a:p>
        </p:txBody>
      </p:sp>
      <p:sp>
        <p:nvSpPr>
          <p:cNvPr id="9" name="Google Shape;9;p1"/>
          <p:cNvSpPr txBox="1">
            <a:spLocks noGrp="1"/>
          </p:cNvSpPr>
          <p:nvPr>
            <p:ph type="ftr" idx="11"/>
          </p:nvPr>
        </p:nvSpPr>
        <p:spPr>
          <a:xfrm>
            <a:off x="2271713" y="8475136"/>
            <a:ext cx="2314575" cy="486833"/>
          </a:xfrm>
          <a:prstGeom prst="rect">
            <a:avLst/>
          </a:prstGeom>
          <a:noFill/>
          <a:ln>
            <a:noFill/>
          </a:ln>
        </p:spPr>
        <p:txBody>
          <a:bodyPr spcFirstLastPara="1" wrap="square" lIns="91425" tIns="45700" rIns="91425" bIns="45700" anchor="ctr" anchorCtr="0">
            <a:noAutofit/>
          </a:bodyPr>
          <a:lstStyle>
            <a:lvl1pPr marR="0" lvl="0" algn="ctr" rtl="0">
              <a:spcBef>
                <a:spcPts val="0"/>
              </a:spcBef>
              <a:spcAft>
                <a:spcPts val="0"/>
              </a:spcAft>
              <a:buSzPts val="1400"/>
              <a:buNone/>
              <a:defRPr sz="900" b="0" i="0" u="none" strike="noStrike" cap="none">
                <a:solidFill>
                  <a:srgbClr val="757575"/>
                </a:solidFill>
                <a:latin typeface="Arial"/>
                <a:ea typeface="Arial"/>
                <a:cs typeface="Arial"/>
                <a:sym typeface="Arial"/>
              </a:defRPr>
            </a:lvl1pPr>
            <a:lvl2pPr marR="0" lvl="1" algn="l" rtl="0">
              <a:spcBef>
                <a:spcPts val="0"/>
              </a:spcBef>
              <a:spcAft>
                <a:spcPts val="0"/>
              </a:spcAft>
              <a:buSzPts val="1400"/>
              <a:buNone/>
              <a:defRPr sz="1800" b="0" i="0" u="none" strike="noStrike" cap="none">
                <a:solidFill>
                  <a:schemeClr val="dk1"/>
                </a:solidFill>
                <a:latin typeface="Arial"/>
                <a:ea typeface="Arial"/>
                <a:cs typeface="Arial"/>
                <a:sym typeface="Arial"/>
              </a:defRPr>
            </a:lvl2pPr>
            <a:lvl3pPr marR="0" lvl="2" algn="l" rtl="0">
              <a:spcBef>
                <a:spcPts val="0"/>
              </a:spcBef>
              <a:spcAft>
                <a:spcPts val="0"/>
              </a:spcAft>
              <a:buSzPts val="1400"/>
              <a:buNone/>
              <a:defRPr sz="1800" b="0" i="0" u="none" strike="noStrike" cap="none">
                <a:solidFill>
                  <a:schemeClr val="dk1"/>
                </a:solidFill>
                <a:latin typeface="Arial"/>
                <a:ea typeface="Arial"/>
                <a:cs typeface="Arial"/>
                <a:sym typeface="Arial"/>
              </a:defRPr>
            </a:lvl3pPr>
            <a:lvl4pPr marR="0" lvl="3" algn="l" rtl="0">
              <a:spcBef>
                <a:spcPts val="0"/>
              </a:spcBef>
              <a:spcAft>
                <a:spcPts val="0"/>
              </a:spcAft>
              <a:buSzPts val="1400"/>
              <a:buNone/>
              <a:defRPr sz="1800" b="0" i="0" u="none" strike="noStrike" cap="none">
                <a:solidFill>
                  <a:schemeClr val="dk1"/>
                </a:solidFill>
                <a:latin typeface="Arial"/>
                <a:ea typeface="Arial"/>
                <a:cs typeface="Arial"/>
                <a:sym typeface="Arial"/>
              </a:defRPr>
            </a:lvl4pPr>
            <a:lvl5pPr marR="0" lvl="4" algn="l" rtl="0">
              <a:spcBef>
                <a:spcPts val="0"/>
              </a:spcBef>
              <a:spcAft>
                <a:spcPts val="0"/>
              </a:spcAft>
              <a:buSzPts val="1400"/>
              <a:buNone/>
              <a:defRPr sz="1800" b="0" i="0" u="none" strike="noStrike" cap="none">
                <a:solidFill>
                  <a:schemeClr val="dk1"/>
                </a:solidFill>
                <a:latin typeface="Arial"/>
                <a:ea typeface="Arial"/>
                <a:cs typeface="Arial"/>
                <a:sym typeface="Arial"/>
              </a:defRPr>
            </a:lvl5pPr>
            <a:lvl6pPr marR="0" lvl="5" algn="l" rtl="0">
              <a:spcBef>
                <a:spcPts val="0"/>
              </a:spcBef>
              <a:spcAft>
                <a:spcPts val="0"/>
              </a:spcAft>
              <a:buSzPts val="1400"/>
              <a:buNone/>
              <a:defRPr sz="1800" b="0" i="0" u="none" strike="noStrike" cap="none">
                <a:solidFill>
                  <a:schemeClr val="dk1"/>
                </a:solidFill>
                <a:latin typeface="Arial"/>
                <a:ea typeface="Arial"/>
                <a:cs typeface="Arial"/>
                <a:sym typeface="Arial"/>
              </a:defRPr>
            </a:lvl6pPr>
            <a:lvl7pPr marR="0" lvl="6" algn="l" rtl="0">
              <a:spcBef>
                <a:spcPts val="0"/>
              </a:spcBef>
              <a:spcAft>
                <a:spcPts val="0"/>
              </a:spcAft>
              <a:buSzPts val="1400"/>
              <a:buNone/>
              <a:defRPr sz="1800" b="0" i="0" u="none" strike="noStrike" cap="none">
                <a:solidFill>
                  <a:schemeClr val="dk1"/>
                </a:solidFill>
                <a:latin typeface="Arial"/>
                <a:ea typeface="Arial"/>
                <a:cs typeface="Arial"/>
                <a:sym typeface="Arial"/>
              </a:defRPr>
            </a:lvl7pPr>
            <a:lvl8pPr marR="0" lvl="7" algn="l" rtl="0">
              <a:spcBef>
                <a:spcPts val="0"/>
              </a:spcBef>
              <a:spcAft>
                <a:spcPts val="0"/>
              </a:spcAft>
              <a:buSzPts val="1400"/>
              <a:buNone/>
              <a:defRPr sz="1800" b="0" i="0" u="none" strike="noStrike" cap="none">
                <a:solidFill>
                  <a:schemeClr val="dk1"/>
                </a:solidFill>
                <a:latin typeface="Arial"/>
                <a:ea typeface="Arial"/>
                <a:cs typeface="Arial"/>
                <a:sym typeface="Arial"/>
              </a:defRPr>
            </a:lvl8pPr>
            <a:lvl9pPr marR="0" lvl="8" algn="l" rtl="0">
              <a:spcBef>
                <a:spcPts val="0"/>
              </a:spcBef>
              <a:spcAft>
                <a:spcPts val="0"/>
              </a:spcAft>
              <a:buSzPts val="1400"/>
              <a:buNone/>
              <a:defRPr sz="1800" b="0" i="0" u="none" strike="noStrike" cap="none">
                <a:solidFill>
                  <a:schemeClr val="dk1"/>
                </a:solidFill>
                <a:latin typeface="Arial"/>
                <a:ea typeface="Arial"/>
                <a:cs typeface="Arial"/>
                <a:sym typeface="Arial"/>
              </a:defRPr>
            </a:lvl9pPr>
          </a:lstStyle>
          <a:p>
            <a:endParaRPr/>
          </a:p>
        </p:txBody>
      </p:sp>
      <p:sp>
        <p:nvSpPr>
          <p:cNvPr id="10" name="Google Shape;10;p1"/>
          <p:cNvSpPr txBox="1">
            <a:spLocks noGrp="1"/>
          </p:cNvSpPr>
          <p:nvPr>
            <p:ph type="sldNum" idx="12"/>
          </p:nvPr>
        </p:nvSpPr>
        <p:spPr>
          <a:xfrm>
            <a:off x="4843463" y="8475136"/>
            <a:ext cx="1543050" cy="486833"/>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900" b="0" i="0" u="none" strike="noStrike" cap="none">
                <a:solidFill>
                  <a:srgbClr val="757575"/>
                </a:solidFill>
                <a:latin typeface="Arial"/>
                <a:ea typeface="Arial"/>
                <a:cs typeface="Arial"/>
                <a:sym typeface="Arial"/>
              </a:defRPr>
            </a:lvl1pPr>
            <a:lvl2pPr marL="0" marR="0" lvl="1" indent="0" algn="r" rtl="0">
              <a:spcBef>
                <a:spcPts val="0"/>
              </a:spcBef>
              <a:buNone/>
              <a:defRPr sz="900" b="0" i="0" u="none" strike="noStrike" cap="none">
                <a:solidFill>
                  <a:srgbClr val="757575"/>
                </a:solidFill>
                <a:latin typeface="Arial"/>
                <a:ea typeface="Arial"/>
                <a:cs typeface="Arial"/>
                <a:sym typeface="Arial"/>
              </a:defRPr>
            </a:lvl2pPr>
            <a:lvl3pPr marL="0" marR="0" lvl="2" indent="0" algn="r" rtl="0">
              <a:spcBef>
                <a:spcPts val="0"/>
              </a:spcBef>
              <a:buNone/>
              <a:defRPr sz="900" b="0" i="0" u="none" strike="noStrike" cap="none">
                <a:solidFill>
                  <a:srgbClr val="757575"/>
                </a:solidFill>
                <a:latin typeface="Arial"/>
                <a:ea typeface="Arial"/>
                <a:cs typeface="Arial"/>
                <a:sym typeface="Arial"/>
              </a:defRPr>
            </a:lvl3pPr>
            <a:lvl4pPr marL="0" marR="0" lvl="3" indent="0" algn="r" rtl="0">
              <a:spcBef>
                <a:spcPts val="0"/>
              </a:spcBef>
              <a:buNone/>
              <a:defRPr sz="900" b="0" i="0" u="none" strike="noStrike" cap="none">
                <a:solidFill>
                  <a:srgbClr val="757575"/>
                </a:solidFill>
                <a:latin typeface="Arial"/>
                <a:ea typeface="Arial"/>
                <a:cs typeface="Arial"/>
                <a:sym typeface="Arial"/>
              </a:defRPr>
            </a:lvl4pPr>
            <a:lvl5pPr marL="0" marR="0" lvl="4" indent="0" algn="r" rtl="0">
              <a:spcBef>
                <a:spcPts val="0"/>
              </a:spcBef>
              <a:buNone/>
              <a:defRPr sz="900" b="0" i="0" u="none" strike="noStrike" cap="none">
                <a:solidFill>
                  <a:srgbClr val="757575"/>
                </a:solidFill>
                <a:latin typeface="Arial"/>
                <a:ea typeface="Arial"/>
                <a:cs typeface="Arial"/>
                <a:sym typeface="Arial"/>
              </a:defRPr>
            </a:lvl5pPr>
            <a:lvl6pPr marL="0" marR="0" lvl="5" indent="0" algn="r" rtl="0">
              <a:spcBef>
                <a:spcPts val="0"/>
              </a:spcBef>
              <a:buNone/>
              <a:defRPr sz="900" b="0" i="0" u="none" strike="noStrike" cap="none">
                <a:solidFill>
                  <a:srgbClr val="757575"/>
                </a:solidFill>
                <a:latin typeface="Arial"/>
                <a:ea typeface="Arial"/>
                <a:cs typeface="Arial"/>
                <a:sym typeface="Arial"/>
              </a:defRPr>
            </a:lvl6pPr>
            <a:lvl7pPr marL="0" marR="0" lvl="6" indent="0" algn="r" rtl="0">
              <a:spcBef>
                <a:spcPts val="0"/>
              </a:spcBef>
              <a:buNone/>
              <a:defRPr sz="900" b="0" i="0" u="none" strike="noStrike" cap="none">
                <a:solidFill>
                  <a:srgbClr val="757575"/>
                </a:solidFill>
                <a:latin typeface="Arial"/>
                <a:ea typeface="Arial"/>
                <a:cs typeface="Arial"/>
                <a:sym typeface="Arial"/>
              </a:defRPr>
            </a:lvl7pPr>
            <a:lvl8pPr marL="0" marR="0" lvl="7" indent="0" algn="r" rtl="0">
              <a:spcBef>
                <a:spcPts val="0"/>
              </a:spcBef>
              <a:buNone/>
              <a:defRPr sz="900" b="0" i="0" u="none" strike="noStrike" cap="none">
                <a:solidFill>
                  <a:srgbClr val="757575"/>
                </a:solidFill>
                <a:latin typeface="Arial"/>
                <a:ea typeface="Arial"/>
                <a:cs typeface="Arial"/>
                <a:sym typeface="Arial"/>
              </a:defRPr>
            </a:lvl8pPr>
            <a:lvl9pPr marL="0" marR="0" lvl="8" indent="0" algn="r" rtl="0">
              <a:spcBef>
                <a:spcPts val="0"/>
              </a:spcBef>
              <a:buNone/>
              <a:defRPr sz="900" b="0" i="0" u="none" strike="noStrike" cap="none">
                <a:solidFill>
                  <a:srgbClr val="757575"/>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US"/>
              <a:t>‹#›</a:t>
            </a:fld>
            <a:endParaRPr/>
          </a:p>
        </p:txBody>
      </p:sp>
    </p:spTree>
  </p:cSld>
  <p:clrMap bg1="lt1" tx1="dk1" bg2="dk2" tx2="lt2" accent1="accent1" accent2="accent2" accent3="accent3" accent4="accent4" accent5="accent5" accent6="accent6" hlink="hlink" folHlink="fol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83"/>
        <p:cNvGrpSpPr/>
        <p:nvPr/>
      </p:nvGrpSpPr>
      <p:grpSpPr>
        <a:xfrm>
          <a:off x="0" y="0"/>
          <a:ext cx="0" cy="0"/>
          <a:chOff x="0" y="0"/>
          <a:chExt cx="0" cy="0"/>
        </a:xfrm>
      </p:grpSpPr>
      <p:sp>
        <p:nvSpPr>
          <p:cNvPr id="84" name="Google Shape;84;p13"/>
          <p:cNvSpPr/>
          <p:nvPr/>
        </p:nvSpPr>
        <p:spPr>
          <a:xfrm>
            <a:off x="33951" y="45268"/>
            <a:ext cx="6790099" cy="9053465"/>
          </a:xfrm>
          <a:prstGeom prst="rect">
            <a:avLst/>
          </a:prstGeom>
          <a:gradFill>
            <a:gsLst>
              <a:gs pos="0">
                <a:srgbClr val="EE00B0"/>
              </a:gs>
              <a:gs pos="10000">
                <a:srgbClr val="EE00B0"/>
              </a:gs>
              <a:gs pos="50000">
                <a:srgbClr val="6200E8"/>
              </a:gs>
              <a:gs pos="90000">
                <a:srgbClr val="0095E5"/>
              </a:gs>
              <a:gs pos="100000">
                <a:srgbClr val="0095E5"/>
              </a:gs>
            </a:gsLst>
            <a:lin ang="1800000" scaled="0"/>
          </a:gra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lt1"/>
              </a:solidFill>
              <a:latin typeface="Arial"/>
              <a:ea typeface="Arial"/>
              <a:cs typeface="Arial"/>
              <a:sym typeface="Arial"/>
            </a:endParaRPr>
          </a:p>
        </p:txBody>
      </p:sp>
      <p:sp>
        <p:nvSpPr>
          <p:cNvPr id="85" name="Google Shape;85;p13"/>
          <p:cNvSpPr/>
          <p:nvPr/>
        </p:nvSpPr>
        <p:spPr>
          <a:xfrm>
            <a:off x="16975" y="0"/>
            <a:ext cx="6858000" cy="9144000"/>
          </a:xfrm>
          <a:prstGeom prst="rect">
            <a:avLst/>
          </a:prstGeom>
          <a:solidFill>
            <a:schemeClr val="lt1"/>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lt1"/>
              </a:solidFill>
              <a:latin typeface="Arial"/>
              <a:ea typeface="Arial"/>
              <a:cs typeface="Arial"/>
              <a:sym typeface="Arial"/>
            </a:endParaRPr>
          </a:p>
        </p:txBody>
      </p:sp>
      <p:grpSp>
        <p:nvGrpSpPr>
          <p:cNvPr id="86" name="Google Shape;86;p13"/>
          <p:cNvGrpSpPr/>
          <p:nvPr/>
        </p:nvGrpSpPr>
        <p:grpSpPr>
          <a:xfrm>
            <a:off x="0" y="0"/>
            <a:ext cx="6865269" cy="9144001"/>
            <a:chOff x="0" y="0"/>
            <a:chExt cx="6865269" cy="9144001"/>
          </a:xfrm>
        </p:grpSpPr>
        <p:sp>
          <p:nvSpPr>
            <p:cNvPr id="87" name="Google Shape;87;p13"/>
            <p:cNvSpPr/>
            <p:nvPr/>
          </p:nvSpPr>
          <p:spPr>
            <a:xfrm>
              <a:off x="0" y="0"/>
              <a:ext cx="6858000" cy="432000"/>
            </a:xfrm>
            <a:prstGeom prst="rect">
              <a:avLst/>
            </a:prstGeom>
            <a:solidFill>
              <a:srgbClr val="F2A982">
                <a:alpha val="10196"/>
              </a:srgbClr>
            </a:solidFill>
            <a:ln w="19050" cap="flat" cmpd="sng">
              <a:solidFill>
                <a:srgbClr val="7F340D"/>
              </a:solidFill>
              <a:prstDash val="dash"/>
              <a:miter lim="8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lt1"/>
                </a:solidFill>
                <a:latin typeface="Arial"/>
                <a:ea typeface="Arial"/>
                <a:cs typeface="Arial"/>
                <a:sym typeface="Arial"/>
              </a:endParaRPr>
            </a:p>
          </p:txBody>
        </p:sp>
        <p:sp>
          <p:nvSpPr>
            <p:cNvPr id="88" name="Google Shape;88;p13"/>
            <p:cNvSpPr/>
            <p:nvPr/>
          </p:nvSpPr>
          <p:spPr>
            <a:xfrm>
              <a:off x="0" y="8712000"/>
              <a:ext cx="6858000" cy="432000"/>
            </a:xfrm>
            <a:prstGeom prst="rect">
              <a:avLst/>
            </a:prstGeom>
            <a:solidFill>
              <a:srgbClr val="F2A982">
                <a:alpha val="10196"/>
              </a:srgbClr>
            </a:solidFill>
            <a:ln w="19050" cap="flat" cmpd="sng">
              <a:solidFill>
                <a:srgbClr val="7F340D"/>
              </a:solidFill>
              <a:prstDash val="dash"/>
              <a:miter lim="8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lt1"/>
                </a:solidFill>
                <a:latin typeface="Arial"/>
                <a:ea typeface="Arial"/>
                <a:cs typeface="Arial"/>
                <a:sym typeface="Arial"/>
              </a:endParaRPr>
            </a:p>
          </p:txBody>
        </p:sp>
        <p:sp>
          <p:nvSpPr>
            <p:cNvPr id="89" name="Google Shape;89;p13"/>
            <p:cNvSpPr/>
            <p:nvPr/>
          </p:nvSpPr>
          <p:spPr>
            <a:xfrm>
              <a:off x="0" y="1"/>
              <a:ext cx="540000" cy="9144000"/>
            </a:xfrm>
            <a:prstGeom prst="rect">
              <a:avLst/>
            </a:prstGeom>
            <a:solidFill>
              <a:srgbClr val="F2A982">
                <a:alpha val="10196"/>
              </a:srgbClr>
            </a:solidFill>
            <a:ln w="19050" cap="flat" cmpd="sng">
              <a:solidFill>
                <a:srgbClr val="7F340D"/>
              </a:solidFill>
              <a:prstDash val="dash"/>
              <a:miter lim="8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lt1"/>
                </a:solidFill>
                <a:latin typeface="Arial"/>
                <a:ea typeface="Arial"/>
                <a:cs typeface="Arial"/>
                <a:sym typeface="Arial"/>
              </a:endParaRPr>
            </a:p>
          </p:txBody>
        </p:sp>
        <p:sp>
          <p:nvSpPr>
            <p:cNvPr id="90" name="Google Shape;90;p13"/>
            <p:cNvSpPr/>
            <p:nvPr/>
          </p:nvSpPr>
          <p:spPr>
            <a:xfrm>
              <a:off x="6325269" y="0"/>
              <a:ext cx="540000" cy="9144000"/>
            </a:xfrm>
            <a:prstGeom prst="rect">
              <a:avLst/>
            </a:prstGeom>
            <a:solidFill>
              <a:srgbClr val="F2A982">
                <a:alpha val="10196"/>
              </a:srgbClr>
            </a:solidFill>
            <a:ln w="19050" cap="flat" cmpd="sng">
              <a:solidFill>
                <a:srgbClr val="7F340D"/>
              </a:solidFill>
              <a:prstDash val="dash"/>
              <a:miter lim="8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lt1"/>
                </a:solidFill>
                <a:latin typeface="Arial"/>
                <a:ea typeface="Arial"/>
                <a:cs typeface="Arial"/>
                <a:sym typeface="Arial"/>
              </a:endParaRPr>
            </a:p>
          </p:txBody>
        </p:sp>
      </p:grpSp>
      <p:sp>
        <p:nvSpPr>
          <p:cNvPr id="91" name="Google Shape;91;p13"/>
          <p:cNvSpPr/>
          <p:nvPr/>
        </p:nvSpPr>
        <p:spPr>
          <a:xfrm>
            <a:off x="539999" y="431999"/>
            <a:ext cx="5785269" cy="54000"/>
          </a:xfrm>
          <a:prstGeom prst="rect">
            <a:avLst/>
          </a:prstGeom>
          <a:solidFill>
            <a:schemeClr val="accent1"/>
          </a:solidFill>
          <a:ln w="19050" cap="flat" cmpd="sng">
            <a:solidFill>
              <a:srgbClr val="082836"/>
            </a:solidFill>
            <a:prstDash val="solid"/>
            <a:miter lim="8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lt1"/>
              </a:solidFill>
              <a:latin typeface="Arial"/>
              <a:ea typeface="Arial"/>
              <a:cs typeface="Arial"/>
              <a:sym typeface="Arial"/>
            </a:endParaRPr>
          </a:p>
        </p:txBody>
      </p:sp>
      <p:sp>
        <p:nvSpPr>
          <p:cNvPr id="92" name="Google Shape;92;p13"/>
          <p:cNvSpPr/>
          <p:nvPr/>
        </p:nvSpPr>
        <p:spPr>
          <a:xfrm>
            <a:off x="554538" y="8661917"/>
            <a:ext cx="2592000" cy="54000"/>
          </a:xfrm>
          <a:prstGeom prst="rect">
            <a:avLst/>
          </a:prstGeom>
          <a:solidFill>
            <a:schemeClr val="accent1"/>
          </a:solidFill>
          <a:ln w="19050" cap="flat" cmpd="sng">
            <a:solidFill>
              <a:srgbClr val="082836"/>
            </a:solidFill>
            <a:prstDash val="solid"/>
            <a:miter lim="8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lt1"/>
              </a:solidFill>
              <a:latin typeface="Arial"/>
              <a:ea typeface="Arial"/>
              <a:cs typeface="Arial"/>
              <a:sym typeface="Arial"/>
            </a:endParaRPr>
          </a:p>
        </p:txBody>
      </p:sp>
      <p:sp>
        <p:nvSpPr>
          <p:cNvPr id="93" name="Google Shape;93;p13"/>
          <p:cNvSpPr/>
          <p:nvPr/>
        </p:nvSpPr>
        <p:spPr>
          <a:xfrm>
            <a:off x="3734844" y="8661917"/>
            <a:ext cx="2592000" cy="54000"/>
          </a:xfrm>
          <a:prstGeom prst="rect">
            <a:avLst/>
          </a:prstGeom>
          <a:solidFill>
            <a:schemeClr val="accent1"/>
          </a:solidFill>
          <a:ln w="19050" cap="flat" cmpd="sng">
            <a:solidFill>
              <a:srgbClr val="082836"/>
            </a:solidFill>
            <a:prstDash val="solid"/>
            <a:miter lim="8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lt1"/>
              </a:solidFill>
              <a:latin typeface="Arial"/>
              <a:ea typeface="Arial"/>
              <a:cs typeface="Arial"/>
              <a:sym typeface="Arial"/>
            </a:endParaRPr>
          </a:p>
        </p:txBody>
      </p:sp>
      <p:sp>
        <p:nvSpPr>
          <p:cNvPr id="94" name="Google Shape;94;p13"/>
          <p:cNvSpPr txBox="1"/>
          <p:nvPr/>
        </p:nvSpPr>
        <p:spPr>
          <a:xfrm>
            <a:off x="3163826" y="8511531"/>
            <a:ext cx="575734" cy="369332"/>
          </a:xfrm>
          <a:prstGeom prst="rect">
            <a:avLst/>
          </a:prstGeom>
          <a:noFill/>
          <a:ln>
            <a:noFill/>
          </a:ln>
        </p:spPr>
        <p:txBody>
          <a:bodyPr spcFirstLastPara="1" wrap="square" lIns="91425" tIns="45700" rIns="91425" bIns="45700" anchor="ctr" anchorCtr="0">
            <a:spAutoFit/>
          </a:bodyPr>
          <a:lstStyle/>
          <a:p>
            <a:pPr marL="0" marR="0" lvl="0" indent="0" algn="ctr" rtl="0">
              <a:spcBef>
                <a:spcPts val="0"/>
              </a:spcBef>
              <a:spcAft>
                <a:spcPts val="0"/>
              </a:spcAft>
              <a:buNone/>
            </a:pPr>
            <a:r>
              <a:rPr lang="en-US" sz="1800" b="0" i="0" u="none" strike="noStrike" cap="none">
                <a:solidFill>
                  <a:schemeClr val="dk1"/>
                </a:solidFill>
                <a:latin typeface="Arial"/>
                <a:ea typeface="Arial"/>
                <a:cs typeface="Arial"/>
                <a:sym typeface="Arial"/>
              </a:rPr>
              <a:t>1</a:t>
            </a:r>
            <a:endParaRPr sz="1800" b="0" i="0" u="none" strike="noStrike" cap="none">
              <a:solidFill>
                <a:schemeClr val="dk1"/>
              </a:solidFill>
              <a:latin typeface="Arial"/>
              <a:ea typeface="Arial"/>
              <a:cs typeface="Arial"/>
              <a:sym typeface="Arial"/>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98">
          <a:extLst>
            <a:ext uri="{FF2B5EF4-FFF2-40B4-BE49-F238E27FC236}">
              <a16:creationId xmlns:a16="http://schemas.microsoft.com/office/drawing/2014/main" id="{8BB4BB78-5CA6-6611-26FB-A8CBC511CE22}"/>
            </a:ext>
          </a:extLst>
        </p:cNvPr>
        <p:cNvGrpSpPr/>
        <p:nvPr/>
      </p:nvGrpSpPr>
      <p:grpSpPr>
        <a:xfrm>
          <a:off x="0" y="0"/>
          <a:ext cx="0" cy="0"/>
          <a:chOff x="0" y="0"/>
          <a:chExt cx="0" cy="0"/>
        </a:xfrm>
      </p:grpSpPr>
      <p:sp>
        <p:nvSpPr>
          <p:cNvPr id="99" name="Google Shape;99;p14">
            <a:extLst>
              <a:ext uri="{FF2B5EF4-FFF2-40B4-BE49-F238E27FC236}">
                <a16:creationId xmlns:a16="http://schemas.microsoft.com/office/drawing/2014/main" id="{271705D6-DB05-2357-E92C-419A4129A528}"/>
              </a:ext>
            </a:extLst>
          </p:cNvPr>
          <p:cNvSpPr/>
          <p:nvPr/>
        </p:nvSpPr>
        <p:spPr>
          <a:xfrm>
            <a:off x="33951" y="45268"/>
            <a:ext cx="6790099" cy="9053465"/>
          </a:xfrm>
          <a:prstGeom prst="rect">
            <a:avLst/>
          </a:prstGeom>
          <a:gradFill>
            <a:gsLst>
              <a:gs pos="0">
                <a:srgbClr val="EE00B0"/>
              </a:gs>
              <a:gs pos="10000">
                <a:srgbClr val="EE00B0"/>
              </a:gs>
              <a:gs pos="50000">
                <a:srgbClr val="6200E8"/>
              </a:gs>
              <a:gs pos="90000">
                <a:srgbClr val="0095E5"/>
              </a:gs>
              <a:gs pos="100000">
                <a:srgbClr val="0095E5"/>
              </a:gs>
            </a:gsLst>
            <a:lin ang="1800000" scaled="0"/>
          </a:gra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lt1"/>
              </a:solidFill>
              <a:latin typeface="Arial"/>
              <a:ea typeface="Arial"/>
              <a:cs typeface="Arial"/>
              <a:sym typeface="Arial"/>
            </a:endParaRPr>
          </a:p>
        </p:txBody>
      </p:sp>
      <p:sp>
        <p:nvSpPr>
          <p:cNvPr id="100" name="Google Shape;100;p14">
            <a:extLst>
              <a:ext uri="{FF2B5EF4-FFF2-40B4-BE49-F238E27FC236}">
                <a16:creationId xmlns:a16="http://schemas.microsoft.com/office/drawing/2014/main" id="{155B8BBD-532C-4086-4E4B-0C5468D3BCD2}"/>
              </a:ext>
            </a:extLst>
          </p:cNvPr>
          <p:cNvSpPr/>
          <p:nvPr/>
        </p:nvSpPr>
        <p:spPr>
          <a:xfrm>
            <a:off x="1177" y="-1"/>
            <a:ext cx="6858000" cy="9144000"/>
          </a:xfrm>
          <a:prstGeom prst="rect">
            <a:avLst/>
          </a:prstGeom>
          <a:solidFill>
            <a:schemeClr val="lt1"/>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lt1"/>
              </a:solidFill>
              <a:latin typeface="Arial"/>
              <a:ea typeface="Arial"/>
              <a:cs typeface="Arial"/>
              <a:sym typeface="Arial"/>
            </a:endParaRPr>
          </a:p>
        </p:txBody>
      </p:sp>
      <p:grpSp>
        <p:nvGrpSpPr>
          <p:cNvPr id="101" name="Google Shape;101;p14">
            <a:extLst>
              <a:ext uri="{FF2B5EF4-FFF2-40B4-BE49-F238E27FC236}">
                <a16:creationId xmlns:a16="http://schemas.microsoft.com/office/drawing/2014/main" id="{B8C4E1AD-FBB2-1E69-501B-090809741096}"/>
              </a:ext>
            </a:extLst>
          </p:cNvPr>
          <p:cNvGrpSpPr/>
          <p:nvPr/>
        </p:nvGrpSpPr>
        <p:grpSpPr>
          <a:xfrm>
            <a:off x="0" y="0"/>
            <a:ext cx="6865269" cy="9144001"/>
            <a:chOff x="0" y="0"/>
            <a:chExt cx="6865269" cy="9144001"/>
          </a:xfrm>
        </p:grpSpPr>
        <p:sp>
          <p:nvSpPr>
            <p:cNvPr id="102" name="Google Shape;102;p14">
              <a:extLst>
                <a:ext uri="{FF2B5EF4-FFF2-40B4-BE49-F238E27FC236}">
                  <a16:creationId xmlns:a16="http://schemas.microsoft.com/office/drawing/2014/main" id="{1E9D60DF-C810-B52B-8F3E-F22F51A3DB2C}"/>
                </a:ext>
              </a:extLst>
            </p:cNvPr>
            <p:cNvSpPr/>
            <p:nvPr/>
          </p:nvSpPr>
          <p:spPr>
            <a:xfrm>
              <a:off x="0" y="0"/>
              <a:ext cx="6858000" cy="432000"/>
            </a:xfrm>
            <a:prstGeom prst="rect">
              <a:avLst/>
            </a:prstGeom>
            <a:solidFill>
              <a:srgbClr val="F2A982">
                <a:alpha val="10196"/>
              </a:srgbClr>
            </a:solidFill>
            <a:ln w="19050" cap="flat" cmpd="sng">
              <a:solidFill>
                <a:srgbClr val="7F340D"/>
              </a:solidFill>
              <a:prstDash val="dash"/>
              <a:miter lim="8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lt1"/>
                </a:solidFill>
                <a:latin typeface="Arial"/>
                <a:ea typeface="Arial"/>
                <a:cs typeface="Arial"/>
                <a:sym typeface="Arial"/>
              </a:endParaRPr>
            </a:p>
          </p:txBody>
        </p:sp>
        <p:sp>
          <p:nvSpPr>
            <p:cNvPr id="103" name="Google Shape;103;p14">
              <a:extLst>
                <a:ext uri="{FF2B5EF4-FFF2-40B4-BE49-F238E27FC236}">
                  <a16:creationId xmlns:a16="http://schemas.microsoft.com/office/drawing/2014/main" id="{8AA29179-DC30-483C-A794-259CBDAACE1A}"/>
                </a:ext>
              </a:extLst>
            </p:cNvPr>
            <p:cNvSpPr/>
            <p:nvPr/>
          </p:nvSpPr>
          <p:spPr>
            <a:xfrm>
              <a:off x="0" y="8712000"/>
              <a:ext cx="6858000" cy="432000"/>
            </a:xfrm>
            <a:prstGeom prst="rect">
              <a:avLst/>
            </a:prstGeom>
            <a:solidFill>
              <a:srgbClr val="F2A982">
                <a:alpha val="10196"/>
              </a:srgbClr>
            </a:solidFill>
            <a:ln w="19050" cap="flat" cmpd="sng">
              <a:solidFill>
                <a:srgbClr val="7F340D"/>
              </a:solidFill>
              <a:prstDash val="dash"/>
              <a:miter lim="8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lt1"/>
                </a:solidFill>
                <a:latin typeface="Arial"/>
                <a:ea typeface="Arial"/>
                <a:cs typeface="Arial"/>
                <a:sym typeface="Arial"/>
              </a:endParaRPr>
            </a:p>
          </p:txBody>
        </p:sp>
        <p:sp>
          <p:nvSpPr>
            <p:cNvPr id="104" name="Google Shape;104;p14">
              <a:extLst>
                <a:ext uri="{FF2B5EF4-FFF2-40B4-BE49-F238E27FC236}">
                  <a16:creationId xmlns:a16="http://schemas.microsoft.com/office/drawing/2014/main" id="{3B4E5798-DC95-B11F-CCCD-F1BE654F4EB1}"/>
                </a:ext>
              </a:extLst>
            </p:cNvPr>
            <p:cNvSpPr/>
            <p:nvPr/>
          </p:nvSpPr>
          <p:spPr>
            <a:xfrm>
              <a:off x="0" y="1"/>
              <a:ext cx="540000" cy="9144000"/>
            </a:xfrm>
            <a:prstGeom prst="rect">
              <a:avLst/>
            </a:prstGeom>
            <a:solidFill>
              <a:srgbClr val="F2A982">
                <a:alpha val="10196"/>
              </a:srgbClr>
            </a:solidFill>
            <a:ln w="19050" cap="flat" cmpd="sng">
              <a:solidFill>
                <a:srgbClr val="7F340D"/>
              </a:solidFill>
              <a:prstDash val="dash"/>
              <a:miter lim="8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lt1"/>
                </a:solidFill>
                <a:latin typeface="Arial"/>
                <a:ea typeface="Arial"/>
                <a:cs typeface="Arial"/>
                <a:sym typeface="Arial"/>
              </a:endParaRPr>
            </a:p>
          </p:txBody>
        </p:sp>
        <p:sp>
          <p:nvSpPr>
            <p:cNvPr id="105" name="Google Shape;105;p14">
              <a:extLst>
                <a:ext uri="{FF2B5EF4-FFF2-40B4-BE49-F238E27FC236}">
                  <a16:creationId xmlns:a16="http://schemas.microsoft.com/office/drawing/2014/main" id="{4E0871C3-BEE3-AFA3-9974-6C93158E6264}"/>
                </a:ext>
              </a:extLst>
            </p:cNvPr>
            <p:cNvSpPr/>
            <p:nvPr/>
          </p:nvSpPr>
          <p:spPr>
            <a:xfrm>
              <a:off x="6325269" y="0"/>
              <a:ext cx="540000" cy="9144000"/>
            </a:xfrm>
            <a:prstGeom prst="rect">
              <a:avLst/>
            </a:prstGeom>
            <a:solidFill>
              <a:srgbClr val="F2A982">
                <a:alpha val="10196"/>
              </a:srgbClr>
            </a:solidFill>
            <a:ln w="19050" cap="flat" cmpd="sng">
              <a:solidFill>
                <a:srgbClr val="7F340D"/>
              </a:solidFill>
              <a:prstDash val="dash"/>
              <a:miter lim="8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lt1"/>
                </a:solidFill>
                <a:latin typeface="Arial"/>
                <a:ea typeface="Arial"/>
                <a:cs typeface="Arial"/>
                <a:sym typeface="Arial"/>
              </a:endParaRPr>
            </a:p>
          </p:txBody>
        </p:sp>
      </p:grpSp>
      <p:sp>
        <p:nvSpPr>
          <p:cNvPr id="106" name="Google Shape;106;p14">
            <a:extLst>
              <a:ext uri="{FF2B5EF4-FFF2-40B4-BE49-F238E27FC236}">
                <a16:creationId xmlns:a16="http://schemas.microsoft.com/office/drawing/2014/main" id="{95BD7C7D-A21D-22A0-55D2-09E04155BE30}"/>
              </a:ext>
            </a:extLst>
          </p:cNvPr>
          <p:cNvSpPr/>
          <p:nvPr/>
        </p:nvSpPr>
        <p:spPr>
          <a:xfrm>
            <a:off x="554538" y="8661917"/>
            <a:ext cx="2592000" cy="54000"/>
          </a:xfrm>
          <a:prstGeom prst="rect">
            <a:avLst/>
          </a:prstGeom>
          <a:solidFill>
            <a:schemeClr val="accent1"/>
          </a:solidFill>
          <a:ln w="19050" cap="flat" cmpd="sng">
            <a:solidFill>
              <a:srgbClr val="082836"/>
            </a:solidFill>
            <a:prstDash val="solid"/>
            <a:miter lim="8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lt1"/>
              </a:solidFill>
              <a:latin typeface="Arial"/>
              <a:ea typeface="Arial"/>
              <a:cs typeface="Arial"/>
              <a:sym typeface="Arial"/>
            </a:endParaRPr>
          </a:p>
        </p:txBody>
      </p:sp>
      <p:sp>
        <p:nvSpPr>
          <p:cNvPr id="107" name="Google Shape;107;p14">
            <a:extLst>
              <a:ext uri="{FF2B5EF4-FFF2-40B4-BE49-F238E27FC236}">
                <a16:creationId xmlns:a16="http://schemas.microsoft.com/office/drawing/2014/main" id="{3EE34D64-55AF-13C4-372A-7AA27C272EB8}"/>
              </a:ext>
            </a:extLst>
          </p:cNvPr>
          <p:cNvSpPr/>
          <p:nvPr/>
        </p:nvSpPr>
        <p:spPr>
          <a:xfrm>
            <a:off x="3734844" y="8661917"/>
            <a:ext cx="2592000" cy="54000"/>
          </a:xfrm>
          <a:prstGeom prst="rect">
            <a:avLst/>
          </a:prstGeom>
          <a:solidFill>
            <a:schemeClr val="accent1"/>
          </a:solidFill>
          <a:ln w="19050" cap="flat" cmpd="sng">
            <a:solidFill>
              <a:srgbClr val="082836"/>
            </a:solidFill>
            <a:prstDash val="solid"/>
            <a:miter lim="8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lt1"/>
              </a:solidFill>
              <a:latin typeface="Arial"/>
              <a:ea typeface="Arial"/>
              <a:cs typeface="Arial"/>
              <a:sym typeface="Arial"/>
            </a:endParaRPr>
          </a:p>
        </p:txBody>
      </p:sp>
      <p:sp>
        <p:nvSpPr>
          <p:cNvPr id="108" name="Google Shape;108;p14">
            <a:extLst>
              <a:ext uri="{FF2B5EF4-FFF2-40B4-BE49-F238E27FC236}">
                <a16:creationId xmlns:a16="http://schemas.microsoft.com/office/drawing/2014/main" id="{C0960E1D-AFA8-08A6-347E-54C96C11CEEC}"/>
              </a:ext>
            </a:extLst>
          </p:cNvPr>
          <p:cNvSpPr txBox="1"/>
          <p:nvPr/>
        </p:nvSpPr>
        <p:spPr>
          <a:xfrm>
            <a:off x="3163826" y="8511531"/>
            <a:ext cx="575734" cy="369332"/>
          </a:xfrm>
          <a:prstGeom prst="rect">
            <a:avLst/>
          </a:prstGeom>
          <a:noFill/>
          <a:ln>
            <a:noFill/>
          </a:ln>
        </p:spPr>
        <p:txBody>
          <a:bodyPr spcFirstLastPara="1" wrap="square" lIns="91425" tIns="45700" rIns="91425" bIns="45700" anchor="ctr" anchorCtr="0">
            <a:spAutoFit/>
          </a:bodyPr>
          <a:lstStyle/>
          <a:p>
            <a:pPr marL="0" marR="0" lvl="0" indent="0" algn="ctr" rtl="0">
              <a:spcBef>
                <a:spcPts val="0"/>
              </a:spcBef>
              <a:spcAft>
                <a:spcPts val="0"/>
              </a:spcAft>
              <a:buNone/>
            </a:pPr>
            <a:r>
              <a:rPr lang="en-US" sz="1800" b="0" i="0" u="none" strike="noStrike" cap="none">
                <a:solidFill>
                  <a:schemeClr val="dk1"/>
                </a:solidFill>
                <a:latin typeface="Arial"/>
                <a:ea typeface="Arial"/>
                <a:cs typeface="Arial"/>
                <a:sym typeface="Arial"/>
              </a:rPr>
              <a:t>1</a:t>
            </a:r>
            <a:endParaRPr sz="1800" b="0" i="0" u="none" strike="noStrike" cap="none">
              <a:solidFill>
                <a:schemeClr val="dk1"/>
              </a:solidFill>
              <a:latin typeface="Arial"/>
              <a:ea typeface="Arial"/>
              <a:cs typeface="Arial"/>
              <a:sym typeface="Arial"/>
            </a:endParaRPr>
          </a:p>
        </p:txBody>
      </p:sp>
      <p:sp>
        <p:nvSpPr>
          <p:cNvPr id="109" name="Google Shape;109;p14">
            <a:extLst>
              <a:ext uri="{FF2B5EF4-FFF2-40B4-BE49-F238E27FC236}">
                <a16:creationId xmlns:a16="http://schemas.microsoft.com/office/drawing/2014/main" id="{4D04C72B-E8C0-3440-A599-4E24F52309FB}"/>
              </a:ext>
            </a:extLst>
          </p:cNvPr>
          <p:cNvSpPr txBox="1"/>
          <p:nvPr/>
        </p:nvSpPr>
        <p:spPr>
          <a:xfrm>
            <a:off x="1119608" y="845954"/>
            <a:ext cx="5012952" cy="553957"/>
          </a:xfrm>
          <a:prstGeom prst="rect">
            <a:avLst/>
          </a:prstGeom>
          <a:noFill/>
          <a:ln>
            <a:noFill/>
          </a:ln>
        </p:spPr>
        <p:txBody>
          <a:bodyPr spcFirstLastPara="1" wrap="square" lIns="91425" tIns="45700" rIns="91425" bIns="45700" anchor="t" anchorCtr="0">
            <a:spAutoFit/>
          </a:bodyPr>
          <a:lstStyle/>
          <a:p>
            <a:pPr marL="0" marR="0" lvl="0" indent="0" algn="ctr" rtl="0">
              <a:spcBef>
                <a:spcPts val="0"/>
              </a:spcBef>
              <a:spcAft>
                <a:spcPts val="0"/>
              </a:spcAft>
              <a:buNone/>
            </a:pPr>
            <a:r>
              <a:rPr lang="en-US" sz="3000" b="1" i="0" u="none" strike="noStrike" cap="none" dirty="0">
                <a:solidFill>
                  <a:schemeClr val="dk1"/>
                </a:solidFill>
                <a:latin typeface="Segoe UI Semibold" panose="020B0702040204020203" pitchFamily="34" charset="0"/>
                <a:ea typeface="Quattrocento Sans"/>
                <a:cs typeface="Segoe UI Semibold" panose="020B0702040204020203" pitchFamily="34" charset="0"/>
                <a:sym typeface="Quattrocento Sans"/>
              </a:rPr>
              <a:t>FlexChroma</a:t>
            </a:r>
            <a:r>
              <a:rPr lang="en-US" sz="2200" b="1" i="0" u="none" strike="noStrike" cap="none" dirty="0">
                <a:solidFill>
                  <a:schemeClr val="dk1"/>
                </a:solidFill>
                <a:latin typeface="Segoe UI Semibold" panose="020B0702040204020203" pitchFamily="34" charset="0"/>
                <a:ea typeface="IBM Plex Sans JP"/>
                <a:cs typeface="Segoe UI Semibold" panose="020B0702040204020203" pitchFamily="34" charset="0"/>
                <a:sym typeface="IBM Plex Sans JP"/>
              </a:rPr>
              <a:t> </a:t>
            </a:r>
            <a:r>
              <a:rPr lang="en-US" sz="2200" b="1" dirty="0">
                <a:solidFill>
                  <a:schemeClr val="dk1"/>
                </a:solidFill>
                <a:latin typeface="Segoe UI Semibold" panose="020B0702040204020203" pitchFamily="34" charset="0"/>
                <a:ea typeface="IBM Plex Sans JP"/>
                <a:cs typeface="Segoe UI Semibold" panose="020B0702040204020203" pitchFamily="34" charset="0"/>
                <a:sym typeface="IBM Plex Sans JP"/>
              </a:rPr>
              <a:t>Blend Color Checker</a:t>
            </a:r>
            <a:endParaRPr sz="2200" b="1" dirty="0">
              <a:solidFill>
                <a:schemeClr val="dk1"/>
              </a:solidFill>
              <a:latin typeface="Segoe UI Semibold" panose="020B0702040204020203" pitchFamily="34" charset="0"/>
              <a:ea typeface="IBM Plex Sans JP"/>
              <a:cs typeface="Segoe UI Semibold" panose="020B0702040204020203" pitchFamily="34" charset="0"/>
              <a:sym typeface="IBM Plex Sans JP"/>
            </a:endParaRPr>
          </a:p>
        </p:txBody>
      </p:sp>
      <p:sp>
        <p:nvSpPr>
          <p:cNvPr id="110" name="Google Shape;110;p14">
            <a:extLst>
              <a:ext uri="{FF2B5EF4-FFF2-40B4-BE49-F238E27FC236}">
                <a16:creationId xmlns:a16="http://schemas.microsoft.com/office/drawing/2014/main" id="{895AA079-8F32-6DE4-79D4-9F205C6313F9}"/>
              </a:ext>
            </a:extLst>
          </p:cNvPr>
          <p:cNvSpPr/>
          <p:nvPr/>
        </p:nvSpPr>
        <p:spPr>
          <a:xfrm>
            <a:off x="566175" y="3015890"/>
            <a:ext cx="204600" cy="204600"/>
          </a:xfrm>
          <a:prstGeom prst="ellipse">
            <a:avLst/>
          </a:prstGeom>
          <a:solidFill>
            <a:schemeClr val="accent1"/>
          </a:solidFill>
          <a:ln w="19050" cap="flat" cmpd="sng">
            <a:solidFill>
              <a:srgbClr val="082836"/>
            </a:solidFill>
            <a:prstDash val="solid"/>
            <a:miter lim="8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Arial"/>
              <a:ea typeface="Arial"/>
              <a:cs typeface="Arial"/>
              <a:sym typeface="Arial"/>
            </a:endParaRPr>
          </a:p>
        </p:txBody>
      </p:sp>
      <p:sp>
        <p:nvSpPr>
          <p:cNvPr id="111" name="Google Shape;111;p14">
            <a:extLst>
              <a:ext uri="{FF2B5EF4-FFF2-40B4-BE49-F238E27FC236}">
                <a16:creationId xmlns:a16="http://schemas.microsoft.com/office/drawing/2014/main" id="{BD584C1E-D8A0-8764-3856-D144D02DA867}"/>
              </a:ext>
            </a:extLst>
          </p:cNvPr>
          <p:cNvSpPr txBox="1"/>
          <p:nvPr/>
        </p:nvSpPr>
        <p:spPr>
          <a:xfrm>
            <a:off x="770844" y="2957097"/>
            <a:ext cx="2055300" cy="4002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000" b="1" dirty="0">
                <a:solidFill>
                  <a:schemeClr val="dk1"/>
                </a:solidFill>
                <a:latin typeface="IBM Plex Sans JP" panose="020B0503050203000203" pitchFamily="50" charset="-128"/>
                <a:ea typeface="IBM Plex Sans JP" panose="020B0503050203000203" pitchFamily="50" charset="-128"/>
                <a:cs typeface="IBM Plex Sans JP SemiBold"/>
                <a:sym typeface="IBM Plex Sans JP SemiBold"/>
              </a:rPr>
              <a:t>1. </a:t>
            </a:r>
            <a:r>
              <a:rPr lang="en-US" sz="2000" b="1" dirty="0" err="1">
                <a:solidFill>
                  <a:schemeClr val="dk1"/>
                </a:solidFill>
                <a:latin typeface="IBM Plex Sans JP" panose="020B0503050203000203" pitchFamily="50" charset="-128"/>
                <a:ea typeface="IBM Plex Sans JP" panose="020B0503050203000203" pitchFamily="50" charset="-128"/>
                <a:cs typeface="IBM Plex Sans JP SemiBold"/>
                <a:sym typeface="IBM Plex Sans JP SemiBold"/>
              </a:rPr>
              <a:t>はじめに</a:t>
            </a:r>
            <a:r>
              <a:rPr lang="en-US" sz="2000" b="1" dirty="0">
                <a:solidFill>
                  <a:schemeClr val="dk1"/>
                </a:solidFill>
                <a:latin typeface="IBM Plex Sans JP" panose="020B0503050203000203" pitchFamily="50" charset="-128"/>
                <a:ea typeface="IBM Plex Sans JP" panose="020B0503050203000203" pitchFamily="50" charset="-128"/>
                <a:cs typeface="IBM Plex Sans JP SemiBold"/>
                <a:sym typeface="IBM Plex Sans JP SemiBold"/>
              </a:rPr>
              <a:t> </a:t>
            </a:r>
            <a:endParaRPr sz="2000" b="1" dirty="0">
              <a:solidFill>
                <a:schemeClr val="dk1"/>
              </a:solidFill>
              <a:latin typeface="IBM Plex Sans JP" panose="020B0503050203000203" pitchFamily="50" charset="-128"/>
              <a:ea typeface="IBM Plex Sans JP" panose="020B0503050203000203" pitchFamily="50" charset="-128"/>
              <a:cs typeface="IBM Plex Sans JP SemiBold"/>
              <a:sym typeface="IBM Plex Sans JP SemiBold"/>
            </a:endParaRPr>
          </a:p>
        </p:txBody>
      </p:sp>
      <p:sp>
        <p:nvSpPr>
          <p:cNvPr id="112" name="Google Shape;112;p14">
            <a:extLst>
              <a:ext uri="{FF2B5EF4-FFF2-40B4-BE49-F238E27FC236}">
                <a16:creationId xmlns:a16="http://schemas.microsoft.com/office/drawing/2014/main" id="{10ED189B-3418-0FEF-FB32-AFDD2F7A415A}"/>
              </a:ext>
            </a:extLst>
          </p:cNvPr>
          <p:cNvSpPr txBox="1"/>
          <p:nvPr/>
        </p:nvSpPr>
        <p:spPr>
          <a:xfrm>
            <a:off x="668508" y="3380037"/>
            <a:ext cx="5649600" cy="8157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050" dirty="0">
                <a:solidFill>
                  <a:schemeClr val="dk1"/>
                </a:solidFill>
                <a:latin typeface="IBM Plex Sans JP" panose="020B0503050203000203" pitchFamily="50" charset="-128"/>
                <a:ea typeface="IBM Plex Sans JP" panose="020B0503050203000203" pitchFamily="50" charset="-128"/>
                <a:cs typeface="Quattrocento Sans"/>
                <a:sym typeface="Quattrocento Sans"/>
              </a:rPr>
              <a:t>FlexChroma Blend Color Checker </a:t>
            </a:r>
            <a:r>
              <a:rPr lang="en-US" sz="1050" dirty="0" err="1">
                <a:solidFill>
                  <a:schemeClr val="dk1"/>
                </a:solidFill>
                <a:latin typeface="IBM Plex Sans JP" panose="020B0503050203000203" pitchFamily="50" charset="-128"/>
                <a:ea typeface="IBM Plex Sans JP" panose="020B0503050203000203" pitchFamily="50" charset="-128"/>
                <a:cs typeface="Quattrocento Sans"/>
                <a:sym typeface="Quattrocento Sans"/>
              </a:rPr>
              <a:t>は、FlexChroma</a:t>
            </a:r>
            <a:r>
              <a:rPr lang="en-US" sz="1050" dirty="0">
                <a:solidFill>
                  <a:schemeClr val="dk1"/>
                </a:solidFill>
                <a:latin typeface="IBM Plex Sans JP" panose="020B0503050203000203" pitchFamily="50" charset="-128"/>
                <a:ea typeface="IBM Plex Sans JP" panose="020B0503050203000203" pitchFamily="50" charset="-128"/>
                <a:cs typeface="Quattrocento Sans"/>
                <a:sym typeface="Quattrocento Sans"/>
              </a:rPr>
              <a:t> Blend Filament </a:t>
            </a:r>
            <a:r>
              <a:rPr lang="en-US" sz="1050" dirty="0" err="1">
                <a:solidFill>
                  <a:schemeClr val="dk1"/>
                </a:solidFill>
                <a:latin typeface="IBM Plex Sans JP" panose="020B0503050203000203" pitchFamily="50" charset="-128"/>
                <a:ea typeface="IBM Plex Sans JP" panose="020B0503050203000203" pitchFamily="50" charset="-128"/>
                <a:cs typeface="Quattrocento Sans"/>
                <a:sym typeface="Quattrocento Sans"/>
              </a:rPr>
              <a:t>による</a:t>
            </a:r>
            <a:r>
              <a:rPr lang="en-US" sz="1050" dirty="0">
                <a:solidFill>
                  <a:schemeClr val="dk1"/>
                </a:solidFill>
                <a:latin typeface="IBM Plex Sans JP" panose="020B0503050203000203" pitchFamily="50" charset="-128"/>
                <a:ea typeface="IBM Plex Sans JP" panose="020B0503050203000203" pitchFamily="50" charset="-128"/>
                <a:cs typeface="Quattrocento Sans"/>
                <a:sym typeface="Quattrocento Sans"/>
              </a:rPr>
              <a:t> </a:t>
            </a:r>
            <a:r>
              <a:rPr lang="en-US" sz="1050" dirty="0" err="1">
                <a:solidFill>
                  <a:schemeClr val="dk1"/>
                </a:solidFill>
                <a:latin typeface="IBM Plex Sans JP" panose="020B0503050203000203" pitchFamily="50" charset="-128"/>
                <a:ea typeface="IBM Plex Sans JP" panose="020B0503050203000203" pitchFamily="50" charset="-128"/>
                <a:cs typeface="Quattrocento Sans"/>
                <a:sym typeface="Quattrocento Sans"/>
              </a:rPr>
              <a:t>混色比ごとの色を実際に目</a:t>
            </a:r>
            <a:r>
              <a:rPr lang="en-US" sz="1050" dirty="0">
                <a:solidFill>
                  <a:schemeClr val="dk1"/>
                </a:solidFill>
                <a:latin typeface="IBM Plex Sans JP" panose="020B0503050203000203" pitchFamily="50" charset="-128"/>
                <a:ea typeface="IBM Plex Sans JP" panose="020B0503050203000203" pitchFamily="50" charset="-128"/>
                <a:cs typeface="Quattrocento Sans"/>
                <a:sym typeface="Quattrocento Sans"/>
              </a:rPr>
              <a:t> </a:t>
            </a:r>
            <a:r>
              <a:rPr lang="en-US" sz="1050" dirty="0" err="1">
                <a:solidFill>
                  <a:schemeClr val="dk1"/>
                </a:solidFill>
                <a:latin typeface="IBM Plex Sans JP" panose="020B0503050203000203" pitchFamily="50" charset="-128"/>
                <a:ea typeface="IBM Plex Sans JP" panose="020B0503050203000203" pitchFamily="50" charset="-128"/>
                <a:cs typeface="Quattrocento Sans"/>
                <a:sym typeface="Quattrocento Sans"/>
              </a:rPr>
              <a:t>で見て評価するための専用モデルです</a:t>
            </a:r>
            <a:r>
              <a:rPr lang="en-US" sz="1050" dirty="0">
                <a:solidFill>
                  <a:schemeClr val="dk1"/>
                </a:solidFill>
                <a:latin typeface="IBM Plex Sans JP" panose="020B0503050203000203" pitchFamily="50" charset="-128"/>
                <a:ea typeface="IBM Plex Sans JP" panose="020B0503050203000203" pitchFamily="50" charset="-128"/>
                <a:cs typeface="Quattrocento Sans"/>
                <a:sym typeface="Quattrocento Sans"/>
              </a:rPr>
              <a:t>。 </a:t>
            </a:r>
            <a:endParaRPr sz="1050" dirty="0">
              <a:solidFill>
                <a:schemeClr val="dk1"/>
              </a:solidFill>
              <a:latin typeface="IBM Plex Sans JP" panose="020B0503050203000203" pitchFamily="50" charset="-128"/>
              <a:ea typeface="IBM Plex Sans JP" panose="020B0503050203000203" pitchFamily="50" charset="-128"/>
              <a:cs typeface="Quattrocento Sans"/>
              <a:sym typeface="Quattrocento Sans"/>
            </a:endParaRPr>
          </a:p>
          <a:p>
            <a:pPr marL="0" marR="0" lvl="0" indent="0" algn="l" rtl="0">
              <a:spcBef>
                <a:spcPts val="0"/>
              </a:spcBef>
              <a:spcAft>
                <a:spcPts val="0"/>
              </a:spcAft>
              <a:buNone/>
            </a:pPr>
            <a:endParaRPr sz="500" dirty="0">
              <a:solidFill>
                <a:schemeClr val="dk1"/>
              </a:solidFill>
              <a:latin typeface="IBM Plex Sans JP" panose="020B0503050203000203" pitchFamily="50" charset="-128"/>
              <a:ea typeface="IBM Plex Sans JP" panose="020B0503050203000203" pitchFamily="50" charset="-128"/>
              <a:cs typeface="Quattrocento Sans"/>
              <a:sym typeface="Quattrocento Sans"/>
            </a:endParaRPr>
          </a:p>
          <a:p>
            <a:pPr marL="0" marR="0" lvl="0" indent="0" algn="l" rtl="0">
              <a:spcBef>
                <a:spcPts val="0"/>
              </a:spcBef>
              <a:spcAft>
                <a:spcPts val="0"/>
              </a:spcAft>
              <a:buNone/>
            </a:pPr>
            <a:r>
              <a:rPr lang="en-US" sz="1050" dirty="0">
                <a:solidFill>
                  <a:schemeClr val="dk1"/>
                </a:solidFill>
                <a:latin typeface="IBM Plex Sans JP" panose="020B0503050203000203" pitchFamily="50" charset="-128"/>
                <a:ea typeface="IBM Plex Sans JP" panose="020B0503050203000203" pitchFamily="50" charset="-128"/>
                <a:cs typeface="Quattrocento Sans"/>
                <a:sym typeface="Quattrocento Sans"/>
              </a:rPr>
              <a:t>AMS により生成された21段の混色領域に分かれた混色フィラメントを使用し、混色比と実際の色がどのように対応する か </a:t>
            </a:r>
            <a:r>
              <a:rPr lang="en-US" sz="1050" dirty="0" err="1">
                <a:solidFill>
                  <a:schemeClr val="dk1"/>
                </a:solidFill>
                <a:latin typeface="IBM Plex Sans JP" panose="020B0503050203000203" pitchFamily="50" charset="-128"/>
                <a:ea typeface="IBM Plex Sans JP" panose="020B0503050203000203" pitchFamily="50" charset="-128"/>
                <a:cs typeface="Quattrocento Sans"/>
                <a:sym typeface="Quattrocento Sans"/>
              </a:rPr>
              <a:t>を直接確認できるよう設計されています</a:t>
            </a:r>
            <a:r>
              <a:rPr lang="en-US" sz="1050" dirty="0">
                <a:solidFill>
                  <a:schemeClr val="dk1"/>
                </a:solidFill>
                <a:latin typeface="IBM Plex Sans JP" panose="020B0503050203000203" pitchFamily="50" charset="-128"/>
                <a:ea typeface="IBM Plex Sans JP" panose="020B0503050203000203" pitchFamily="50" charset="-128"/>
                <a:cs typeface="Quattrocento Sans"/>
                <a:sym typeface="Quattrocento Sans"/>
              </a:rPr>
              <a:t>。 </a:t>
            </a:r>
            <a:endParaRPr sz="1050" b="1" dirty="0">
              <a:solidFill>
                <a:schemeClr val="dk1"/>
              </a:solidFill>
              <a:latin typeface="IBM Plex Sans JP" panose="020B0503050203000203" pitchFamily="50" charset="-128"/>
              <a:ea typeface="IBM Plex Sans JP" panose="020B0503050203000203" pitchFamily="50" charset="-128"/>
              <a:cs typeface="IBM Plex Sans JP"/>
              <a:sym typeface="IBM Plex Sans JP"/>
            </a:endParaRPr>
          </a:p>
        </p:txBody>
      </p:sp>
      <p:sp>
        <p:nvSpPr>
          <p:cNvPr id="113" name="Google Shape;113;p14">
            <a:extLst>
              <a:ext uri="{FF2B5EF4-FFF2-40B4-BE49-F238E27FC236}">
                <a16:creationId xmlns:a16="http://schemas.microsoft.com/office/drawing/2014/main" id="{3612F327-5183-1120-0F49-DE4EFB040663}"/>
              </a:ext>
            </a:extLst>
          </p:cNvPr>
          <p:cNvSpPr/>
          <p:nvPr/>
        </p:nvSpPr>
        <p:spPr>
          <a:xfrm>
            <a:off x="566175" y="4624475"/>
            <a:ext cx="204600" cy="204600"/>
          </a:xfrm>
          <a:prstGeom prst="ellipse">
            <a:avLst/>
          </a:prstGeom>
          <a:solidFill>
            <a:schemeClr val="accent1"/>
          </a:solidFill>
          <a:ln w="19050" cap="flat" cmpd="sng">
            <a:solidFill>
              <a:srgbClr val="082836"/>
            </a:solidFill>
            <a:prstDash val="solid"/>
            <a:miter lim="8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Arial"/>
              <a:ea typeface="Arial"/>
              <a:cs typeface="Arial"/>
              <a:sym typeface="Arial"/>
            </a:endParaRPr>
          </a:p>
        </p:txBody>
      </p:sp>
      <p:sp>
        <p:nvSpPr>
          <p:cNvPr id="114" name="Google Shape;114;p14">
            <a:extLst>
              <a:ext uri="{FF2B5EF4-FFF2-40B4-BE49-F238E27FC236}">
                <a16:creationId xmlns:a16="http://schemas.microsoft.com/office/drawing/2014/main" id="{A14A5123-0E70-EBFE-A018-A57DB3E53306}"/>
              </a:ext>
            </a:extLst>
          </p:cNvPr>
          <p:cNvSpPr txBox="1"/>
          <p:nvPr/>
        </p:nvSpPr>
        <p:spPr>
          <a:xfrm>
            <a:off x="770844" y="4556779"/>
            <a:ext cx="3389100" cy="4002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000" b="1">
                <a:solidFill>
                  <a:schemeClr val="dk1"/>
                </a:solidFill>
                <a:latin typeface="IBM Plex Sans JP" panose="020B0503050203000203" pitchFamily="50" charset="-128"/>
                <a:ea typeface="IBM Plex Sans JP" panose="020B0503050203000203" pitchFamily="50" charset="-128"/>
                <a:cs typeface="IBM Plex Sans JP SemiBold"/>
                <a:sym typeface="IBM Plex Sans JP SemiBold"/>
              </a:rPr>
              <a:t>2. Color Checker の目的 </a:t>
            </a:r>
            <a:endParaRPr sz="2400" b="1">
              <a:solidFill>
                <a:schemeClr val="dk1"/>
              </a:solidFill>
              <a:latin typeface="IBM Plex Sans JP" panose="020B0503050203000203" pitchFamily="50" charset="-128"/>
              <a:ea typeface="IBM Plex Sans JP" panose="020B0503050203000203" pitchFamily="50" charset="-128"/>
              <a:cs typeface="IBM Plex Sans JP SemiBold"/>
              <a:sym typeface="IBM Plex Sans JP SemiBold"/>
            </a:endParaRPr>
          </a:p>
        </p:txBody>
      </p:sp>
      <p:sp>
        <p:nvSpPr>
          <p:cNvPr id="115" name="Google Shape;115;p14">
            <a:extLst>
              <a:ext uri="{FF2B5EF4-FFF2-40B4-BE49-F238E27FC236}">
                <a16:creationId xmlns:a16="http://schemas.microsoft.com/office/drawing/2014/main" id="{C4E70EE9-777B-47BB-B252-9BF07ED4ED3B}"/>
              </a:ext>
            </a:extLst>
          </p:cNvPr>
          <p:cNvSpPr txBox="1"/>
          <p:nvPr/>
        </p:nvSpPr>
        <p:spPr>
          <a:xfrm>
            <a:off x="661239" y="5006425"/>
            <a:ext cx="5649600" cy="8157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050" dirty="0" err="1">
                <a:solidFill>
                  <a:schemeClr val="dk1"/>
                </a:solidFill>
                <a:latin typeface="IBM Plex Sans JP" panose="020B0503050203000203" pitchFamily="50" charset="-128"/>
                <a:ea typeface="IBM Plex Sans JP" panose="020B0503050203000203" pitchFamily="50" charset="-128"/>
                <a:cs typeface="IBM Plex Sans JP"/>
                <a:sym typeface="IBM Plex Sans JP"/>
              </a:rPr>
              <a:t>本モデルは以下の用途に最適です</a:t>
            </a:r>
            <a:r>
              <a:rPr lang="en-US" sz="1050" dirty="0">
                <a:solidFill>
                  <a:schemeClr val="dk1"/>
                </a:solidFill>
                <a:latin typeface="IBM Plex Sans JP" panose="020B0503050203000203" pitchFamily="50" charset="-128"/>
                <a:ea typeface="IBM Plex Sans JP" panose="020B0503050203000203" pitchFamily="50" charset="-128"/>
                <a:cs typeface="IBM Plex Sans JP"/>
                <a:sym typeface="IBM Plex Sans JP"/>
              </a:rPr>
              <a:t>。  </a:t>
            </a:r>
            <a:endParaRPr sz="1050" dirty="0">
              <a:solidFill>
                <a:schemeClr val="dk1"/>
              </a:solidFill>
              <a:latin typeface="IBM Plex Sans JP" panose="020B0503050203000203" pitchFamily="50" charset="-128"/>
              <a:ea typeface="IBM Plex Sans JP" panose="020B0503050203000203" pitchFamily="50" charset="-128"/>
              <a:cs typeface="IBM Plex Sans JP"/>
              <a:sym typeface="IBM Plex Sans JP"/>
            </a:endParaRPr>
          </a:p>
          <a:p>
            <a:pPr marL="0" marR="0" lvl="0" indent="0" algn="l" rtl="0">
              <a:spcBef>
                <a:spcPts val="0"/>
              </a:spcBef>
              <a:spcAft>
                <a:spcPts val="0"/>
              </a:spcAft>
              <a:buNone/>
            </a:pPr>
            <a:endParaRPr sz="500" dirty="0">
              <a:solidFill>
                <a:schemeClr val="dk1"/>
              </a:solidFill>
              <a:latin typeface="IBM Plex Sans JP" panose="020B0503050203000203" pitchFamily="50" charset="-128"/>
              <a:ea typeface="IBM Plex Sans JP" panose="020B0503050203000203" pitchFamily="50" charset="-128"/>
              <a:cs typeface="IBM Plex Sans JP"/>
              <a:sym typeface="IBM Plex Sans JP"/>
            </a:endParaRPr>
          </a:p>
          <a:p>
            <a:pPr marL="457200" marR="0" lvl="0" indent="-295275" algn="l" rtl="0">
              <a:spcBef>
                <a:spcPts val="0"/>
              </a:spcBef>
              <a:spcAft>
                <a:spcPts val="0"/>
              </a:spcAft>
              <a:buClr>
                <a:schemeClr val="dk1"/>
              </a:buClr>
              <a:buSzPts val="1050"/>
              <a:buFont typeface="Arial" panose="020B0604020202020204" pitchFamily="34" charset="0"/>
              <a:buChar char="•"/>
            </a:pPr>
            <a:r>
              <a:rPr lang="en-US" sz="1050" dirty="0" err="1">
                <a:solidFill>
                  <a:schemeClr val="dk1"/>
                </a:solidFill>
                <a:latin typeface="IBM Plex Sans JP" panose="020B0503050203000203" pitchFamily="50" charset="-128"/>
                <a:ea typeface="IBM Plex Sans JP" panose="020B0503050203000203" pitchFamily="50" charset="-128"/>
                <a:cs typeface="IBM Plex Sans JP"/>
                <a:sym typeface="IBM Plex Sans JP"/>
              </a:rPr>
              <a:t>混色比ごとの</a:t>
            </a:r>
            <a:r>
              <a:rPr lang="en-US" sz="1050" dirty="0">
                <a:solidFill>
                  <a:schemeClr val="dk1"/>
                </a:solidFill>
                <a:latin typeface="IBM Plex Sans JP" panose="020B0503050203000203" pitchFamily="50" charset="-128"/>
                <a:ea typeface="IBM Plex Sans JP" panose="020B0503050203000203" pitchFamily="50" charset="-128"/>
                <a:cs typeface="IBM Plex Sans JP"/>
                <a:sym typeface="IBM Plex Sans JP"/>
              </a:rPr>
              <a:t> </a:t>
            </a:r>
            <a:r>
              <a:rPr lang="en-US" sz="1050" dirty="0" err="1">
                <a:solidFill>
                  <a:schemeClr val="dk1"/>
                </a:solidFill>
                <a:latin typeface="IBM Plex Sans JP" panose="020B0503050203000203" pitchFamily="50" charset="-128"/>
                <a:ea typeface="IBM Plex Sans JP" panose="020B0503050203000203" pitchFamily="50" charset="-128"/>
                <a:cs typeface="IBM Plex Sans JP"/>
                <a:sym typeface="IBM Plex Sans JP"/>
              </a:rPr>
              <a:t>実際の色の違い</a:t>
            </a:r>
            <a:r>
              <a:rPr lang="en-US" sz="1050" dirty="0">
                <a:solidFill>
                  <a:schemeClr val="dk1"/>
                </a:solidFill>
                <a:latin typeface="IBM Plex Sans JP" panose="020B0503050203000203" pitchFamily="50" charset="-128"/>
                <a:ea typeface="IBM Plex Sans JP" panose="020B0503050203000203" pitchFamily="50" charset="-128"/>
                <a:cs typeface="IBM Plex Sans JP"/>
                <a:sym typeface="IBM Plex Sans JP"/>
              </a:rPr>
              <a:t> </a:t>
            </a:r>
            <a:r>
              <a:rPr lang="en-US" sz="1050" dirty="0" err="1">
                <a:solidFill>
                  <a:schemeClr val="dk1"/>
                </a:solidFill>
                <a:latin typeface="IBM Plex Sans JP" panose="020B0503050203000203" pitchFamily="50" charset="-128"/>
                <a:ea typeface="IBM Plex Sans JP" panose="020B0503050203000203" pitchFamily="50" charset="-128"/>
                <a:cs typeface="IBM Plex Sans JP"/>
                <a:sym typeface="IBM Plex Sans JP"/>
              </a:rPr>
              <a:t>を視覚的に確認</a:t>
            </a:r>
            <a:r>
              <a:rPr lang="en-US" sz="1050" dirty="0">
                <a:solidFill>
                  <a:schemeClr val="dk1"/>
                </a:solidFill>
                <a:latin typeface="IBM Plex Sans JP" panose="020B0503050203000203" pitchFamily="50" charset="-128"/>
                <a:ea typeface="IBM Plex Sans JP" panose="020B0503050203000203" pitchFamily="50" charset="-128"/>
                <a:cs typeface="IBM Plex Sans JP"/>
                <a:sym typeface="IBM Plex Sans JP"/>
              </a:rPr>
              <a:t>  </a:t>
            </a:r>
            <a:endParaRPr sz="1050" dirty="0">
              <a:solidFill>
                <a:schemeClr val="dk1"/>
              </a:solidFill>
              <a:latin typeface="IBM Plex Sans JP" panose="020B0503050203000203" pitchFamily="50" charset="-128"/>
              <a:ea typeface="IBM Plex Sans JP" panose="020B0503050203000203" pitchFamily="50" charset="-128"/>
              <a:cs typeface="IBM Plex Sans JP"/>
              <a:sym typeface="IBM Plex Sans JP"/>
            </a:endParaRPr>
          </a:p>
          <a:p>
            <a:pPr marL="457200" marR="0" lvl="0" indent="-295275" algn="l" rtl="0">
              <a:spcBef>
                <a:spcPts val="0"/>
              </a:spcBef>
              <a:spcAft>
                <a:spcPts val="0"/>
              </a:spcAft>
              <a:buClr>
                <a:schemeClr val="dk1"/>
              </a:buClr>
              <a:buSzPts val="1050"/>
              <a:buFont typeface="Arial" panose="020B0604020202020204" pitchFamily="34" charset="0"/>
              <a:buChar char="•"/>
            </a:pPr>
            <a:r>
              <a:rPr lang="en-US" sz="1050" dirty="0" err="1">
                <a:solidFill>
                  <a:schemeClr val="dk1"/>
                </a:solidFill>
                <a:latin typeface="IBM Plex Sans JP" panose="020B0503050203000203" pitchFamily="50" charset="-128"/>
                <a:ea typeface="IBM Plex Sans JP" panose="020B0503050203000203" pitchFamily="50" charset="-128"/>
                <a:cs typeface="IBM Plex Sans JP"/>
                <a:sym typeface="IBM Plex Sans JP"/>
              </a:rPr>
              <a:t>印刷方向の違いによる色差の確認</a:t>
            </a:r>
            <a:r>
              <a:rPr lang="en-US" sz="1050" dirty="0">
                <a:solidFill>
                  <a:schemeClr val="dk1"/>
                </a:solidFill>
                <a:latin typeface="IBM Plex Sans JP" panose="020B0503050203000203" pitchFamily="50" charset="-128"/>
                <a:ea typeface="IBM Plex Sans JP" panose="020B0503050203000203" pitchFamily="50" charset="-128"/>
                <a:cs typeface="IBM Plex Sans JP"/>
                <a:sym typeface="IBM Plex Sans JP"/>
              </a:rPr>
              <a:t>  </a:t>
            </a:r>
            <a:endParaRPr sz="1050" dirty="0">
              <a:solidFill>
                <a:schemeClr val="dk1"/>
              </a:solidFill>
              <a:latin typeface="IBM Plex Sans JP" panose="020B0503050203000203" pitchFamily="50" charset="-128"/>
              <a:ea typeface="IBM Plex Sans JP" panose="020B0503050203000203" pitchFamily="50" charset="-128"/>
              <a:cs typeface="IBM Plex Sans JP"/>
              <a:sym typeface="IBM Plex Sans JP"/>
            </a:endParaRPr>
          </a:p>
          <a:p>
            <a:pPr marL="457200" marR="0" lvl="0" indent="-295275" algn="l" rtl="0">
              <a:spcBef>
                <a:spcPts val="0"/>
              </a:spcBef>
              <a:spcAft>
                <a:spcPts val="0"/>
              </a:spcAft>
              <a:buClr>
                <a:schemeClr val="dk1"/>
              </a:buClr>
              <a:buSzPts val="1050"/>
              <a:buFont typeface="Arial" panose="020B0604020202020204" pitchFamily="34" charset="0"/>
              <a:buChar char="•"/>
            </a:pPr>
            <a:r>
              <a:rPr lang="en-US" sz="1050" dirty="0">
                <a:solidFill>
                  <a:schemeClr val="dk1"/>
                </a:solidFill>
                <a:latin typeface="IBM Plex Sans JP" panose="020B0503050203000203" pitchFamily="50" charset="-128"/>
                <a:ea typeface="IBM Plex Sans JP" panose="020B0503050203000203" pitchFamily="50" charset="-128"/>
                <a:cs typeface="IBM Plex Sans JP"/>
                <a:sym typeface="IBM Plex Sans JP"/>
              </a:rPr>
              <a:t>NIX MINI 3 </a:t>
            </a:r>
            <a:r>
              <a:rPr lang="en-US" sz="1050" dirty="0" err="1">
                <a:solidFill>
                  <a:schemeClr val="dk1"/>
                </a:solidFill>
                <a:latin typeface="IBM Plex Sans JP" panose="020B0503050203000203" pitchFamily="50" charset="-128"/>
                <a:ea typeface="IBM Plex Sans JP" panose="020B0503050203000203" pitchFamily="50" charset="-128"/>
                <a:cs typeface="IBM Plex Sans JP"/>
                <a:sym typeface="IBM Plex Sans JP"/>
              </a:rPr>
              <a:t>による色計測を前提とした</a:t>
            </a:r>
            <a:r>
              <a:rPr lang="en-US" sz="1050" dirty="0">
                <a:solidFill>
                  <a:schemeClr val="dk1"/>
                </a:solidFill>
                <a:latin typeface="IBM Plex Sans JP" panose="020B0503050203000203" pitchFamily="50" charset="-128"/>
                <a:ea typeface="IBM Plex Sans JP" panose="020B0503050203000203" pitchFamily="50" charset="-128"/>
                <a:cs typeface="IBM Plex Sans JP"/>
                <a:sym typeface="IBM Plex Sans JP"/>
              </a:rPr>
              <a:t> </a:t>
            </a:r>
            <a:r>
              <a:rPr lang="en-US" sz="1050" dirty="0" err="1">
                <a:solidFill>
                  <a:schemeClr val="dk1"/>
                </a:solidFill>
                <a:latin typeface="IBM Plex Sans JP" panose="020B0503050203000203" pitchFamily="50" charset="-128"/>
                <a:ea typeface="IBM Plex Sans JP" panose="020B0503050203000203" pitchFamily="50" charset="-128"/>
                <a:cs typeface="IBM Plex Sans JP"/>
                <a:sym typeface="IBM Plex Sans JP"/>
              </a:rPr>
              <a:t>数値的な色評価</a:t>
            </a:r>
            <a:r>
              <a:rPr lang="en-US" sz="1050" dirty="0">
                <a:solidFill>
                  <a:schemeClr val="dk1"/>
                </a:solidFill>
                <a:latin typeface="IBM Plex Sans JP" panose="020B0503050203000203" pitchFamily="50" charset="-128"/>
                <a:ea typeface="IBM Plex Sans JP" panose="020B0503050203000203" pitchFamily="50" charset="-128"/>
                <a:cs typeface="IBM Plex Sans JP"/>
                <a:sym typeface="IBM Plex Sans JP"/>
              </a:rPr>
              <a:t> </a:t>
            </a:r>
            <a:endParaRPr sz="1050" b="1" dirty="0">
              <a:solidFill>
                <a:schemeClr val="dk1"/>
              </a:solidFill>
              <a:latin typeface="IBM Plex Sans JP" panose="020B0503050203000203" pitchFamily="50" charset="-128"/>
              <a:ea typeface="IBM Plex Sans JP" panose="020B0503050203000203" pitchFamily="50" charset="-128"/>
              <a:cs typeface="IBM Plex Sans JP"/>
              <a:sym typeface="IBM Plex Sans JP"/>
            </a:endParaRPr>
          </a:p>
        </p:txBody>
      </p:sp>
      <p:grpSp>
        <p:nvGrpSpPr>
          <p:cNvPr id="116" name="Google Shape;116;p14">
            <a:extLst>
              <a:ext uri="{FF2B5EF4-FFF2-40B4-BE49-F238E27FC236}">
                <a16:creationId xmlns:a16="http://schemas.microsoft.com/office/drawing/2014/main" id="{7A9F3C5D-E333-2B9F-C38E-3712EB68958D}"/>
              </a:ext>
            </a:extLst>
          </p:cNvPr>
          <p:cNvGrpSpPr/>
          <p:nvPr/>
        </p:nvGrpSpPr>
        <p:grpSpPr>
          <a:xfrm>
            <a:off x="900413" y="447291"/>
            <a:ext cx="5071711" cy="377792"/>
            <a:chOff x="1042026" y="430737"/>
            <a:chExt cx="4781214" cy="377792"/>
          </a:xfrm>
        </p:grpSpPr>
        <p:sp>
          <p:nvSpPr>
            <p:cNvPr id="117" name="Google Shape;117;p14">
              <a:extLst>
                <a:ext uri="{FF2B5EF4-FFF2-40B4-BE49-F238E27FC236}">
                  <a16:creationId xmlns:a16="http://schemas.microsoft.com/office/drawing/2014/main" id="{9E7D43D4-C5FF-086D-FB4A-08A7B84FED20}"/>
                </a:ext>
              </a:extLst>
            </p:cNvPr>
            <p:cNvSpPr/>
            <p:nvPr/>
          </p:nvSpPr>
          <p:spPr>
            <a:xfrm>
              <a:off x="1042026" y="430737"/>
              <a:ext cx="4781214" cy="377792"/>
            </a:xfrm>
            <a:prstGeom prst="round2SameRect">
              <a:avLst>
                <a:gd name="adj1" fmla="val 50000"/>
                <a:gd name="adj2" fmla="val 0"/>
              </a:avLst>
            </a:prstGeom>
            <a:solidFill>
              <a:schemeClr val="accent1"/>
            </a:solidFill>
            <a:ln w="19050" cap="flat" cmpd="sng">
              <a:solidFill>
                <a:srgbClr val="082836"/>
              </a:solidFill>
              <a:prstDash val="solid"/>
              <a:miter lim="8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Arial"/>
                <a:ea typeface="Arial"/>
                <a:cs typeface="Arial"/>
                <a:sym typeface="Arial"/>
              </a:endParaRPr>
            </a:p>
          </p:txBody>
        </p:sp>
        <p:sp>
          <p:nvSpPr>
            <p:cNvPr id="118" name="Google Shape;118;p14">
              <a:extLst>
                <a:ext uri="{FF2B5EF4-FFF2-40B4-BE49-F238E27FC236}">
                  <a16:creationId xmlns:a16="http://schemas.microsoft.com/office/drawing/2014/main" id="{4F36BDDD-87FD-5807-702A-651B49809196}"/>
                </a:ext>
              </a:extLst>
            </p:cNvPr>
            <p:cNvSpPr/>
            <p:nvPr/>
          </p:nvSpPr>
          <p:spPr>
            <a:xfrm>
              <a:off x="1042026" y="697920"/>
              <a:ext cx="4781214" cy="110609"/>
            </a:xfrm>
            <a:prstGeom prst="round2SameRect">
              <a:avLst>
                <a:gd name="adj1" fmla="val 50000"/>
                <a:gd name="adj2" fmla="val 0"/>
              </a:avLst>
            </a:prstGeom>
            <a:solidFill>
              <a:schemeClr val="accent1"/>
            </a:solidFill>
            <a:ln w="19050" cap="flat" cmpd="sng">
              <a:solidFill>
                <a:srgbClr val="082836"/>
              </a:solidFill>
              <a:prstDash val="solid"/>
              <a:miter lim="8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Arial"/>
                <a:ea typeface="Arial"/>
                <a:cs typeface="Arial"/>
                <a:sym typeface="Arial"/>
              </a:endParaRPr>
            </a:p>
          </p:txBody>
        </p:sp>
      </p:grpSp>
      <p:grpSp>
        <p:nvGrpSpPr>
          <p:cNvPr id="119" name="Google Shape;119;p14">
            <a:extLst>
              <a:ext uri="{FF2B5EF4-FFF2-40B4-BE49-F238E27FC236}">
                <a16:creationId xmlns:a16="http://schemas.microsoft.com/office/drawing/2014/main" id="{E4B1D137-9085-8FD5-A17B-98BE176227DA}"/>
              </a:ext>
            </a:extLst>
          </p:cNvPr>
          <p:cNvGrpSpPr/>
          <p:nvPr/>
        </p:nvGrpSpPr>
        <p:grpSpPr>
          <a:xfrm rot="10800000">
            <a:off x="900412" y="2224664"/>
            <a:ext cx="5071712" cy="377792"/>
            <a:chOff x="1042026" y="430737"/>
            <a:chExt cx="4781214" cy="377792"/>
          </a:xfrm>
        </p:grpSpPr>
        <p:sp>
          <p:nvSpPr>
            <p:cNvPr id="120" name="Google Shape;120;p14">
              <a:extLst>
                <a:ext uri="{FF2B5EF4-FFF2-40B4-BE49-F238E27FC236}">
                  <a16:creationId xmlns:a16="http://schemas.microsoft.com/office/drawing/2014/main" id="{2DFFB817-A739-5FB8-5687-833247FC67EA}"/>
                </a:ext>
              </a:extLst>
            </p:cNvPr>
            <p:cNvSpPr/>
            <p:nvPr/>
          </p:nvSpPr>
          <p:spPr>
            <a:xfrm>
              <a:off x="1042026" y="430737"/>
              <a:ext cx="4781214" cy="377792"/>
            </a:xfrm>
            <a:prstGeom prst="round2SameRect">
              <a:avLst>
                <a:gd name="adj1" fmla="val 50000"/>
                <a:gd name="adj2" fmla="val 0"/>
              </a:avLst>
            </a:prstGeom>
            <a:solidFill>
              <a:schemeClr val="accent1"/>
            </a:solidFill>
            <a:ln w="19050" cap="flat" cmpd="sng">
              <a:solidFill>
                <a:srgbClr val="082836"/>
              </a:solidFill>
              <a:prstDash val="solid"/>
              <a:miter lim="8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Arial"/>
                <a:ea typeface="Arial"/>
                <a:cs typeface="Arial"/>
                <a:sym typeface="Arial"/>
              </a:endParaRPr>
            </a:p>
          </p:txBody>
        </p:sp>
        <p:sp>
          <p:nvSpPr>
            <p:cNvPr id="121" name="Google Shape;121;p14">
              <a:extLst>
                <a:ext uri="{FF2B5EF4-FFF2-40B4-BE49-F238E27FC236}">
                  <a16:creationId xmlns:a16="http://schemas.microsoft.com/office/drawing/2014/main" id="{600ADD80-2F13-0F4B-6FA2-3D22E793CFC8}"/>
                </a:ext>
              </a:extLst>
            </p:cNvPr>
            <p:cNvSpPr/>
            <p:nvPr/>
          </p:nvSpPr>
          <p:spPr>
            <a:xfrm>
              <a:off x="1042026" y="697920"/>
              <a:ext cx="4781214" cy="110609"/>
            </a:xfrm>
            <a:prstGeom prst="round2SameRect">
              <a:avLst>
                <a:gd name="adj1" fmla="val 50000"/>
                <a:gd name="adj2" fmla="val 0"/>
              </a:avLst>
            </a:prstGeom>
            <a:solidFill>
              <a:schemeClr val="accent1"/>
            </a:solidFill>
            <a:ln w="19050" cap="flat" cmpd="sng">
              <a:solidFill>
                <a:srgbClr val="082836"/>
              </a:solidFill>
              <a:prstDash val="solid"/>
              <a:miter lim="8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Arial"/>
                <a:ea typeface="Arial"/>
                <a:cs typeface="Arial"/>
                <a:sym typeface="Arial"/>
              </a:endParaRPr>
            </a:p>
          </p:txBody>
        </p:sp>
      </p:grpSp>
      <p:sp>
        <p:nvSpPr>
          <p:cNvPr id="122" name="Google Shape;122;p14">
            <a:extLst>
              <a:ext uri="{FF2B5EF4-FFF2-40B4-BE49-F238E27FC236}">
                <a16:creationId xmlns:a16="http://schemas.microsoft.com/office/drawing/2014/main" id="{E8BCD6B7-7E37-16D7-977C-FBA8D52561AF}"/>
              </a:ext>
            </a:extLst>
          </p:cNvPr>
          <p:cNvSpPr txBox="1"/>
          <p:nvPr/>
        </p:nvSpPr>
        <p:spPr>
          <a:xfrm>
            <a:off x="713926" y="1446875"/>
            <a:ext cx="5368200" cy="307736"/>
          </a:xfrm>
          <a:prstGeom prst="rect">
            <a:avLst/>
          </a:prstGeom>
          <a:noFill/>
          <a:ln>
            <a:noFill/>
          </a:ln>
        </p:spPr>
        <p:txBody>
          <a:bodyPr spcFirstLastPara="1" wrap="square" lIns="91425" tIns="45700" rIns="91425" bIns="45700" anchor="t" anchorCtr="0">
            <a:spAutoFit/>
          </a:bodyPr>
          <a:lstStyle/>
          <a:p>
            <a:pPr marL="0" marR="0" lvl="0" indent="0" algn="ctr" rtl="0">
              <a:spcBef>
                <a:spcPts val="0"/>
              </a:spcBef>
              <a:spcAft>
                <a:spcPts val="0"/>
              </a:spcAft>
              <a:buNone/>
            </a:pPr>
            <a:r>
              <a:rPr lang="en-US" dirty="0">
                <a:solidFill>
                  <a:schemeClr val="dk1"/>
                </a:solidFill>
                <a:latin typeface="IBM Plex Sans JP" panose="020B0503050203000203" pitchFamily="50" charset="-128"/>
                <a:ea typeface="IBM Plex Sans JP" panose="020B0503050203000203" pitchFamily="50" charset="-128"/>
                <a:cs typeface="IBM Plex Sans JP"/>
                <a:sym typeface="IBM Plex Sans JP"/>
              </a:rPr>
              <a:t>- </a:t>
            </a:r>
            <a:r>
              <a:rPr lang="en-US" dirty="0" err="1">
                <a:solidFill>
                  <a:schemeClr val="dk1"/>
                </a:solidFill>
                <a:latin typeface="IBM Plex Sans JP" panose="020B0503050203000203" pitchFamily="50" charset="-128"/>
                <a:ea typeface="IBM Plex Sans JP" panose="020B0503050203000203" pitchFamily="50" charset="-128"/>
                <a:cs typeface="IBM Plex Sans JP"/>
                <a:sym typeface="IBM Plex Sans JP"/>
              </a:rPr>
              <a:t>実際の印刷結果を見てBlend</a:t>
            </a:r>
            <a:r>
              <a:rPr lang="en-US" dirty="0">
                <a:solidFill>
                  <a:schemeClr val="dk1"/>
                </a:solidFill>
                <a:latin typeface="IBM Plex Sans JP" panose="020B0503050203000203" pitchFamily="50" charset="-128"/>
                <a:ea typeface="IBM Plex Sans JP" panose="020B0503050203000203" pitchFamily="50" charset="-128"/>
                <a:cs typeface="IBM Plex Sans JP"/>
                <a:sym typeface="IBM Plex Sans JP"/>
              </a:rPr>
              <a:t> </a:t>
            </a:r>
            <a:r>
              <a:rPr lang="en-US" dirty="0" err="1">
                <a:solidFill>
                  <a:schemeClr val="dk1"/>
                </a:solidFill>
                <a:latin typeface="IBM Plex Sans JP" panose="020B0503050203000203" pitchFamily="50" charset="-128"/>
                <a:ea typeface="IBM Plex Sans JP" panose="020B0503050203000203" pitchFamily="50" charset="-128"/>
                <a:cs typeface="IBM Plex Sans JP"/>
                <a:sym typeface="IBM Plex Sans JP"/>
              </a:rPr>
              <a:t>Filamentの色を比較しよう</a:t>
            </a:r>
            <a:r>
              <a:rPr lang="en-US" dirty="0">
                <a:solidFill>
                  <a:schemeClr val="dk1"/>
                </a:solidFill>
                <a:latin typeface="IBM Plex Sans JP" panose="020B0503050203000203" pitchFamily="50" charset="-128"/>
                <a:ea typeface="IBM Plex Sans JP" panose="020B0503050203000203" pitchFamily="50" charset="-128"/>
                <a:cs typeface="IBM Plex Sans JP"/>
                <a:sym typeface="IBM Plex Sans JP"/>
              </a:rPr>
              <a:t>  -</a:t>
            </a:r>
            <a:endParaRPr dirty="0">
              <a:solidFill>
                <a:schemeClr val="dk1"/>
              </a:solidFill>
              <a:latin typeface="IBM Plex Sans JP" panose="020B0503050203000203" pitchFamily="50" charset="-128"/>
              <a:ea typeface="IBM Plex Sans JP" panose="020B0503050203000203" pitchFamily="50" charset="-128"/>
              <a:cs typeface="IBM Plex Sans JP"/>
              <a:sym typeface="IBM Plex Sans JP"/>
            </a:endParaRPr>
          </a:p>
        </p:txBody>
      </p:sp>
      <p:sp>
        <p:nvSpPr>
          <p:cNvPr id="123" name="Google Shape;123;p14">
            <a:extLst>
              <a:ext uri="{FF2B5EF4-FFF2-40B4-BE49-F238E27FC236}">
                <a16:creationId xmlns:a16="http://schemas.microsoft.com/office/drawing/2014/main" id="{BCF83EF5-45E6-267D-950A-F56A52641523}"/>
              </a:ext>
            </a:extLst>
          </p:cNvPr>
          <p:cNvSpPr txBox="1"/>
          <p:nvPr/>
        </p:nvSpPr>
        <p:spPr>
          <a:xfrm>
            <a:off x="2364900" y="1843425"/>
            <a:ext cx="2128200" cy="307800"/>
          </a:xfrm>
          <a:prstGeom prst="rect">
            <a:avLst/>
          </a:prstGeom>
          <a:noFill/>
          <a:ln>
            <a:noFill/>
          </a:ln>
        </p:spPr>
        <p:txBody>
          <a:bodyPr spcFirstLastPara="1" wrap="square" lIns="91425" tIns="45700" rIns="91425" bIns="45700" anchor="t" anchorCtr="0">
            <a:spAutoFit/>
          </a:bodyPr>
          <a:lstStyle/>
          <a:p>
            <a:pPr marL="0" marR="0" lvl="0" indent="0" algn="ctr" rtl="0">
              <a:spcBef>
                <a:spcPts val="0"/>
              </a:spcBef>
              <a:spcAft>
                <a:spcPts val="0"/>
              </a:spcAft>
              <a:buNone/>
            </a:pPr>
            <a:r>
              <a:rPr lang="en-US" sz="1400">
                <a:solidFill>
                  <a:schemeClr val="dk1"/>
                </a:solidFill>
                <a:latin typeface="IBM Plex Sans JP" panose="020B0503050203000203" pitchFamily="50" charset="-128"/>
                <a:ea typeface="IBM Plex Sans JP" panose="020B0503050203000203" pitchFamily="50" charset="-128"/>
                <a:cs typeface="IBM Plex Sans JP"/>
                <a:sym typeface="IBM Plex Sans JP"/>
              </a:rPr>
              <a:t>Ver.1.1</a:t>
            </a:r>
            <a:r>
              <a:rPr lang="en-US">
                <a:solidFill>
                  <a:schemeClr val="dk1"/>
                </a:solidFill>
                <a:latin typeface="IBM Plex Sans JP" panose="020B0503050203000203" pitchFamily="50" charset="-128"/>
                <a:ea typeface="IBM Plex Sans JP" panose="020B0503050203000203" pitchFamily="50" charset="-128"/>
                <a:cs typeface="IBM Plex Sans JP"/>
                <a:sym typeface="IBM Plex Sans JP"/>
              </a:rPr>
              <a:t>0</a:t>
            </a:r>
            <a:r>
              <a:rPr lang="en-US" sz="1400">
                <a:solidFill>
                  <a:schemeClr val="dk1"/>
                </a:solidFill>
                <a:latin typeface="IBM Plex Sans JP" panose="020B0503050203000203" pitchFamily="50" charset="-128"/>
                <a:ea typeface="IBM Plex Sans JP" panose="020B0503050203000203" pitchFamily="50" charset="-128"/>
                <a:cs typeface="IBM Plex Sans JP"/>
                <a:sym typeface="IBM Plex Sans JP"/>
              </a:rPr>
              <a:t>  2026.8.</a:t>
            </a:r>
            <a:r>
              <a:rPr lang="en-US">
                <a:solidFill>
                  <a:schemeClr val="dk1"/>
                </a:solidFill>
                <a:latin typeface="IBM Plex Sans JP" panose="020B0503050203000203" pitchFamily="50" charset="-128"/>
                <a:ea typeface="IBM Plex Sans JP" panose="020B0503050203000203" pitchFamily="50" charset="-128"/>
                <a:cs typeface="IBM Plex Sans JP"/>
                <a:sym typeface="IBM Plex Sans JP"/>
              </a:rPr>
              <a:t>15</a:t>
            </a:r>
            <a:endParaRPr sz="1400">
              <a:solidFill>
                <a:schemeClr val="dk1"/>
              </a:solidFill>
              <a:latin typeface="IBM Plex Sans JP" panose="020B0503050203000203" pitchFamily="50" charset="-128"/>
              <a:ea typeface="IBM Plex Sans JP" panose="020B0503050203000203" pitchFamily="50" charset="-128"/>
              <a:cs typeface="IBM Plex Sans JP"/>
              <a:sym typeface="IBM Plex Sans JP"/>
            </a:endParaRPr>
          </a:p>
        </p:txBody>
      </p:sp>
      <p:sp>
        <p:nvSpPr>
          <p:cNvPr id="124" name="Google Shape;124;p14">
            <a:extLst>
              <a:ext uri="{FF2B5EF4-FFF2-40B4-BE49-F238E27FC236}">
                <a16:creationId xmlns:a16="http://schemas.microsoft.com/office/drawing/2014/main" id="{B241DC75-9133-B100-B4D6-869A1E214DA9}"/>
              </a:ext>
            </a:extLst>
          </p:cNvPr>
          <p:cNvSpPr/>
          <p:nvPr/>
        </p:nvSpPr>
        <p:spPr>
          <a:xfrm>
            <a:off x="554550" y="6237704"/>
            <a:ext cx="204600" cy="204600"/>
          </a:xfrm>
          <a:prstGeom prst="ellipse">
            <a:avLst/>
          </a:prstGeom>
          <a:solidFill>
            <a:schemeClr val="accent1"/>
          </a:solidFill>
          <a:ln w="19050" cap="flat" cmpd="sng">
            <a:solidFill>
              <a:srgbClr val="082836"/>
            </a:solidFill>
            <a:prstDash val="solid"/>
            <a:miter lim="8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Arial"/>
              <a:ea typeface="Arial"/>
              <a:cs typeface="Arial"/>
              <a:sym typeface="Arial"/>
            </a:endParaRPr>
          </a:p>
        </p:txBody>
      </p:sp>
      <p:sp>
        <p:nvSpPr>
          <p:cNvPr id="125" name="Google Shape;125;p14">
            <a:extLst>
              <a:ext uri="{FF2B5EF4-FFF2-40B4-BE49-F238E27FC236}">
                <a16:creationId xmlns:a16="http://schemas.microsoft.com/office/drawing/2014/main" id="{3A0C639C-4B42-CDAA-BE0C-3C87A2A0E17A}"/>
              </a:ext>
            </a:extLst>
          </p:cNvPr>
          <p:cNvSpPr txBox="1"/>
          <p:nvPr/>
        </p:nvSpPr>
        <p:spPr>
          <a:xfrm>
            <a:off x="759219" y="6170008"/>
            <a:ext cx="3389100" cy="4002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000" b="1">
                <a:solidFill>
                  <a:schemeClr val="dk1"/>
                </a:solidFill>
                <a:latin typeface="IBM Plex Sans JP" panose="020B0503050203000203" pitchFamily="50" charset="-128"/>
                <a:ea typeface="IBM Plex Sans JP" panose="020B0503050203000203" pitchFamily="50" charset="-128"/>
                <a:cs typeface="IBM Plex Sans JP SemiBold"/>
                <a:sym typeface="IBM Plex Sans JP SemiBold"/>
              </a:rPr>
              <a:t>3. 印刷データについて  </a:t>
            </a:r>
            <a:endParaRPr sz="2400" b="1">
              <a:solidFill>
                <a:schemeClr val="dk1"/>
              </a:solidFill>
              <a:latin typeface="IBM Plex Sans JP" panose="020B0503050203000203" pitchFamily="50" charset="-128"/>
              <a:ea typeface="IBM Plex Sans JP" panose="020B0503050203000203" pitchFamily="50" charset="-128"/>
              <a:cs typeface="IBM Plex Sans JP SemiBold"/>
              <a:sym typeface="IBM Plex Sans JP SemiBold"/>
            </a:endParaRPr>
          </a:p>
        </p:txBody>
      </p:sp>
      <p:sp>
        <p:nvSpPr>
          <p:cNvPr id="126" name="Google Shape;126;p14">
            <a:extLst>
              <a:ext uri="{FF2B5EF4-FFF2-40B4-BE49-F238E27FC236}">
                <a16:creationId xmlns:a16="http://schemas.microsoft.com/office/drawing/2014/main" id="{0D6407AF-A766-F752-7405-760F1F98DF9F}"/>
              </a:ext>
            </a:extLst>
          </p:cNvPr>
          <p:cNvSpPr txBox="1"/>
          <p:nvPr/>
        </p:nvSpPr>
        <p:spPr>
          <a:xfrm>
            <a:off x="661239" y="6704731"/>
            <a:ext cx="5649600" cy="19932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200" b="1">
                <a:solidFill>
                  <a:schemeClr val="dk1"/>
                </a:solidFill>
                <a:latin typeface="IBM Plex Sans JP" panose="020B0503050203000203" pitchFamily="50" charset="-128"/>
                <a:ea typeface="IBM Plex Sans JP" panose="020B0503050203000203" pitchFamily="50" charset="-128"/>
                <a:cs typeface="IBM Plex Sans JP"/>
                <a:sym typeface="IBM Plex Sans JP"/>
              </a:rPr>
              <a:t>3.1 Check Filament Data（2 種類）</a:t>
            </a:r>
            <a:endParaRPr sz="1200" b="1">
              <a:solidFill>
                <a:schemeClr val="dk1"/>
              </a:solidFill>
              <a:latin typeface="IBM Plex Sans JP" panose="020B0503050203000203" pitchFamily="50" charset="-128"/>
              <a:ea typeface="IBM Plex Sans JP" panose="020B0503050203000203" pitchFamily="50" charset="-128"/>
              <a:cs typeface="IBM Plex Sans JP"/>
              <a:sym typeface="IBM Plex Sans JP"/>
            </a:endParaRPr>
          </a:p>
          <a:p>
            <a:pPr marL="0" marR="0" lvl="0" indent="0" algn="l" rtl="0">
              <a:spcBef>
                <a:spcPts val="0"/>
              </a:spcBef>
              <a:spcAft>
                <a:spcPts val="0"/>
              </a:spcAft>
              <a:buNone/>
            </a:pPr>
            <a:endParaRPr sz="600">
              <a:solidFill>
                <a:schemeClr val="dk1"/>
              </a:solidFill>
              <a:latin typeface="IBM Plex Sans JP" panose="020B0503050203000203" pitchFamily="50" charset="-128"/>
              <a:ea typeface="IBM Plex Sans JP" panose="020B0503050203000203" pitchFamily="50" charset="-128"/>
              <a:cs typeface="IBM Plex Sans JP"/>
              <a:sym typeface="IBM Plex Sans JP"/>
            </a:endParaRPr>
          </a:p>
          <a:p>
            <a:pPr marL="0" marR="0" lvl="0" indent="0" algn="l" rtl="0">
              <a:spcBef>
                <a:spcPts val="0"/>
              </a:spcBef>
              <a:spcAft>
                <a:spcPts val="0"/>
              </a:spcAft>
              <a:buNone/>
            </a:pPr>
            <a:r>
              <a:rPr lang="en-US" sz="1050">
                <a:solidFill>
                  <a:schemeClr val="dk1"/>
                </a:solidFill>
                <a:latin typeface="IBM Plex Sans JP" panose="020B0503050203000203" pitchFamily="50" charset="-128"/>
                <a:ea typeface="IBM Plex Sans JP" panose="020B0503050203000203" pitchFamily="50" charset="-128"/>
                <a:cs typeface="IBM Plex Sans JP"/>
                <a:sym typeface="IBM Plex Sans JP"/>
              </a:rPr>
              <a:t> フィラメントデータはBlend Filamentの2種類の分類に従い2つのデータを用意しています。おおよその混色比が決まっ ている場合はその混色比を含むデータを選択し、印刷してください。</a:t>
            </a:r>
            <a:endParaRPr sz="1050">
              <a:solidFill>
                <a:schemeClr val="dk1"/>
              </a:solidFill>
              <a:latin typeface="IBM Plex Sans JP" panose="020B0503050203000203" pitchFamily="50" charset="-128"/>
              <a:ea typeface="IBM Plex Sans JP" panose="020B0503050203000203" pitchFamily="50" charset="-128"/>
              <a:cs typeface="IBM Plex Sans JP"/>
              <a:sym typeface="IBM Plex Sans JP"/>
            </a:endParaRPr>
          </a:p>
          <a:p>
            <a:pPr marL="0" marR="0" lvl="0" indent="0" algn="l" rtl="0">
              <a:spcBef>
                <a:spcPts val="0"/>
              </a:spcBef>
              <a:spcAft>
                <a:spcPts val="0"/>
              </a:spcAft>
              <a:buNone/>
            </a:pPr>
            <a:r>
              <a:rPr lang="en-US" sz="1050">
                <a:solidFill>
                  <a:schemeClr val="dk1"/>
                </a:solidFill>
                <a:latin typeface="IBM Plex Sans JP" panose="020B0503050203000203" pitchFamily="50" charset="-128"/>
                <a:ea typeface="IBM Plex Sans JP" panose="020B0503050203000203" pitchFamily="50" charset="-128"/>
                <a:cs typeface="IBM Plex Sans JP"/>
                <a:sym typeface="IBM Plex Sans JP"/>
              </a:rPr>
              <a:t>Blend Filament 同様に 5%, 10%, 90%と 95%の混色仕 様は同一となっています。</a:t>
            </a:r>
            <a:endParaRPr sz="1050">
              <a:solidFill>
                <a:schemeClr val="dk1"/>
              </a:solidFill>
              <a:latin typeface="IBM Plex Sans JP" panose="020B0503050203000203" pitchFamily="50" charset="-128"/>
              <a:ea typeface="IBM Plex Sans JP" panose="020B0503050203000203" pitchFamily="50" charset="-128"/>
              <a:cs typeface="IBM Plex Sans JP"/>
              <a:sym typeface="IBM Plex Sans JP"/>
            </a:endParaRPr>
          </a:p>
          <a:p>
            <a:pPr marL="0" marR="0" lvl="0" indent="0" algn="l" rtl="0">
              <a:spcBef>
                <a:spcPts val="0"/>
              </a:spcBef>
              <a:spcAft>
                <a:spcPts val="0"/>
              </a:spcAft>
              <a:buNone/>
            </a:pPr>
            <a:endParaRPr sz="1050">
              <a:solidFill>
                <a:schemeClr val="dk1"/>
              </a:solidFill>
              <a:latin typeface="IBM Plex Sans JP" panose="020B0503050203000203" pitchFamily="50" charset="-128"/>
              <a:ea typeface="IBM Plex Sans JP" panose="020B0503050203000203" pitchFamily="50" charset="-128"/>
              <a:cs typeface="IBM Plex Sans JP"/>
              <a:sym typeface="IBM Plex Sans JP"/>
            </a:endParaRPr>
          </a:p>
          <a:p>
            <a:pPr marL="0" marR="0" lvl="0" indent="0" algn="l" rtl="0">
              <a:spcBef>
                <a:spcPts val="0"/>
              </a:spcBef>
              <a:spcAft>
                <a:spcPts val="0"/>
              </a:spcAft>
              <a:buNone/>
            </a:pPr>
            <a:r>
              <a:rPr lang="en-US" sz="1050">
                <a:solidFill>
                  <a:schemeClr val="dk1"/>
                </a:solidFill>
                <a:latin typeface="IBM Plex Sans JP" panose="020B0503050203000203" pitchFamily="50" charset="-128"/>
                <a:ea typeface="IBM Plex Sans JP" panose="020B0503050203000203" pitchFamily="50" charset="-128"/>
                <a:cs typeface="IBM Plex Sans JP"/>
                <a:sym typeface="IBM Plex Sans JP"/>
              </a:rPr>
              <a:t> ■ Standard（標準版） </a:t>
            </a:r>
            <a:endParaRPr sz="1050">
              <a:solidFill>
                <a:schemeClr val="dk1"/>
              </a:solidFill>
              <a:latin typeface="IBM Plex Sans JP" panose="020B0503050203000203" pitchFamily="50" charset="-128"/>
              <a:ea typeface="IBM Plex Sans JP" panose="020B0503050203000203" pitchFamily="50" charset="-128"/>
              <a:cs typeface="IBM Plex Sans JP"/>
              <a:sym typeface="IBM Plex Sans JP"/>
            </a:endParaRPr>
          </a:p>
          <a:p>
            <a:pPr marL="0" marR="0" lvl="0" indent="0" algn="l" rtl="0">
              <a:spcBef>
                <a:spcPts val="0"/>
              </a:spcBef>
              <a:spcAft>
                <a:spcPts val="0"/>
              </a:spcAft>
              <a:buNone/>
            </a:pPr>
            <a:endParaRPr sz="500">
              <a:solidFill>
                <a:schemeClr val="dk1"/>
              </a:solidFill>
              <a:latin typeface="IBM Plex Sans JP" panose="020B0503050203000203" pitchFamily="50" charset="-128"/>
              <a:ea typeface="IBM Plex Sans JP" panose="020B0503050203000203" pitchFamily="50" charset="-128"/>
              <a:cs typeface="IBM Plex Sans JP"/>
              <a:sym typeface="IBM Plex Sans JP"/>
            </a:endParaRPr>
          </a:p>
          <a:p>
            <a:pPr marL="0" marR="0" lvl="0" indent="0" algn="l" rtl="0">
              <a:spcBef>
                <a:spcPts val="0"/>
              </a:spcBef>
              <a:spcAft>
                <a:spcPts val="0"/>
              </a:spcAft>
              <a:buNone/>
            </a:pPr>
            <a:r>
              <a:rPr lang="en-US" sz="1050">
                <a:solidFill>
                  <a:schemeClr val="dk1"/>
                </a:solidFill>
                <a:latin typeface="IBM Plex Sans JP" panose="020B0503050203000203" pitchFamily="50" charset="-128"/>
                <a:ea typeface="IBM Plex Sans JP" panose="020B0503050203000203" pitchFamily="50" charset="-128"/>
                <a:cs typeface="IBM Plex Sans JP"/>
                <a:sym typeface="IBM Plex Sans JP"/>
              </a:rPr>
              <a:t>実際の混色比構成：  0, 5, 10, 15, 20, 25, 30, 35, 40, 45, 50, 55, 60, 65, 70, 75, 80, </a:t>
            </a:r>
            <a:endParaRPr sz="1050">
              <a:solidFill>
                <a:schemeClr val="dk1"/>
              </a:solidFill>
              <a:latin typeface="IBM Plex Sans JP" panose="020B0503050203000203" pitchFamily="50" charset="-128"/>
              <a:ea typeface="IBM Plex Sans JP" panose="020B0503050203000203" pitchFamily="50" charset="-128"/>
              <a:cs typeface="IBM Plex Sans JP"/>
              <a:sym typeface="IBM Plex Sans JP"/>
            </a:endParaRPr>
          </a:p>
          <a:p>
            <a:pPr marL="0" marR="0" lvl="0" indent="0" algn="l" rtl="0">
              <a:spcBef>
                <a:spcPts val="0"/>
              </a:spcBef>
              <a:spcAft>
                <a:spcPts val="0"/>
              </a:spcAft>
              <a:buNone/>
            </a:pPr>
            <a:r>
              <a:rPr lang="en-US" sz="1050">
                <a:solidFill>
                  <a:schemeClr val="dk1"/>
                </a:solidFill>
                <a:latin typeface="IBM Plex Sans JP" panose="020B0503050203000203" pitchFamily="50" charset="-128"/>
                <a:ea typeface="IBM Plex Sans JP" panose="020B0503050203000203" pitchFamily="50" charset="-128"/>
                <a:cs typeface="IBM Plex Sans JP"/>
                <a:sym typeface="IBM Plex Sans JP"/>
              </a:rPr>
              <a:t>　　　　　　　　　  85, 90, 95, 100%（合計 21 段階） </a:t>
            </a:r>
            <a:endParaRPr sz="1050">
              <a:solidFill>
                <a:schemeClr val="dk1"/>
              </a:solidFill>
              <a:latin typeface="IBM Plex Sans JP" panose="020B0503050203000203" pitchFamily="50" charset="-128"/>
              <a:ea typeface="IBM Plex Sans JP" panose="020B0503050203000203" pitchFamily="50" charset="-128"/>
              <a:cs typeface="IBM Plex Sans JP"/>
              <a:sym typeface="IBM Plex Sans JP"/>
            </a:endParaRPr>
          </a:p>
          <a:p>
            <a:pPr marL="0" marR="0" lvl="0" indent="0" algn="l" rtl="0">
              <a:spcBef>
                <a:spcPts val="0"/>
              </a:spcBef>
              <a:spcAft>
                <a:spcPts val="0"/>
              </a:spcAft>
              <a:buNone/>
            </a:pPr>
            <a:endParaRPr sz="600">
              <a:solidFill>
                <a:schemeClr val="dk1"/>
              </a:solidFill>
              <a:latin typeface="IBM Plex Sans JP" panose="020B0503050203000203" pitchFamily="50" charset="-128"/>
              <a:ea typeface="IBM Plex Sans JP" panose="020B0503050203000203" pitchFamily="50" charset="-128"/>
              <a:cs typeface="IBM Plex Sans JP"/>
              <a:sym typeface="IBM Plex Sans JP"/>
            </a:endParaRPr>
          </a:p>
          <a:p>
            <a:pPr marL="0" marR="0" lvl="0" indent="0" algn="l" rtl="0">
              <a:spcBef>
                <a:spcPts val="0"/>
              </a:spcBef>
              <a:spcAft>
                <a:spcPts val="0"/>
              </a:spcAft>
              <a:buNone/>
            </a:pPr>
            <a:endParaRPr sz="1050" b="1">
              <a:solidFill>
                <a:schemeClr val="dk1"/>
              </a:solidFill>
              <a:latin typeface="IBM Plex Sans JP" panose="020B0503050203000203" pitchFamily="50" charset="-128"/>
              <a:ea typeface="IBM Plex Sans JP" panose="020B0503050203000203" pitchFamily="50" charset="-128"/>
              <a:cs typeface="IBM Plex Sans JP"/>
              <a:sym typeface="IBM Plex Sans JP"/>
            </a:endParaRPr>
          </a:p>
        </p:txBody>
      </p:sp>
      <p:sp>
        <p:nvSpPr>
          <p:cNvPr id="127" name="Google Shape;127;p14">
            <a:extLst>
              <a:ext uri="{FF2B5EF4-FFF2-40B4-BE49-F238E27FC236}">
                <a16:creationId xmlns:a16="http://schemas.microsoft.com/office/drawing/2014/main" id="{97F70B70-C637-0E24-391E-0BA3DD244900}"/>
              </a:ext>
            </a:extLst>
          </p:cNvPr>
          <p:cNvSpPr/>
          <p:nvPr/>
        </p:nvSpPr>
        <p:spPr>
          <a:xfrm>
            <a:off x="600246" y="6764347"/>
            <a:ext cx="125700" cy="122700"/>
          </a:xfrm>
          <a:prstGeom prst="ellipse">
            <a:avLst/>
          </a:prstGeom>
          <a:solidFill>
            <a:schemeClr val="accent1"/>
          </a:solidFill>
          <a:ln w="19050" cap="flat" cmpd="sng">
            <a:solidFill>
              <a:srgbClr val="082836"/>
            </a:solidFill>
            <a:prstDash val="solid"/>
            <a:miter lim="8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Arial"/>
              <a:ea typeface="Arial"/>
              <a:cs typeface="Arial"/>
              <a:sym typeface="Arial"/>
            </a:endParaRPr>
          </a:p>
        </p:txBody>
      </p:sp>
      <p:pic>
        <p:nvPicPr>
          <p:cNvPr id="3" name="図 2">
            <a:extLst>
              <a:ext uri="{FF2B5EF4-FFF2-40B4-BE49-F238E27FC236}">
                <a16:creationId xmlns:a16="http://schemas.microsoft.com/office/drawing/2014/main" id="{73497F0A-B7AC-4E56-1C1D-6E54909D06FC}"/>
              </a:ext>
            </a:extLst>
          </p:cNvPr>
          <p:cNvPicPr>
            <a:picLocks noChangeAspect="1"/>
          </p:cNvPicPr>
          <p:nvPr/>
        </p:nvPicPr>
        <p:blipFill>
          <a:blip r:embed="rId3"/>
          <a:stretch>
            <a:fillRect/>
          </a:stretch>
        </p:blipFill>
        <p:spPr>
          <a:xfrm>
            <a:off x="900412" y="951926"/>
            <a:ext cx="360247" cy="347282"/>
          </a:xfrm>
          <a:prstGeom prst="rect">
            <a:avLst/>
          </a:prstGeom>
        </p:spPr>
      </p:pic>
    </p:spTree>
    <p:extLst>
      <p:ext uri="{BB962C8B-B14F-4D97-AF65-F5344CB8AC3E}">
        <p14:creationId xmlns:p14="http://schemas.microsoft.com/office/powerpoint/2010/main" val="196688179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131"/>
        <p:cNvGrpSpPr/>
        <p:nvPr/>
      </p:nvGrpSpPr>
      <p:grpSpPr>
        <a:xfrm>
          <a:off x="0" y="0"/>
          <a:ext cx="0" cy="0"/>
          <a:chOff x="0" y="0"/>
          <a:chExt cx="0" cy="0"/>
        </a:xfrm>
      </p:grpSpPr>
      <p:sp>
        <p:nvSpPr>
          <p:cNvPr id="132" name="Google Shape;132;p15"/>
          <p:cNvSpPr/>
          <p:nvPr/>
        </p:nvSpPr>
        <p:spPr>
          <a:xfrm>
            <a:off x="33951" y="45268"/>
            <a:ext cx="6790099" cy="9053465"/>
          </a:xfrm>
          <a:prstGeom prst="rect">
            <a:avLst/>
          </a:prstGeom>
          <a:gradFill>
            <a:gsLst>
              <a:gs pos="0">
                <a:srgbClr val="EE00B0"/>
              </a:gs>
              <a:gs pos="10000">
                <a:srgbClr val="EE00B0"/>
              </a:gs>
              <a:gs pos="50000">
                <a:srgbClr val="6200E8"/>
              </a:gs>
              <a:gs pos="90000">
                <a:srgbClr val="0095E5"/>
              </a:gs>
              <a:gs pos="100000">
                <a:srgbClr val="0095E5"/>
              </a:gs>
            </a:gsLst>
            <a:lin ang="1800000" scaled="0"/>
          </a:gra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Arial"/>
              <a:ea typeface="Arial"/>
              <a:cs typeface="Arial"/>
              <a:sym typeface="Arial"/>
            </a:endParaRPr>
          </a:p>
        </p:txBody>
      </p:sp>
      <p:sp>
        <p:nvSpPr>
          <p:cNvPr id="133" name="Google Shape;133;p15"/>
          <p:cNvSpPr/>
          <p:nvPr/>
        </p:nvSpPr>
        <p:spPr>
          <a:xfrm>
            <a:off x="-7269" y="-1"/>
            <a:ext cx="6858000" cy="9144000"/>
          </a:xfrm>
          <a:prstGeom prst="rect">
            <a:avLst/>
          </a:prstGeom>
          <a:solidFill>
            <a:schemeClr val="lt1"/>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Arial"/>
              <a:ea typeface="Arial"/>
              <a:cs typeface="Arial"/>
              <a:sym typeface="Arial"/>
            </a:endParaRPr>
          </a:p>
        </p:txBody>
      </p:sp>
      <p:grpSp>
        <p:nvGrpSpPr>
          <p:cNvPr id="134" name="Google Shape;134;p15"/>
          <p:cNvGrpSpPr/>
          <p:nvPr/>
        </p:nvGrpSpPr>
        <p:grpSpPr>
          <a:xfrm>
            <a:off x="0" y="0"/>
            <a:ext cx="6865269" cy="9144001"/>
            <a:chOff x="0" y="0"/>
            <a:chExt cx="6865269" cy="9144001"/>
          </a:xfrm>
        </p:grpSpPr>
        <p:sp>
          <p:nvSpPr>
            <p:cNvPr id="135" name="Google Shape;135;p15"/>
            <p:cNvSpPr/>
            <p:nvPr/>
          </p:nvSpPr>
          <p:spPr>
            <a:xfrm>
              <a:off x="0" y="0"/>
              <a:ext cx="6858000" cy="432000"/>
            </a:xfrm>
            <a:prstGeom prst="rect">
              <a:avLst/>
            </a:prstGeom>
            <a:solidFill>
              <a:srgbClr val="F2A982">
                <a:alpha val="10196"/>
              </a:srgbClr>
            </a:solidFill>
            <a:ln w="19050" cap="flat" cmpd="sng">
              <a:solidFill>
                <a:srgbClr val="7F340D"/>
              </a:solidFill>
              <a:prstDash val="dash"/>
              <a:miter lim="8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Arial"/>
                <a:ea typeface="Arial"/>
                <a:cs typeface="Arial"/>
                <a:sym typeface="Arial"/>
              </a:endParaRPr>
            </a:p>
          </p:txBody>
        </p:sp>
        <p:sp>
          <p:nvSpPr>
            <p:cNvPr id="136" name="Google Shape;136;p15"/>
            <p:cNvSpPr/>
            <p:nvPr/>
          </p:nvSpPr>
          <p:spPr>
            <a:xfrm>
              <a:off x="0" y="8712000"/>
              <a:ext cx="6858000" cy="432000"/>
            </a:xfrm>
            <a:prstGeom prst="rect">
              <a:avLst/>
            </a:prstGeom>
            <a:solidFill>
              <a:srgbClr val="F2A982">
                <a:alpha val="10196"/>
              </a:srgbClr>
            </a:solidFill>
            <a:ln w="19050" cap="flat" cmpd="sng">
              <a:solidFill>
                <a:srgbClr val="7F340D"/>
              </a:solidFill>
              <a:prstDash val="dash"/>
              <a:miter lim="8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Arial"/>
                <a:ea typeface="Arial"/>
                <a:cs typeface="Arial"/>
                <a:sym typeface="Arial"/>
              </a:endParaRPr>
            </a:p>
          </p:txBody>
        </p:sp>
        <p:sp>
          <p:nvSpPr>
            <p:cNvPr id="137" name="Google Shape;137;p15"/>
            <p:cNvSpPr/>
            <p:nvPr/>
          </p:nvSpPr>
          <p:spPr>
            <a:xfrm>
              <a:off x="0" y="1"/>
              <a:ext cx="540000" cy="9144000"/>
            </a:xfrm>
            <a:prstGeom prst="rect">
              <a:avLst/>
            </a:prstGeom>
            <a:solidFill>
              <a:srgbClr val="F2A982">
                <a:alpha val="10196"/>
              </a:srgbClr>
            </a:solidFill>
            <a:ln w="19050" cap="flat" cmpd="sng">
              <a:solidFill>
                <a:srgbClr val="7F340D"/>
              </a:solidFill>
              <a:prstDash val="dash"/>
              <a:miter lim="8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Arial"/>
                <a:ea typeface="Arial"/>
                <a:cs typeface="Arial"/>
                <a:sym typeface="Arial"/>
              </a:endParaRPr>
            </a:p>
          </p:txBody>
        </p:sp>
        <p:sp>
          <p:nvSpPr>
            <p:cNvPr id="138" name="Google Shape;138;p15"/>
            <p:cNvSpPr/>
            <p:nvPr/>
          </p:nvSpPr>
          <p:spPr>
            <a:xfrm>
              <a:off x="6325269" y="0"/>
              <a:ext cx="540000" cy="9144000"/>
            </a:xfrm>
            <a:prstGeom prst="rect">
              <a:avLst/>
            </a:prstGeom>
            <a:solidFill>
              <a:srgbClr val="F2A982">
                <a:alpha val="10196"/>
              </a:srgbClr>
            </a:solidFill>
            <a:ln w="19050" cap="flat" cmpd="sng">
              <a:solidFill>
                <a:srgbClr val="7F340D"/>
              </a:solidFill>
              <a:prstDash val="dash"/>
              <a:miter lim="8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Arial"/>
                <a:ea typeface="Arial"/>
                <a:cs typeface="Arial"/>
                <a:sym typeface="Arial"/>
              </a:endParaRPr>
            </a:p>
          </p:txBody>
        </p:sp>
      </p:grpSp>
      <p:sp>
        <p:nvSpPr>
          <p:cNvPr id="139" name="Google Shape;139;p15"/>
          <p:cNvSpPr/>
          <p:nvPr/>
        </p:nvSpPr>
        <p:spPr>
          <a:xfrm>
            <a:off x="554537" y="452468"/>
            <a:ext cx="5756193" cy="54000"/>
          </a:xfrm>
          <a:prstGeom prst="rect">
            <a:avLst/>
          </a:prstGeom>
          <a:solidFill>
            <a:schemeClr val="accent1"/>
          </a:solidFill>
          <a:ln w="19050" cap="flat" cmpd="sng">
            <a:solidFill>
              <a:srgbClr val="082836"/>
            </a:solidFill>
            <a:prstDash val="solid"/>
            <a:miter lim="8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Arial"/>
              <a:ea typeface="Arial"/>
              <a:cs typeface="Arial"/>
              <a:sym typeface="Arial"/>
            </a:endParaRPr>
          </a:p>
        </p:txBody>
      </p:sp>
      <p:sp>
        <p:nvSpPr>
          <p:cNvPr id="140" name="Google Shape;140;p15"/>
          <p:cNvSpPr/>
          <p:nvPr/>
        </p:nvSpPr>
        <p:spPr>
          <a:xfrm>
            <a:off x="554538" y="8661917"/>
            <a:ext cx="2592000" cy="54000"/>
          </a:xfrm>
          <a:prstGeom prst="rect">
            <a:avLst/>
          </a:prstGeom>
          <a:solidFill>
            <a:schemeClr val="accent1"/>
          </a:solidFill>
          <a:ln w="19050" cap="flat" cmpd="sng">
            <a:solidFill>
              <a:srgbClr val="082836"/>
            </a:solidFill>
            <a:prstDash val="solid"/>
            <a:miter lim="8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Arial"/>
              <a:ea typeface="Arial"/>
              <a:cs typeface="Arial"/>
              <a:sym typeface="Arial"/>
            </a:endParaRPr>
          </a:p>
        </p:txBody>
      </p:sp>
      <p:sp>
        <p:nvSpPr>
          <p:cNvPr id="141" name="Google Shape;141;p15"/>
          <p:cNvSpPr/>
          <p:nvPr/>
        </p:nvSpPr>
        <p:spPr>
          <a:xfrm>
            <a:off x="3734844" y="8661917"/>
            <a:ext cx="2592000" cy="54000"/>
          </a:xfrm>
          <a:prstGeom prst="rect">
            <a:avLst/>
          </a:prstGeom>
          <a:solidFill>
            <a:schemeClr val="accent1"/>
          </a:solidFill>
          <a:ln w="19050" cap="flat" cmpd="sng">
            <a:solidFill>
              <a:srgbClr val="082836"/>
            </a:solidFill>
            <a:prstDash val="solid"/>
            <a:miter lim="8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Arial"/>
              <a:ea typeface="Arial"/>
              <a:cs typeface="Arial"/>
              <a:sym typeface="Arial"/>
            </a:endParaRPr>
          </a:p>
        </p:txBody>
      </p:sp>
      <p:sp>
        <p:nvSpPr>
          <p:cNvPr id="142" name="Google Shape;142;p15"/>
          <p:cNvSpPr txBox="1"/>
          <p:nvPr/>
        </p:nvSpPr>
        <p:spPr>
          <a:xfrm>
            <a:off x="3163826" y="8511531"/>
            <a:ext cx="575734" cy="369332"/>
          </a:xfrm>
          <a:prstGeom prst="rect">
            <a:avLst/>
          </a:prstGeom>
          <a:noFill/>
          <a:ln>
            <a:noFill/>
          </a:ln>
        </p:spPr>
        <p:txBody>
          <a:bodyPr spcFirstLastPara="1" wrap="square" lIns="91425" tIns="45700" rIns="91425" bIns="45700" anchor="ctr" anchorCtr="0">
            <a:spAutoFit/>
          </a:bodyPr>
          <a:lstStyle/>
          <a:p>
            <a:pPr marL="0" marR="0" lvl="0" indent="0" algn="ctr" rtl="0">
              <a:spcBef>
                <a:spcPts val="0"/>
              </a:spcBef>
              <a:spcAft>
                <a:spcPts val="0"/>
              </a:spcAft>
              <a:buNone/>
            </a:pPr>
            <a:r>
              <a:rPr lang="en-US" sz="1800">
                <a:solidFill>
                  <a:schemeClr val="dk1"/>
                </a:solidFill>
                <a:latin typeface="Arial"/>
                <a:ea typeface="Arial"/>
                <a:cs typeface="Arial"/>
                <a:sym typeface="Arial"/>
              </a:rPr>
              <a:t>2</a:t>
            </a:r>
            <a:endParaRPr sz="1800">
              <a:solidFill>
                <a:schemeClr val="dk1"/>
              </a:solidFill>
              <a:latin typeface="Arial"/>
              <a:ea typeface="Arial"/>
              <a:cs typeface="Arial"/>
              <a:sym typeface="Arial"/>
            </a:endParaRPr>
          </a:p>
        </p:txBody>
      </p:sp>
      <p:sp>
        <p:nvSpPr>
          <p:cNvPr id="143" name="Google Shape;143;p15"/>
          <p:cNvSpPr/>
          <p:nvPr/>
        </p:nvSpPr>
        <p:spPr>
          <a:xfrm>
            <a:off x="560846" y="6574353"/>
            <a:ext cx="204600" cy="204600"/>
          </a:xfrm>
          <a:prstGeom prst="ellipse">
            <a:avLst/>
          </a:prstGeom>
          <a:solidFill>
            <a:schemeClr val="accent1"/>
          </a:solidFill>
          <a:ln w="19050" cap="flat" cmpd="sng">
            <a:solidFill>
              <a:srgbClr val="082836"/>
            </a:solidFill>
            <a:prstDash val="solid"/>
            <a:miter lim="8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Arial"/>
              <a:ea typeface="Arial"/>
              <a:cs typeface="Arial"/>
              <a:sym typeface="Arial"/>
            </a:endParaRPr>
          </a:p>
        </p:txBody>
      </p:sp>
      <p:sp>
        <p:nvSpPr>
          <p:cNvPr id="144" name="Google Shape;144;p15"/>
          <p:cNvSpPr txBox="1"/>
          <p:nvPr/>
        </p:nvSpPr>
        <p:spPr>
          <a:xfrm>
            <a:off x="668508" y="1840366"/>
            <a:ext cx="5649600" cy="1631945"/>
          </a:xfrm>
          <a:prstGeom prst="rect">
            <a:avLst/>
          </a:prstGeom>
          <a:noFill/>
          <a:ln>
            <a:noFill/>
          </a:ln>
        </p:spPr>
        <p:txBody>
          <a:bodyPr spcFirstLastPara="1" wrap="square" lIns="91425" tIns="45700" rIns="91425" bIns="45700" anchor="t" anchorCtr="0">
            <a:spAutoFit/>
          </a:bodyPr>
          <a:lstStyle/>
          <a:p>
            <a:pPr marL="0" marR="0" lvl="0" indent="0" algn="l" rtl="0">
              <a:lnSpc>
                <a:spcPct val="115000"/>
              </a:lnSpc>
              <a:spcBef>
                <a:spcPts val="0"/>
              </a:spcBef>
              <a:spcAft>
                <a:spcPts val="0"/>
              </a:spcAft>
              <a:buNone/>
            </a:pPr>
            <a:r>
              <a:rPr lang="en-US" sz="1200" b="1" dirty="0">
                <a:solidFill>
                  <a:schemeClr val="dk1"/>
                </a:solidFill>
                <a:latin typeface="IBM Plex Sans JP" panose="020B0503050203000203" pitchFamily="50" charset="-128"/>
                <a:ea typeface="IBM Plex Sans JP" panose="020B0503050203000203" pitchFamily="50" charset="-128"/>
                <a:cs typeface="IBM Plex Sans JP"/>
                <a:sym typeface="IBM Plex Sans JP"/>
              </a:rPr>
              <a:t>3.2 Check Tower（1 </a:t>
            </a:r>
            <a:r>
              <a:rPr lang="en-US" sz="1200" b="1" dirty="0" err="1">
                <a:solidFill>
                  <a:schemeClr val="dk1"/>
                </a:solidFill>
                <a:latin typeface="IBM Plex Sans JP" panose="020B0503050203000203" pitchFamily="50" charset="-128"/>
                <a:ea typeface="IBM Plex Sans JP" panose="020B0503050203000203" pitchFamily="50" charset="-128"/>
                <a:cs typeface="IBM Plex Sans JP"/>
                <a:sym typeface="IBM Plex Sans JP"/>
              </a:rPr>
              <a:t>種類</a:t>
            </a:r>
            <a:r>
              <a:rPr lang="en-US" sz="1200" b="1" dirty="0">
                <a:solidFill>
                  <a:schemeClr val="dk1"/>
                </a:solidFill>
                <a:latin typeface="IBM Plex Sans JP" panose="020B0503050203000203" pitchFamily="50" charset="-128"/>
                <a:ea typeface="IBM Plex Sans JP" panose="020B0503050203000203" pitchFamily="50" charset="-128"/>
                <a:cs typeface="IBM Plex Sans JP"/>
                <a:sym typeface="IBM Plex Sans JP"/>
              </a:rPr>
              <a:t>）</a:t>
            </a:r>
            <a:endParaRPr sz="1200" b="1" dirty="0">
              <a:solidFill>
                <a:schemeClr val="dk1"/>
              </a:solidFill>
              <a:latin typeface="IBM Plex Sans JP" panose="020B0503050203000203" pitchFamily="50" charset="-128"/>
              <a:ea typeface="IBM Plex Sans JP" panose="020B0503050203000203" pitchFamily="50" charset="-128"/>
              <a:cs typeface="IBM Plex Sans JP"/>
              <a:sym typeface="IBM Plex Sans JP"/>
            </a:endParaRPr>
          </a:p>
          <a:p>
            <a:pPr marL="0" marR="0" lvl="0" indent="0" algn="l" rtl="0">
              <a:lnSpc>
                <a:spcPct val="115000"/>
              </a:lnSpc>
              <a:spcBef>
                <a:spcPts val="0"/>
              </a:spcBef>
              <a:spcAft>
                <a:spcPts val="0"/>
              </a:spcAft>
              <a:buNone/>
            </a:pPr>
            <a:r>
              <a:rPr lang="en-US" sz="1000" dirty="0">
                <a:solidFill>
                  <a:schemeClr val="dk1"/>
                </a:solidFill>
                <a:latin typeface="IBM Plex Sans JP" panose="020B0503050203000203" pitchFamily="50" charset="-128"/>
                <a:ea typeface="IBM Plex Sans JP" panose="020B0503050203000203" pitchFamily="50" charset="-128"/>
                <a:cs typeface="IBM Plex Sans JP"/>
                <a:sym typeface="IBM Plex Sans JP"/>
              </a:rPr>
              <a:t> </a:t>
            </a:r>
            <a:endParaRPr sz="1000" dirty="0">
              <a:solidFill>
                <a:schemeClr val="dk1"/>
              </a:solidFill>
              <a:latin typeface="IBM Plex Sans JP" panose="020B0503050203000203" pitchFamily="50" charset="-128"/>
              <a:ea typeface="IBM Plex Sans JP" panose="020B0503050203000203" pitchFamily="50" charset="-128"/>
              <a:cs typeface="IBM Plex Sans JP"/>
              <a:sym typeface="IBM Plex Sans JP"/>
            </a:endParaRPr>
          </a:p>
          <a:p>
            <a:pPr marL="0" marR="0" lvl="0" indent="0" algn="l" rtl="0">
              <a:lnSpc>
                <a:spcPct val="115000"/>
              </a:lnSpc>
              <a:spcBef>
                <a:spcPts val="0"/>
              </a:spcBef>
              <a:spcAft>
                <a:spcPts val="0"/>
              </a:spcAft>
              <a:buNone/>
            </a:pPr>
            <a:r>
              <a:rPr lang="en-US" sz="1000" dirty="0" err="1">
                <a:solidFill>
                  <a:schemeClr val="dk1"/>
                </a:solidFill>
                <a:latin typeface="IBM Plex Sans JP" panose="020B0503050203000203" pitchFamily="50" charset="-128"/>
                <a:ea typeface="IBM Plex Sans JP" panose="020B0503050203000203" pitchFamily="50" charset="-128"/>
                <a:cs typeface="IBM Plex Sans JP"/>
                <a:sym typeface="IBM Plex Sans JP"/>
              </a:rPr>
              <a:t>チェックフィラメントで印刷する評価用タワーです</a:t>
            </a:r>
            <a:r>
              <a:rPr lang="en-US" sz="1000" dirty="0">
                <a:solidFill>
                  <a:schemeClr val="dk1"/>
                </a:solidFill>
                <a:latin typeface="IBM Plex Sans JP" panose="020B0503050203000203" pitchFamily="50" charset="-128"/>
                <a:ea typeface="IBM Plex Sans JP" panose="020B0503050203000203" pitchFamily="50" charset="-128"/>
                <a:cs typeface="IBM Plex Sans JP"/>
                <a:sym typeface="IBM Plex Sans JP"/>
              </a:rPr>
              <a:t>。 </a:t>
            </a:r>
            <a:r>
              <a:rPr lang="en-US" sz="1000" dirty="0" err="1">
                <a:solidFill>
                  <a:schemeClr val="dk1"/>
                </a:solidFill>
                <a:latin typeface="IBM Plex Sans JP" panose="020B0503050203000203" pitchFamily="50" charset="-128"/>
                <a:ea typeface="IBM Plex Sans JP" panose="020B0503050203000203" pitchFamily="50" charset="-128"/>
                <a:cs typeface="IBM Plex Sans JP"/>
                <a:sym typeface="IBM Plex Sans JP"/>
              </a:rPr>
              <a:t>チェックフィラメントと縦に長いタワー形状によって混色比が分かりやすく変化してゆきます</a:t>
            </a:r>
            <a:r>
              <a:rPr lang="en-US" sz="1000" dirty="0">
                <a:solidFill>
                  <a:schemeClr val="dk1"/>
                </a:solidFill>
                <a:latin typeface="IBM Plex Sans JP" panose="020B0503050203000203" pitchFamily="50" charset="-128"/>
                <a:ea typeface="IBM Plex Sans JP" panose="020B0503050203000203" pitchFamily="50" charset="-128"/>
                <a:cs typeface="IBM Plex Sans JP"/>
                <a:sym typeface="IBM Plex Sans JP"/>
              </a:rPr>
              <a:t>。  </a:t>
            </a:r>
            <a:endParaRPr sz="1000" dirty="0">
              <a:solidFill>
                <a:schemeClr val="dk1"/>
              </a:solidFill>
              <a:latin typeface="IBM Plex Sans JP" panose="020B0503050203000203" pitchFamily="50" charset="-128"/>
              <a:ea typeface="IBM Plex Sans JP" panose="020B0503050203000203" pitchFamily="50" charset="-128"/>
              <a:cs typeface="IBM Plex Sans JP"/>
              <a:sym typeface="IBM Plex Sans JP"/>
            </a:endParaRPr>
          </a:p>
          <a:p>
            <a:pPr marL="0" marR="0" lvl="0" indent="0" algn="l" rtl="0">
              <a:lnSpc>
                <a:spcPct val="115000"/>
              </a:lnSpc>
              <a:spcBef>
                <a:spcPts val="0"/>
              </a:spcBef>
              <a:spcAft>
                <a:spcPts val="0"/>
              </a:spcAft>
              <a:buNone/>
            </a:pPr>
            <a:endParaRPr sz="500" dirty="0">
              <a:solidFill>
                <a:schemeClr val="dk1"/>
              </a:solidFill>
              <a:latin typeface="IBM Plex Sans JP" panose="020B0503050203000203" pitchFamily="50" charset="-128"/>
              <a:ea typeface="IBM Plex Sans JP" panose="020B0503050203000203" pitchFamily="50" charset="-128"/>
              <a:cs typeface="IBM Plex Sans JP"/>
              <a:sym typeface="IBM Plex Sans JP"/>
            </a:endParaRPr>
          </a:p>
          <a:p>
            <a:pPr marL="457200" marR="0" lvl="0" indent="-292100" algn="l" rtl="0">
              <a:lnSpc>
                <a:spcPct val="115000"/>
              </a:lnSpc>
              <a:spcBef>
                <a:spcPts val="0"/>
              </a:spcBef>
              <a:spcAft>
                <a:spcPts val="0"/>
              </a:spcAft>
              <a:buClr>
                <a:schemeClr val="dk1"/>
              </a:buClr>
              <a:buSzPts val="1000"/>
              <a:buFont typeface="Arial" panose="020B0604020202020204" pitchFamily="34" charset="0"/>
              <a:buChar char="•"/>
            </a:pPr>
            <a:r>
              <a:rPr lang="en-US" sz="1000" dirty="0" err="1">
                <a:solidFill>
                  <a:schemeClr val="dk1"/>
                </a:solidFill>
                <a:latin typeface="IBM Plex Sans JP" panose="020B0503050203000203" pitchFamily="50" charset="-128"/>
                <a:ea typeface="IBM Plex Sans JP" panose="020B0503050203000203" pitchFamily="50" charset="-128"/>
                <a:cs typeface="IBM Plex Sans JP"/>
                <a:sym typeface="IBM Plex Sans JP"/>
              </a:rPr>
              <a:t>各混合比の切り替わり高さと同じ間隔でノッチを設けています</a:t>
            </a:r>
            <a:r>
              <a:rPr lang="en-US" sz="1000" dirty="0">
                <a:solidFill>
                  <a:schemeClr val="dk1"/>
                </a:solidFill>
                <a:latin typeface="IBM Plex Sans JP" panose="020B0503050203000203" pitchFamily="50" charset="-128"/>
                <a:ea typeface="IBM Plex Sans JP" panose="020B0503050203000203" pitchFamily="50" charset="-128"/>
                <a:cs typeface="IBM Plex Sans JP"/>
                <a:sym typeface="IBM Plex Sans JP"/>
              </a:rPr>
              <a:t>。  </a:t>
            </a:r>
            <a:endParaRPr sz="1000" dirty="0">
              <a:solidFill>
                <a:schemeClr val="dk1"/>
              </a:solidFill>
              <a:latin typeface="IBM Plex Sans JP" panose="020B0503050203000203" pitchFamily="50" charset="-128"/>
              <a:ea typeface="IBM Plex Sans JP" panose="020B0503050203000203" pitchFamily="50" charset="-128"/>
              <a:cs typeface="IBM Plex Sans JP"/>
              <a:sym typeface="IBM Plex Sans JP"/>
            </a:endParaRPr>
          </a:p>
          <a:p>
            <a:pPr marL="457200" marR="0" lvl="0" indent="-292100" algn="l" rtl="0">
              <a:lnSpc>
                <a:spcPct val="115000"/>
              </a:lnSpc>
              <a:spcBef>
                <a:spcPts val="0"/>
              </a:spcBef>
              <a:spcAft>
                <a:spcPts val="0"/>
              </a:spcAft>
              <a:buClr>
                <a:schemeClr val="dk1"/>
              </a:buClr>
              <a:buSzPts val="1000"/>
              <a:buFont typeface="Arial" panose="020B0604020202020204" pitchFamily="34" charset="0"/>
              <a:buChar char="•"/>
            </a:pPr>
            <a:r>
              <a:rPr lang="en-US" sz="1000" dirty="0">
                <a:solidFill>
                  <a:schemeClr val="dk1"/>
                </a:solidFill>
                <a:latin typeface="IBM Plex Sans JP" panose="020B0503050203000203" pitchFamily="50" charset="-128"/>
                <a:ea typeface="IBM Plex Sans JP" panose="020B0503050203000203" pitchFamily="50" charset="-128"/>
                <a:cs typeface="IBM Plex Sans JP"/>
                <a:sym typeface="IBM Plex Sans JP"/>
              </a:rPr>
              <a:t>20％・25%と45％・50％・55%と75%・80％の4か所に大きいノッチがあります。  </a:t>
            </a:r>
            <a:endParaRPr sz="1000" dirty="0">
              <a:solidFill>
                <a:schemeClr val="dk1"/>
              </a:solidFill>
              <a:latin typeface="IBM Plex Sans JP" panose="020B0503050203000203" pitchFamily="50" charset="-128"/>
              <a:ea typeface="IBM Plex Sans JP" panose="020B0503050203000203" pitchFamily="50" charset="-128"/>
              <a:cs typeface="IBM Plex Sans JP"/>
              <a:sym typeface="IBM Plex Sans JP"/>
            </a:endParaRPr>
          </a:p>
          <a:p>
            <a:pPr marL="457200" marR="0" lvl="0" indent="-292100" algn="l" rtl="0">
              <a:lnSpc>
                <a:spcPct val="115000"/>
              </a:lnSpc>
              <a:spcBef>
                <a:spcPts val="0"/>
              </a:spcBef>
              <a:spcAft>
                <a:spcPts val="0"/>
              </a:spcAft>
              <a:buClr>
                <a:schemeClr val="dk1"/>
              </a:buClr>
              <a:buSzPts val="1000"/>
              <a:buFont typeface="Arial" panose="020B0604020202020204" pitchFamily="34" charset="0"/>
              <a:buChar char="•"/>
            </a:pPr>
            <a:r>
              <a:rPr lang="en-US" sz="1000" dirty="0" err="1">
                <a:solidFill>
                  <a:schemeClr val="dk1"/>
                </a:solidFill>
                <a:latin typeface="IBM Plex Sans JP" panose="020B0503050203000203" pitchFamily="50" charset="-128"/>
                <a:ea typeface="IBM Plex Sans JP" panose="020B0503050203000203" pitchFamily="50" charset="-128"/>
                <a:cs typeface="IBM Plex Sans JP"/>
                <a:sym typeface="IBM Plex Sans JP"/>
              </a:rPr>
              <a:t>混色フィラメントは印刷時にツールヘッドの動く方向で色変化が起こりえます</a:t>
            </a:r>
            <a:r>
              <a:rPr lang="en-US" sz="1000" dirty="0">
                <a:solidFill>
                  <a:schemeClr val="dk1"/>
                </a:solidFill>
                <a:latin typeface="IBM Plex Sans JP" panose="020B0503050203000203" pitchFamily="50" charset="-128"/>
                <a:ea typeface="IBM Plex Sans JP" panose="020B0503050203000203" pitchFamily="50" charset="-128"/>
                <a:cs typeface="IBM Plex Sans JP"/>
                <a:sym typeface="IBM Plex Sans JP"/>
              </a:rPr>
              <a:t>。</a:t>
            </a:r>
            <a:endParaRPr sz="1000" dirty="0">
              <a:solidFill>
                <a:schemeClr val="dk1"/>
              </a:solidFill>
              <a:latin typeface="IBM Plex Sans JP" panose="020B0503050203000203" pitchFamily="50" charset="-128"/>
              <a:ea typeface="IBM Plex Sans JP" panose="020B0503050203000203" pitchFamily="50" charset="-128"/>
              <a:cs typeface="IBM Plex Sans JP"/>
              <a:sym typeface="IBM Plex Sans JP"/>
            </a:endParaRPr>
          </a:p>
          <a:p>
            <a:pPr marL="457200" marR="0" lvl="0" algn="l" rtl="0">
              <a:lnSpc>
                <a:spcPct val="115000"/>
              </a:lnSpc>
              <a:spcBef>
                <a:spcPts val="0"/>
              </a:spcBef>
              <a:spcAft>
                <a:spcPts val="0"/>
              </a:spcAft>
            </a:pPr>
            <a:r>
              <a:rPr lang="en-US" sz="1000" dirty="0">
                <a:solidFill>
                  <a:schemeClr val="dk1"/>
                </a:solidFill>
                <a:latin typeface="IBM Plex Sans JP" panose="020B0503050203000203" pitchFamily="50" charset="-128"/>
                <a:ea typeface="IBM Plex Sans JP" panose="020B0503050203000203" pitchFamily="50" charset="-128"/>
                <a:cs typeface="IBM Plex Sans JP"/>
                <a:sym typeface="IBM Plex Sans JP"/>
              </a:rPr>
              <a:t>4面を測定可能面としているので、 </a:t>
            </a:r>
            <a:r>
              <a:rPr lang="en-US" sz="1000" dirty="0" err="1">
                <a:solidFill>
                  <a:schemeClr val="dk1"/>
                </a:solidFill>
                <a:latin typeface="IBM Plex Sans JP" panose="020B0503050203000203" pitchFamily="50" charset="-128"/>
                <a:ea typeface="IBM Plex Sans JP" panose="020B0503050203000203" pitchFamily="50" charset="-128"/>
                <a:cs typeface="IBM Plex Sans JP"/>
                <a:sym typeface="IBM Plex Sans JP"/>
              </a:rPr>
              <a:t>方向による色の違いが確認できます</a:t>
            </a:r>
            <a:r>
              <a:rPr lang="en-US" sz="1000" dirty="0">
                <a:solidFill>
                  <a:schemeClr val="dk1"/>
                </a:solidFill>
                <a:latin typeface="IBM Plex Sans JP" panose="020B0503050203000203" pitchFamily="50" charset="-128"/>
                <a:ea typeface="IBM Plex Sans JP" panose="020B0503050203000203" pitchFamily="50" charset="-128"/>
                <a:cs typeface="IBM Plex Sans JP"/>
                <a:sym typeface="IBM Plex Sans JP"/>
              </a:rPr>
              <a:t>。 </a:t>
            </a:r>
            <a:endParaRPr sz="500" b="1" dirty="0">
              <a:solidFill>
                <a:schemeClr val="dk1"/>
              </a:solidFill>
              <a:latin typeface="IBM Plex Sans JP" panose="020B0503050203000203" pitchFamily="50" charset="-128"/>
              <a:ea typeface="IBM Plex Sans JP" panose="020B0503050203000203" pitchFamily="50" charset="-128"/>
              <a:cs typeface="IBM Plex Sans JP"/>
              <a:sym typeface="IBM Plex Sans JP"/>
            </a:endParaRPr>
          </a:p>
        </p:txBody>
      </p:sp>
      <p:sp>
        <p:nvSpPr>
          <p:cNvPr id="145" name="Google Shape;145;p15"/>
          <p:cNvSpPr txBox="1"/>
          <p:nvPr/>
        </p:nvSpPr>
        <p:spPr>
          <a:xfrm>
            <a:off x="770844" y="6508819"/>
            <a:ext cx="2379300" cy="4002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000" b="1">
                <a:solidFill>
                  <a:schemeClr val="dk1"/>
                </a:solidFill>
                <a:latin typeface="IBM Plex Sans JP" panose="020B0503050203000203" pitchFamily="50" charset="-128"/>
                <a:ea typeface="IBM Plex Sans JP" panose="020B0503050203000203" pitchFamily="50" charset="-128"/>
                <a:cs typeface="IBM Plex Sans JP SemiBold"/>
                <a:sym typeface="IBM Plex Sans JP SemiBold"/>
              </a:rPr>
              <a:t>4. 推奨使用手順 </a:t>
            </a:r>
            <a:endParaRPr sz="2800" b="1">
              <a:solidFill>
                <a:schemeClr val="dk1"/>
              </a:solidFill>
              <a:latin typeface="IBM Plex Sans JP" panose="020B0503050203000203" pitchFamily="50" charset="-128"/>
              <a:ea typeface="IBM Plex Sans JP" panose="020B0503050203000203" pitchFamily="50" charset="-128"/>
              <a:cs typeface="IBM Plex Sans JP SemiBold"/>
              <a:sym typeface="IBM Plex Sans JP SemiBold"/>
            </a:endParaRPr>
          </a:p>
        </p:txBody>
      </p:sp>
      <p:sp>
        <p:nvSpPr>
          <p:cNvPr id="146" name="Google Shape;146;p15"/>
          <p:cNvSpPr txBox="1"/>
          <p:nvPr/>
        </p:nvSpPr>
        <p:spPr>
          <a:xfrm>
            <a:off x="668509" y="6986390"/>
            <a:ext cx="5642100" cy="1246455"/>
          </a:xfrm>
          <a:prstGeom prst="rect">
            <a:avLst/>
          </a:prstGeom>
          <a:noFill/>
          <a:ln>
            <a:noFill/>
          </a:ln>
        </p:spPr>
        <p:txBody>
          <a:bodyPr spcFirstLastPara="1" wrap="square" lIns="91425" tIns="45700" rIns="91425" bIns="45700" anchor="t" anchorCtr="0">
            <a:spAutoFit/>
          </a:bodyPr>
          <a:lstStyle/>
          <a:p>
            <a:pPr marL="457200" marR="0" lvl="0" indent="-292100" algn="l" rtl="0">
              <a:lnSpc>
                <a:spcPct val="150000"/>
              </a:lnSpc>
              <a:spcBef>
                <a:spcPts val="0"/>
              </a:spcBef>
              <a:spcAft>
                <a:spcPts val="0"/>
              </a:spcAft>
              <a:buClr>
                <a:schemeClr val="dk1"/>
              </a:buClr>
              <a:buSzPts val="1000"/>
              <a:buFont typeface="IBM Plex Sans JP"/>
              <a:buAutoNum type="arabicPeriod"/>
            </a:pPr>
            <a:r>
              <a:rPr lang="en-US" sz="1000">
                <a:solidFill>
                  <a:schemeClr val="dk1"/>
                </a:solidFill>
                <a:latin typeface="IBM Plex Sans JP" panose="020B0503050203000203" pitchFamily="50" charset="-128"/>
                <a:ea typeface="IBM Plex Sans JP" panose="020B0503050203000203" pitchFamily="50" charset="-128"/>
                <a:cs typeface="IBM Plex Sans JP"/>
                <a:sym typeface="IBM Plex Sans JP"/>
              </a:rPr>
              <a:t>欲しい色を実現できそうな2色のフィラメントを選定する </a:t>
            </a:r>
            <a:endParaRPr sz="1000">
              <a:solidFill>
                <a:schemeClr val="dk1"/>
              </a:solidFill>
              <a:latin typeface="IBM Plex Sans JP" panose="020B0503050203000203" pitchFamily="50" charset="-128"/>
              <a:ea typeface="IBM Plex Sans JP" panose="020B0503050203000203" pitchFamily="50" charset="-128"/>
              <a:cs typeface="IBM Plex Sans JP"/>
              <a:sym typeface="IBM Plex Sans JP"/>
            </a:endParaRPr>
          </a:p>
          <a:p>
            <a:pPr marL="457200" marR="0" lvl="0" indent="-292100" algn="l" rtl="0">
              <a:lnSpc>
                <a:spcPct val="150000"/>
              </a:lnSpc>
              <a:spcBef>
                <a:spcPts val="0"/>
              </a:spcBef>
              <a:spcAft>
                <a:spcPts val="0"/>
              </a:spcAft>
              <a:buClr>
                <a:schemeClr val="dk1"/>
              </a:buClr>
              <a:buSzPts val="1000"/>
              <a:buFont typeface="IBM Plex Sans JP"/>
              <a:buAutoNum type="arabicPeriod"/>
            </a:pPr>
            <a:r>
              <a:rPr lang="en-US" sz="1000">
                <a:solidFill>
                  <a:schemeClr val="dk1"/>
                </a:solidFill>
                <a:latin typeface="IBM Plex Sans JP" panose="020B0503050203000203" pitchFamily="50" charset="-128"/>
                <a:ea typeface="IBM Plex Sans JP" panose="020B0503050203000203" pitchFamily="50" charset="-128"/>
                <a:cs typeface="IBM Plex Sans JP"/>
                <a:sym typeface="IBM Plex Sans JP"/>
              </a:rPr>
              <a:t>1のフィラメントを用いてCheck Filament を印刷する </a:t>
            </a:r>
            <a:endParaRPr sz="1000">
              <a:solidFill>
                <a:schemeClr val="dk1"/>
              </a:solidFill>
              <a:latin typeface="IBM Plex Sans JP" panose="020B0503050203000203" pitchFamily="50" charset="-128"/>
              <a:ea typeface="IBM Plex Sans JP" panose="020B0503050203000203" pitchFamily="50" charset="-128"/>
              <a:cs typeface="IBM Plex Sans JP"/>
              <a:sym typeface="IBM Plex Sans JP"/>
            </a:endParaRPr>
          </a:p>
          <a:p>
            <a:pPr marL="457200" marR="0" lvl="0" indent="-292100" algn="l" rtl="0">
              <a:lnSpc>
                <a:spcPct val="150000"/>
              </a:lnSpc>
              <a:spcBef>
                <a:spcPts val="0"/>
              </a:spcBef>
              <a:spcAft>
                <a:spcPts val="0"/>
              </a:spcAft>
              <a:buClr>
                <a:schemeClr val="dk1"/>
              </a:buClr>
              <a:buSzPts val="1000"/>
              <a:buFont typeface="IBM Plex Sans JP"/>
              <a:buAutoNum type="arabicPeriod"/>
            </a:pPr>
            <a:r>
              <a:rPr lang="en-US" sz="1000">
                <a:solidFill>
                  <a:schemeClr val="dk1"/>
                </a:solidFill>
                <a:latin typeface="IBM Plex Sans JP" panose="020B0503050203000203" pitchFamily="50" charset="-128"/>
                <a:ea typeface="IBM Plex Sans JP" panose="020B0503050203000203" pitchFamily="50" charset="-128"/>
                <a:cs typeface="IBM Plex Sans JP"/>
                <a:sym typeface="IBM Plex Sans JP"/>
              </a:rPr>
              <a:t>Check Filament によってCheck Tower を印刷し、求める色に近いう混合比を確認する </a:t>
            </a:r>
            <a:endParaRPr sz="1000">
              <a:solidFill>
                <a:schemeClr val="dk1"/>
              </a:solidFill>
              <a:latin typeface="IBM Plex Sans JP" panose="020B0503050203000203" pitchFamily="50" charset="-128"/>
              <a:ea typeface="IBM Plex Sans JP" panose="020B0503050203000203" pitchFamily="50" charset="-128"/>
              <a:cs typeface="IBM Plex Sans JP"/>
              <a:sym typeface="IBM Plex Sans JP"/>
            </a:endParaRPr>
          </a:p>
          <a:p>
            <a:pPr marL="457200" marR="0" lvl="0" indent="-292100" algn="l" rtl="0">
              <a:lnSpc>
                <a:spcPct val="150000"/>
              </a:lnSpc>
              <a:spcBef>
                <a:spcPts val="0"/>
              </a:spcBef>
              <a:spcAft>
                <a:spcPts val="0"/>
              </a:spcAft>
              <a:buClr>
                <a:schemeClr val="dk1"/>
              </a:buClr>
              <a:buSzPts val="1000"/>
              <a:buFont typeface="IBM Plex Sans JP"/>
              <a:buAutoNum type="arabicPeriod"/>
            </a:pPr>
            <a:r>
              <a:rPr lang="en-US" sz="1000">
                <a:solidFill>
                  <a:schemeClr val="dk1"/>
                </a:solidFill>
                <a:latin typeface="IBM Plex Sans JP" panose="020B0503050203000203" pitchFamily="50" charset="-128"/>
                <a:ea typeface="IBM Plex Sans JP" panose="020B0503050203000203" pitchFamily="50" charset="-128"/>
                <a:cs typeface="IBM Plex Sans JP"/>
                <a:sym typeface="IBM Plex Sans JP"/>
              </a:rPr>
              <a:t>必要に応じ ３の混合比のS4モデルを印刷し近似形状をテストプリントする </a:t>
            </a:r>
            <a:endParaRPr sz="1000">
              <a:solidFill>
                <a:schemeClr val="dk1"/>
              </a:solidFill>
              <a:latin typeface="IBM Plex Sans JP" panose="020B0503050203000203" pitchFamily="50" charset="-128"/>
              <a:ea typeface="IBM Plex Sans JP" panose="020B0503050203000203" pitchFamily="50" charset="-128"/>
              <a:cs typeface="IBM Plex Sans JP"/>
              <a:sym typeface="IBM Plex Sans JP"/>
            </a:endParaRPr>
          </a:p>
          <a:p>
            <a:pPr marL="457200" marR="0" lvl="0" indent="-292100" algn="l" rtl="0">
              <a:lnSpc>
                <a:spcPct val="150000"/>
              </a:lnSpc>
              <a:spcBef>
                <a:spcPts val="0"/>
              </a:spcBef>
              <a:spcAft>
                <a:spcPts val="0"/>
              </a:spcAft>
              <a:buClr>
                <a:schemeClr val="dk1"/>
              </a:buClr>
              <a:buSzPts val="1000"/>
              <a:buFont typeface="IBM Plex Sans JP"/>
              <a:buAutoNum type="arabicPeriod"/>
            </a:pPr>
            <a:r>
              <a:rPr lang="en-US" sz="1000">
                <a:solidFill>
                  <a:schemeClr val="dk1"/>
                </a:solidFill>
                <a:latin typeface="IBM Plex Sans JP" panose="020B0503050203000203" pitchFamily="50" charset="-128"/>
                <a:ea typeface="IBM Plex Sans JP" panose="020B0503050203000203" pitchFamily="50" charset="-128"/>
                <a:cs typeface="IBM Plex Sans JP"/>
                <a:sym typeface="IBM Plex Sans JP"/>
              </a:rPr>
              <a:t>問題なければ 必要量の Blend Filament を生成する </a:t>
            </a:r>
            <a:endParaRPr sz="1000" b="1">
              <a:solidFill>
                <a:schemeClr val="dk1"/>
              </a:solidFill>
              <a:latin typeface="IBM Plex Sans JP" panose="020B0503050203000203" pitchFamily="50" charset="-128"/>
              <a:ea typeface="IBM Plex Sans JP" panose="020B0503050203000203" pitchFamily="50" charset="-128"/>
              <a:cs typeface="IBM Plex Sans JP"/>
              <a:sym typeface="IBM Plex Sans JP"/>
            </a:endParaRPr>
          </a:p>
        </p:txBody>
      </p:sp>
      <p:sp>
        <p:nvSpPr>
          <p:cNvPr id="147" name="Google Shape;147;p15"/>
          <p:cNvSpPr/>
          <p:nvPr/>
        </p:nvSpPr>
        <p:spPr>
          <a:xfrm>
            <a:off x="605663" y="1917067"/>
            <a:ext cx="125700" cy="122700"/>
          </a:xfrm>
          <a:prstGeom prst="ellipse">
            <a:avLst/>
          </a:prstGeom>
          <a:solidFill>
            <a:schemeClr val="accent1"/>
          </a:solidFill>
          <a:ln w="19050" cap="flat" cmpd="sng">
            <a:solidFill>
              <a:srgbClr val="082836"/>
            </a:solidFill>
            <a:prstDash val="solid"/>
            <a:miter lim="8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Arial"/>
              <a:ea typeface="Arial"/>
              <a:cs typeface="Arial"/>
              <a:sym typeface="Arial"/>
            </a:endParaRPr>
          </a:p>
        </p:txBody>
      </p:sp>
      <p:pic>
        <p:nvPicPr>
          <p:cNvPr id="148" name="Google Shape;148;p15"/>
          <p:cNvPicPr preferRelativeResize="0"/>
          <p:nvPr/>
        </p:nvPicPr>
        <p:blipFill>
          <a:blip r:embed="rId3">
            <a:alphaModFix/>
          </a:blip>
          <a:stretch>
            <a:fillRect/>
          </a:stretch>
        </p:blipFill>
        <p:spPr>
          <a:xfrm>
            <a:off x="555784" y="3508488"/>
            <a:ext cx="5756199" cy="2717241"/>
          </a:xfrm>
          <a:prstGeom prst="rect">
            <a:avLst/>
          </a:prstGeom>
          <a:noFill/>
          <a:ln>
            <a:noFill/>
          </a:ln>
        </p:spPr>
      </p:pic>
      <p:sp>
        <p:nvSpPr>
          <p:cNvPr id="149" name="Google Shape;149;p15"/>
          <p:cNvSpPr txBox="1"/>
          <p:nvPr/>
        </p:nvSpPr>
        <p:spPr>
          <a:xfrm>
            <a:off x="668489" y="602850"/>
            <a:ext cx="5649600" cy="9324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endParaRPr sz="600" dirty="0">
              <a:solidFill>
                <a:schemeClr val="dk1"/>
              </a:solidFill>
              <a:latin typeface="IBM Plex Sans JP" panose="020B0503050203000203" pitchFamily="50" charset="-128"/>
              <a:ea typeface="IBM Plex Sans JP" panose="020B0503050203000203" pitchFamily="50" charset="-128"/>
              <a:cs typeface="IBM Plex Sans JP"/>
              <a:sym typeface="IBM Plex Sans JP"/>
            </a:endParaRPr>
          </a:p>
          <a:p>
            <a:pPr marL="0" marR="0" lvl="0" indent="0" algn="l" rtl="0">
              <a:spcBef>
                <a:spcPts val="0"/>
              </a:spcBef>
              <a:spcAft>
                <a:spcPts val="0"/>
              </a:spcAft>
              <a:buNone/>
            </a:pPr>
            <a:r>
              <a:rPr lang="en-US" sz="1050" dirty="0">
                <a:solidFill>
                  <a:schemeClr val="dk1"/>
                </a:solidFill>
                <a:latin typeface="IBM Plex Sans JP" panose="020B0503050203000203" pitchFamily="50" charset="-128"/>
                <a:ea typeface="IBM Plex Sans JP" panose="020B0503050203000203" pitchFamily="50" charset="-128"/>
                <a:cs typeface="IBM Plex Sans JP"/>
                <a:sym typeface="IBM Plex Sans JP"/>
              </a:rPr>
              <a:t>■ </a:t>
            </a:r>
            <a:r>
              <a:rPr lang="en-US" sz="1050" dirty="0" err="1">
                <a:solidFill>
                  <a:schemeClr val="dk1"/>
                </a:solidFill>
                <a:latin typeface="IBM Plex Sans JP" panose="020B0503050203000203" pitchFamily="50" charset="-128"/>
                <a:ea typeface="IBM Plex Sans JP" panose="020B0503050203000203" pitchFamily="50" charset="-128"/>
                <a:cs typeface="IBM Plex Sans JP"/>
                <a:sym typeface="IBM Plex Sans JP"/>
              </a:rPr>
              <a:t>Detail（精密版</a:t>
            </a:r>
            <a:r>
              <a:rPr lang="en-US" sz="1050" dirty="0">
                <a:solidFill>
                  <a:schemeClr val="dk1"/>
                </a:solidFill>
                <a:latin typeface="IBM Plex Sans JP" panose="020B0503050203000203" pitchFamily="50" charset="-128"/>
                <a:ea typeface="IBM Plex Sans JP" panose="020B0503050203000203" pitchFamily="50" charset="-128"/>
                <a:cs typeface="IBM Plex Sans JP"/>
                <a:sym typeface="IBM Plex Sans JP"/>
              </a:rPr>
              <a:t>）</a:t>
            </a:r>
            <a:endParaRPr sz="1050" dirty="0">
              <a:solidFill>
                <a:schemeClr val="dk1"/>
              </a:solidFill>
              <a:latin typeface="IBM Plex Sans JP" panose="020B0503050203000203" pitchFamily="50" charset="-128"/>
              <a:ea typeface="IBM Plex Sans JP" panose="020B0503050203000203" pitchFamily="50" charset="-128"/>
              <a:cs typeface="IBM Plex Sans JP"/>
              <a:sym typeface="IBM Plex Sans JP"/>
            </a:endParaRPr>
          </a:p>
          <a:p>
            <a:pPr marL="0" marR="0" lvl="0" indent="0" algn="l" rtl="0">
              <a:spcBef>
                <a:spcPts val="0"/>
              </a:spcBef>
              <a:spcAft>
                <a:spcPts val="0"/>
              </a:spcAft>
              <a:buNone/>
            </a:pPr>
            <a:endParaRPr sz="500" dirty="0">
              <a:solidFill>
                <a:schemeClr val="dk1"/>
              </a:solidFill>
              <a:latin typeface="IBM Plex Sans JP" panose="020B0503050203000203" pitchFamily="50" charset="-128"/>
              <a:ea typeface="IBM Plex Sans JP" panose="020B0503050203000203" pitchFamily="50" charset="-128"/>
              <a:cs typeface="IBM Plex Sans JP"/>
              <a:sym typeface="IBM Plex Sans JP"/>
            </a:endParaRPr>
          </a:p>
          <a:p>
            <a:pPr marL="0" marR="0" lvl="0" indent="0" algn="l" rtl="0">
              <a:spcBef>
                <a:spcPts val="0"/>
              </a:spcBef>
              <a:spcAft>
                <a:spcPts val="0"/>
              </a:spcAft>
              <a:buNone/>
            </a:pPr>
            <a:r>
              <a:rPr lang="en-US" sz="1050" dirty="0">
                <a:solidFill>
                  <a:schemeClr val="dk1"/>
                </a:solidFill>
                <a:latin typeface="IBM Plex Sans JP" panose="020B0503050203000203" pitchFamily="50" charset="-128"/>
                <a:ea typeface="IBM Plex Sans JP" panose="020B0503050203000203" pitchFamily="50" charset="-128"/>
                <a:cs typeface="IBM Plex Sans JP"/>
                <a:sym typeface="IBM Plex Sans JP"/>
              </a:rPr>
              <a:t> </a:t>
            </a:r>
            <a:r>
              <a:rPr lang="en-US" sz="1050" dirty="0" err="1">
                <a:solidFill>
                  <a:schemeClr val="dk1"/>
                </a:solidFill>
                <a:latin typeface="IBM Plex Sans JP" panose="020B0503050203000203" pitchFamily="50" charset="-128"/>
                <a:ea typeface="IBM Plex Sans JP" panose="020B0503050203000203" pitchFamily="50" charset="-128"/>
                <a:cs typeface="IBM Plex Sans JP"/>
                <a:sym typeface="IBM Plex Sans JP"/>
              </a:rPr>
              <a:t>実際の混色比構成</a:t>
            </a:r>
            <a:r>
              <a:rPr lang="en-US" sz="1050" dirty="0">
                <a:solidFill>
                  <a:schemeClr val="dk1"/>
                </a:solidFill>
                <a:latin typeface="IBM Plex Sans JP" panose="020B0503050203000203" pitchFamily="50" charset="-128"/>
                <a:ea typeface="IBM Plex Sans JP" panose="020B0503050203000203" pitchFamily="50" charset="-128"/>
                <a:cs typeface="IBM Plex Sans JP"/>
                <a:sym typeface="IBM Plex Sans JP"/>
              </a:rPr>
              <a:t>：  0, 1, 2, 3, 4, 5, 6, 7, 8, 9, 10%（</a:t>
            </a:r>
            <a:r>
              <a:rPr lang="en-US" sz="1050" dirty="0" err="1">
                <a:solidFill>
                  <a:schemeClr val="dk1"/>
                </a:solidFill>
                <a:latin typeface="IBM Plex Sans JP" panose="020B0503050203000203" pitchFamily="50" charset="-128"/>
                <a:ea typeface="IBM Plex Sans JP" panose="020B0503050203000203" pitchFamily="50" charset="-128"/>
                <a:cs typeface="IBM Plex Sans JP"/>
                <a:sym typeface="IBM Plex Sans JP"/>
              </a:rPr>
              <a:t>低比率領域</a:t>
            </a:r>
            <a:r>
              <a:rPr lang="en-US" sz="1050" dirty="0">
                <a:solidFill>
                  <a:schemeClr val="dk1"/>
                </a:solidFill>
                <a:latin typeface="IBM Plex Sans JP" panose="020B0503050203000203" pitchFamily="50" charset="-128"/>
                <a:ea typeface="IBM Plex Sans JP" panose="020B0503050203000203" pitchFamily="50" charset="-128"/>
                <a:cs typeface="IBM Plex Sans JP"/>
                <a:sym typeface="IBM Plex Sans JP"/>
              </a:rPr>
              <a:t> 10段） </a:t>
            </a:r>
            <a:endParaRPr sz="1050" dirty="0">
              <a:solidFill>
                <a:schemeClr val="dk1"/>
              </a:solidFill>
              <a:latin typeface="IBM Plex Sans JP" panose="020B0503050203000203" pitchFamily="50" charset="-128"/>
              <a:ea typeface="IBM Plex Sans JP" panose="020B0503050203000203" pitchFamily="50" charset="-128"/>
              <a:cs typeface="IBM Plex Sans JP"/>
              <a:sym typeface="IBM Plex Sans JP"/>
            </a:endParaRPr>
          </a:p>
          <a:p>
            <a:pPr marL="0" marR="0" lvl="0" indent="0" algn="l" rtl="0">
              <a:lnSpc>
                <a:spcPct val="115000"/>
              </a:lnSpc>
              <a:spcBef>
                <a:spcPts val="0"/>
              </a:spcBef>
              <a:spcAft>
                <a:spcPts val="0"/>
              </a:spcAft>
              <a:buNone/>
            </a:pPr>
            <a:r>
              <a:rPr lang="en-US" sz="1050" dirty="0">
                <a:solidFill>
                  <a:schemeClr val="dk1"/>
                </a:solidFill>
                <a:latin typeface="IBM Plex Sans JP" panose="020B0503050203000203" pitchFamily="50" charset="-128"/>
                <a:ea typeface="IBM Plex Sans JP" panose="020B0503050203000203" pitchFamily="50" charset="-128"/>
                <a:cs typeface="IBM Plex Sans JP"/>
                <a:sym typeface="IBM Plex Sans JP"/>
              </a:rPr>
              <a:t>                                       90, 91, 92, 93, 94, 95, 96, 97, 98, 99, 100%（</a:t>
            </a:r>
            <a:r>
              <a:rPr lang="en-US" sz="1050" dirty="0" err="1">
                <a:solidFill>
                  <a:schemeClr val="dk1"/>
                </a:solidFill>
                <a:latin typeface="IBM Plex Sans JP" panose="020B0503050203000203" pitchFamily="50" charset="-128"/>
                <a:ea typeface="IBM Plex Sans JP" panose="020B0503050203000203" pitchFamily="50" charset="-128"/>
                <a:cs typeface="IBM Plex Sans JP"/>
                <a:sym typeface="IBM Plex Sans JP"/>
              </a:rPr>
              <a:t>高比率領域</a:t>
            </a:r>
            <a:r>
              <a:rPr lang="en-US" sz="1050" dirty="0">
                <a:solidFill>
                  <a:schemeClr val="dk1"/>
                </a:solidFill>
                <a:latin typeface="IBM Plex Sans JP" panose="020B0503050203000203" pitchFamily="50" charset="-128"/>
                <a:ea typeface="IBM Plex Sans JP" panose="020B0503050203000203" pitchFamily="50" charset="-128"/>
                <a:cs typeface="IBM Plex Sans JP"/>
                <a:sym typeface="IBM Plex Sans JP"/>
              </a:rPr>
              <a:t> 10 段）</a:t>
            </a:r>
            <a:endParaRPr sz="1050" dirty="0">
              <a:solidFill>
                <a:schemeClr val="dk1"/>
              </a:solidFill>
              <a:latin typeface="IBM Plex Sans JP" panose="020B0503050203000203" pitchFamily="50" charset="-128"/>
              <a:ea typeface="IBM Plex Sans JP" panose="020B0503050203000203" pitchFamily="50" charset="-128"/>
              <a:cs typeface="IBM Plex Sans JP"/>
              <a:sym typeface="IBM Plex Sans JP"/>
            </a:endParaRPr>
          </a:p>
          <a:p>
            <a:pPr marL="0" marR="0" lvl="0" indent="0" algn="l" rtl="0">
              <a:spcBef>
                <a:spcPts val="0"/>
              </a:spcBef>
              <a:spcAft>
                <a:spcPts val="0"/>
              </a:spcAft>
              <a:buNone/>
            </a:pPr>
            <a:r>
              <a:rPr lang="en-US" sz="1050" dirty="0">
                <a:solidFill>
                  <a:schemeClr val="dk1"/>
                </a:solidFill>
                <a:latin typeface="IBM Plex Sans JP" panose="020B0503050203000203" pitchFamily="50" charset="-128"/>
                <a:ea typeface="IBM Plex Sans JP" panose="020B0503050203000203" pitchFamily="50" charset="-128"/>
                <a:cs typeface="IBM Plex Sans JP"/>
                <a:sym typeface="IBM Plex Sans JP"/>
              </a:rPr>
              <a:t>                                       中央に10％と90%を連続的につなぐ部分が1段あります。  </a:t>
            </a:r>
            <a:endParaRPr sz="1050" b="1" dirty="0">
              <a:solidFill>
                <a:schemeClr val="dk1"/>
              </a:solidFill>
              <a:latin typeface="IBM Plex Sans JP" panose="020B0503050203000203" pitchFamily="50" charset="-128"/>
              <a:ea typeface="IBM Plex Sans JP" panose="020B0503050203000203" pitchFamily="50" charset="-128"/>
              <a:cs typeface="IBM Plex Sans JP"/>
              <a:sym typeface="IBM Plex Sans JP"/>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153"/>
        <p:cNvGrpSpPr/>
        <p:nvPr/>
      </p:nvGrpSpPr>
      <p:grpSpPr>
        <a:xfrm>
          <a:off x="0" y="0"/>
          <a:ext cx="0" cy="0"/>
          <a:chOff x="0" y="0"/>
          <a:chExt cx="0" cy="0"/>
        </a:xfrm>
      </p:grpSpPr>
      <p:sp>
        <p:nvSpPr>
          <p:cNvPr id="154" name="Google Shape;154;p16"/>
          <p:cNvSpPr/>
          <p:nvPr/>
        </p:nvSpPr>
        <p:spPr>
          <a:xfrm>
            <a:off x="51086" y="45268"/>
            <a:ext cx="6790099" cy="9053465"/>
          </a:xfrm>
          <a:prstGeom prst="rect">
            <a:avLst/>
          </a:prstGeom>
          <a:gradFill>
            <a:gsLst>
              <a:gs pos="0">
                <a:srgbClr val="EE00B0"/>
              </a:gs>
              <a:gs pos="10000">
                <a:srgbClr val="EE00B0"/>
              </a:gs>
              <a:gs pos="50000">
                <a:srgbClr val="6200E8"/>
              </a:gs>
              <a:gs pos="90000">
                <a:srgbClr val="0095E5"/>
              </a:gs>
              <a:gs pos="100000">
                <a:srgbClr val="0095E5"/>
              </a:gs>
            </a:gsLst>
            <a:lin ang="1800000" scaled="0"/>
          </a:gra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Arial"/>
              <a:ea typeface="Arial"/>
              <a:cs typeface="Arial"/>
              <a:sym typeface="Arial"/>
            </a:endParaRPr>
          </a:p>
        </p:txBody>
      </p:sp>
      <p:sp>
        <p:nvSpPr>
          <p:cNvPr id="155" name="Google Shape;155;p16"/>
          <p:cNvSpPr/>
          <p:nvPr/>
        </p:nvSpPr>
        <p:spPr>
          <a:xfrm>
            <a:off x="17051" y="5531"/>
            <a:ext cx="6858000" cy="9144000"/>
          </a:xfrm>
          <a:prstGeom prst="rect">
            <a:avLst/>
          </a:prstGeom>
          <a:solidFill>
            <a:schemeClr val="lt1"/>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Arial"/>
              <a:ea typeface="Arial"/>
              <a:cs typeface="Arial"/>
              <a:sym typeface="Arial"/>
            </a:endParaRPr>
          </a:p>
        </p:txBody>
      </p:sp>
      <p:grpSp>
        <p:nvGrpSpPr>
          <p:cNvPr id="156" name="Google Shape;156;p16"/>
          <p:cNvGrpSpPr/>
          <p:nvPr/>
        </p:nvGrpSpPr>
        <p:grpSpPr>
          <a:xfrm>
            <a:off x="0" y="0"/>
            <a:ext cx="6865269" cy="9144001"/>
            <a:chOff x="0" y="0"/>
            <a:chExt cx="6865269" cy="9144001"/>
          </a:xfrm>
        </p:grpSpPr>
        <p:sp>
          <p:nvSpPr>
            <p:cNvPr id="157" name="Google Shape;157;p16"/>
            <p:cNvSpPr/>
            <p:nvPr/>
          </p:nvSpPr>
          <p:spPr>
            <a:xfrm>
              <a:off x="0" y="0"/>
              <a:ext cx="6858000" cy="432000"/>
            </a:xfrm>
            <a:prstGeom prst="rect">
              <a:avLst/>
            </a:prstGeom>
            <a:solidFill>
              <a:srgbClr val="F2A982">
                <a:alpha val="10196"/>
              </a:srgbClr>
            </a:solidFill>
            <a:ln w="19050" cap="flat" cmpd="sng">
              <a:solidFill>
                <a:srgbClr val="7F340D"/>
              </a:solidFill>
              <a:prstDash val="dash"/>
              <a:miter lim="8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Arial"/>
                <a:ea typeface="Arial"/>
                <a:cs typeface="Arial"/>
                <a:sym typeface="Arial"/>
              </a:endParaRPr>
            </a:p>
          </p:txBody>
        </p:sp>
        <p:sp>
          <p:nvSpPr>
            <p:cNvPr id="158" name="Google Shape;158;p16"/>
            <p:cNvSpPr/>
            <p:nvPr/>
          </p:nvSpPr>
          <p:spPr>
            <a:xfrm>
              <a:off x="0" y="8712000"/>
              <a:ext cx="6858000" cy="432000"/>
            </a:xfrm>
            <a:prstGeom prst="rect">
              <a:avLst/>
            </a:prstGeom>
            <a:solidFill>
              <a:srgbClr val="F2A982">
                <a:alpha val="10196"/>
              </a:srgbClr>
            </a:solidFill>
            <a:ln w="19050" cap="flat" cmpd="sng">
              <a:solidFill>
                <a:srgbClr val="7F340D"/>
              </a:solidFill>
              <a:prstDash val="dash"/>
              <a:miter lim="8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Arial"/>
                <a:ea typeface="Arial"/>
                <a:cs typeface="Arial"/>
                <a:sym typeface="Arial"/>
              </a:endParaRPr>
            </a:p>
          </p:txBody>
        </p:sp>
        <p:sp>
          <p:nvSpPr>
            <p:cNvPr id="159" name="Google Shape;159;p16"/>
            <p:cNvSpPr/>
            <p:nvPr/>
          </p:nvSpPr>
          <p:spPr>
            <a:xfrm>
              <a:off x="0" y="1"/>
              <a:ext cx="540000" cy="9144000"/>
            </a:xfrm>
            <a:prstGeom prst="rect">
              <a:avLst/>
            </a:prstGeom>
            <a:solidFill>
              <a:srgbClr val="F2A982">
                <a:alpha val="10196"/>
              </a:srgbClr>
            </a:solidFill>
            <a:ln w="19050" cap="flat" cmpd="sng">
              <a:solidFill>
                <a:srgbClr val="7F340D"/>
              </a:solidFill>
              <a:prstDash val="dash"/>
              <a:miter lim="8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Arial"/>
                <a:ea typeface="Arial"/>
                <a:cs typeface="Arial"/>
                <a:sym typeface="Arial"/>
              </a:endParaRPr>
            </a:p>
          </p:txBody>
        </p:sp>
        <p:sp>
          <p:nvSpPr>
            <p:cNvPr id="160" name="Google Shape;160;p16"/>
            <p:cNvSpPr/>
            <p:nvPr/>
          </p:nvSpPr>
          <p:spPr>
            <a:xfrm>
              <a:off x="6325269" y="0"/>
              <a:ext cx="540000" cy="9144000"/>
            </a:xfrm>
            <a:prstGeom prst="rect">
              <a:avLst/>
            </a:prstGeom>
            <a:solidFill>
              <a:srgbClr val="F2A982">
                <a:alpha val="10196"/>
              </a:srgbClr>
            </a:solidFill>
            <a:ln w="19050" cap="flat" cmpd="sng">
              <a:solidFill>
                <a:srgbClr val="7F340D"/>
              </a:solidFill>
              <a:prstDash val="dash"/>
              <a:miter lim="8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Arial"/>
                <a:ea typeface="Arial"/>
                <a:cs typeface="Arial"/>
                <a:sym typeface="Arial"/>
              </a:endParaRPr>
            </a:p>
          </p:txBody>
        </p:sp>
      </p:grpSp>
      <p:sp>
        <p:nvSpPr>
          <p:cNvPr id="161" name="Google Shape;161;p16"/>
          <p:cNvSpPr/>
          <p:nvPr/>
        </p:nvSpPr>
        <p:spPr>
          <a:xfrm>
            <a:off x="554537" y="452468"/>
            <a:ext cx="5756193" cy="54000"/>
          </a:xfrm>
          <a:prstGeom prst="rect">
            <a:avLst/>
          </a:prstGeom>
          <a:solidFill>
            <a:schemeClr val="accent1"/>
          </a:solidFill>
          <a:ln w="19050" cap="flat" cmpd="sng">
            <a:solidFill>
              <a:srgbClr val="082836"/>
            </a:solidFill>
            <a:prstDash val="solid"/>
            <a:miter lim="8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Arial"/>
              <a:ea typeface="Arial"/>
              <a:cs typeface="Arial"/>
              <a:sym typeface="Arial"/>
            </a:endParaRPr>
          </a:p>
        </p:txBody>
      </p:sp>
      <p:sp>
        <p:nvSpPr>
          <p:cNvPr id="162" name="Google Shape;162;p16"/>
          <p:cNvSpPr/>
          <p:nvPr/>
        </p:nvSpPr>
        <p:spPr>
          <a:xfrm>
            <a:off x="554538" y="8661917"/>
            <a:ext cx="2592000" cy="54000"/>
          </a:xfrm>
          <a:prstGeom prst="rect">
            <a:avLst/>
          </a:prstGeom>
          <a:solidFill>
            <a:schemeClr val="accent1"/>
          </a:solidFill>
          <a:ln w="19050" cap="flat" cmpd="sng">
            <a:solidFill>
              <a:srgbClr val="082836"/>
            </a:solidFill>
            <a:prstDash val="solid"/>
            <a:miter lim="8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Arial"/>
              <a:ea typeface="Arial"/>
              <a:cs typeface="Arial"/>
              <a:sym typeface="Arial"/>
            </a:endParaRPr>
          </a:p>
        </p:txBody>
      </p:sp>
      <p:sp>
        <p:nvSpPr>
          <p:cNvPr id="163" name="Google Shape;163;p16"/>
          <p:cNvSpPr/>
          <p:nvPr/>
        </p:nvSpPr>
        <p:spPr>
          <a:xfrm>
            <a:off x="3734844" y="8661917"/>
            <a:ext cx="2592000" cy="54000"/>
          </a:xfrm>
          <a:prstGeom prst="rect">
            <a:avLst/>
          </a:prstGeom>
          <a:solidFill>
            <a:schemeClr val="accent1"/>
          </a:solidFill>
          <a:ln w="19050" cap="flat" cmpd="sng">
            <a:solidFill>
              <a:srgbClr val="082836"/>
            </a:solidFill>
            <a:prstDash val="solid"/>
            <a:miter lim="8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Arial"/>
              <a:ea typeface="Arial"/>
              <a:cs typeface="Arial"/>
              <a:sym typeface="Arial"/>
            </a:endParaRPr>
          </a:p>
        </p:txBody>
      </p:sp>
      <p:sp>
        <p:nvSpPr>
          <p:cNvPr id="164" name="Google Shape;164;p16"/>
          <p:cNvSpPr txBox="1"/>
          <p:nvPr/>
        </p:nvSpPr>
        <p:spPr>
          <a:xfrm>
            <a:off x="3163826" y="8511531"/>
            <a:ext cx="575734" cy="369332"/>
          </a:xfrm>
          <a:prstGeom prst="rect">
            <a:avLst/>
          </a:prstGeom>
          <a:noFill/>
          <a:ln>
            <a:noFill/>
          </a:ln>
        </p:spPr>
        <p:txBody>
          <a:bodyPr spcFirstLastPara="1" wrap="square" lIns="91425" tIns="45700" rIns="91425" bIns="45700" anchor="ctr" anchorCtr="0">
            <a:spAutoFit/>
          </a:bodyPr>
          <a:lstStyle/>
          <a:p>
            <a:pPr marL="0" marR="0" lvl="0" indent="0" algn="ctr" rtl="0">
              <a:spcBef>
                <a:spcPts val="0"/>
              </a:spcBef>
              <a:spcAft>
                <a:spcPts val="0"/>
              </a:spcAft>
              <a:buNone/>
            </a:pPr>
            <a:r>
              <a:rPr lang="en-US" sz="1800">
                <a:solidFill>
                  <a:schemeClr val="dk1"/>
                </a:solidFill>
                <a:latin typeface="Arial"/>
                <a:ea typeface="Arial"/>
                <a:cs typeface="Arial"/>
                <a:sym typeface="Arial"/>
              </a:rPr>
              <a:t>3</a:t>
            </a:r>
            <a:endParaRPr sz="1800">
              <a:solidFill>
                <a:schemeClr val="dk1"/>
              </a:solidFill>
              <a:latin typeface="Arial"/>
              <a:ea typeface="Arial"/>
              <a:cs typeface="Arial"/>
              <a:sym typeface="Arial"/>
            </a:endParaRPr>
          </a:p>
        </p:txBody>
      </p:sp>
      <p:sp>
        <p:nvSpPr>
          <p:cNvPr id="165" name="Google Shape;165;p16"/>
          <p:cNvSpPr/>
          <p:nvPr/>
        </p:nvSpPr>
        <p:spPr>
          <a:xfrm>
            <a:off x="560796" y="4688933"/>
            <a:ext cx="204600" cy="204600"/>
          </a:xfrm>
          <a:prstGeom prst="ellipse">
            <a:avLst/>
          </a:prstGeom>
          <a:solidFill>
            <a:schemeClr val="accent1"/>
          </a:solidFill>
          <a:ln w="19050" cap="flat" cmpd="sng">
            <a:solidFill>
              <a:srgbClr val="082836"/>
            </a:solidFill>
            <a:prstDash val="solid"/>
            <a:miter lim="8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Arial"/>
              <a:ea typeface="Arial"/>
              <a:cs typeface="Arial"/>
              <a:sym typeface="Arial"/>
            </a:endParaRPr>
          </a:p>
        </p:txBody>
      </p:sp>
      <p:sp>
        <p:nvSpPr>
          <p:cNvPr id="166" name="Google Shape;166;p16"/>
          <p:cNvSpPr txBox="1"/>
          <p:nvPr/>
        </p:nvSpPr>
        <p:spPr>
          <a:xfrm>
            <a:off x="770844" y="4624760"/>
            <a:ext cx="2739900" cy="4002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000" b="1">
                <a:solidFill>
                  <a:schemeClr val="dk1"/>
                </a:solidFill>
                <a:latin typeface="IBM Plex Sans JP" panose="020B0503050203000203" pitchFamily="50" charset="-128"/>
                <a:ea typeface="IBM Plex Sans JP" panose="020B0503050203000203" pitchFamily="50" charset="-128"/>
                <a:cs typeface="IBM Plex Sans JP SemiBold"/>
                <a:sym typeface="IBM Plex Sans JP SemiBold"/>
              </a:rPr>
              <a:t>6. 外部測定ツール </a:t>
            </a:r>
            <a:endParaRPr sz="2400" b="1">
              <a:solidFill>
                <a:schemeClr val="dk1"/>
              </a:solidFill>
              <a:latin typeface="IBM Plex Sans JP" panose="020B0503050203000203" pitchFamily="50" charset="-128"/>
              <a:ea typeface="IBM Plex Sans JP" panose="020B0503050203000203" pitchFamily="50" charset="-128"/>
              <a:cs typeface="IBM Plex Sans JP SemiBold"/>
              <a:sym typeface="IBM Plex Sans JP SemiBold"/>
            </a:endParaRPr>
          </a:p>
        </p:txBody>
      </p:sp>
      <p:sp>
        <p:nvSpPr>
          <p:cNvPr id="167" name="Google Shape;167;p16"/>
          <p:cNvSpPr txBox="1"/>
          <p:nvPr/>
        </p:nvSpPr>
        <p:spPr>
          <a:xfrm>
            <a:off x="668508" y="5047700"/>
            <a:ext cx="5649600" cy="2021282"/>
          </a:xfrm>
          <a:prstGeom prst="rect">
            <a:avLst/>
          </a:prstGeom>
          <a:noFill/>
          <a:ln>
            <a:noFill/>
          </a:ln>
        </p:spPr>
        <p:txBody>
          <a:bodyPr spcFirstLastPara="1" wrap="square" lIns="91425" tIns="45700" rIns="91425" bIns="45700" anchor="t" anchorCtr="0">
            <a:spAutoFit/>
          </a:bodyPr>
          <a:lstStyle/>
          <a:p>
            <a:pPr marL="0" marR="0" lvl="0" indent="0" algn="l" rtl="0">
              <a:lnSpc>
                <a:spcPct val="115000"/>
              </a:lnSpc>
              <a:spcBef>
                <a:spcPts val="0"/>
              </a:spcBef>
              <a:spcAft>
                <a:spcPts val="0"/>
              </a:spcAft>
              <a:buNone/>
            </a:pPr>
            <a:r>
              <a:rPr lang="en-US" sz="1000" dirty="0">
                <a:solidFill>
                  <a:schemeClr val="dk1"/>
                </a:solidFill>
                <a:latin typeface="IBM Plex Sans JP" panose="020B0503050203000203" pitchFamily="50" charset="-128"/>
                <a:ea typeface="IBM Plex Sans JP" panose="020B0503050203000203" pitchFamily="50" charset="-128"/>
                <a:cs typeface="IBM Plex Sans JP"/>
                <a:sym typeface="IBM Plex Sans JP"/>
              </a:rPr>
              <a:t>Blend Color Checker </a:t>
            </a:r>
            <a:r>
              <a:rPr lang="en-US" sz="1000" dirty="0" err="1">
                <a:solidFill>
                  <a:schemeClr val="dk1"/>
                </a:solidFill>
                <a:latin typeface="IBM Plex Sans JP" panose="020B0503050203000203" pitchFamily="50" charset="-128"/>
                <a:ea typeface="IBM Plex Sans JP" panose="020B0503050203000203" pitchFamily="50" charset="-128"/>
                <a:cs typeface="IBM Plex Sans JP"/>
                <a:sym typeface="IBM Plex Sans JP"/>
              </a:rPr>
              <a:t>は、色計測機</a:t>
            </a:r>
            <a:r>
              <a:rPr lang="en-US" sz="1000" dirty="0">
                <a:solidFill>
                  <a:schemeClr val="dk1"/>
                </a:solidFill>
                <a:latin typeface="IBM Plex Sans JP" panose="020B0503050203000203" pitchFamily="50" charset="-128"/>
                <a:ea typeface="IBM Plex Sans JP" panose="020B0503050203000203" pitchFamily="50" charset="-128"/>
                <a:cs typeface="IBM Plex Sans JP"/>
                <a:sym typeface="IBM Plex Sans JP"/>
              </a:rPr>
              <a:t> NIX MINI 3 </a:t>
            </a:r>
            <a:r>
              <a:rPr lang="en-US" sz="1000" dirty="0" err="1">
                <a:solidFill>
                  <a:schemeClr val="dk1"/>
                </a:solidFill>
                <a:latin typeface="IBM Plex Sans JP" panose="020B0503050203000203" pitchFamily="50" charset="-128"/>
                <a:ea typeface="IBM Plex Sans JP" panose="020B0503050203000203" pitchFamily="50" charset="-128"/>
                <a:cs typeface="IBM Plex Sans JP"/>
                <a:sym typeface="IBM Plex Sans JP"/>
              </a:rPr>
              <a:t>を使用した数値的な色評価のため、以下の最適化を行っています</a:t>
            </a:r>
            <a:r>
              <a:rPr lang="en-US" sz="1000" dirty="0">
                <a:solidFill>
                  <a:schemeClr val="dk1"/>
                </a:solidFill>
                <a:latin typeface="IBM Plex Sans JP" panose="020B0503050203000203" pitchFamily="50" charset="-128"/>
                <a:ea typeface="IBM Plex Sans JP" panose="020B0503050203000203" pitchFamily="50" charset="-128"/>
                <a:cs typeface="IBM Plex Sans JP"/>
                <a:sym typeface="IBM Plex Sans JP"/>
              </a:rPr>
              <a:t>。 </a:t>
            </a:r>
            <a:endParaRPr sz="1000" dirty="0">
              <a:solidFill>
                <a:schemeClr val="dk1"/>
              </a:solidFill>
              <a:latin typeface="IBM Plex Sans JP" panose="020B0503050203000203" pitchFamily="50" charset="-128"/>
              <a:ea typeface="IBM Plex Sans JP" panose="020B0503050203000203" pitchFamily="50" charset="-128"/>
              <a:cs typeface="IBM Plex Sans JP"/>
              <a:sym typeface="IBM Plex Sans JP"/>
            </a:endParaRPr>
          </a:p>
          <a:p>
            <a:pPr marL="0" marR="0" lvl="0" indent="0" algn="l" rtl="0">
              <a:lnSpc>
                <a:spcPct val="115000"/>
              </a:lnSpc>
              <a:spcBef>
                <a:spcPts val="0"/>
              </a:spcBef>
              <a:spcAft>
                <a:spcPts val="0"/>
              </a:spcAft>
              <a:buNone/>
            </a:pPr>
            <a:endParaRPr sz="500" dirty="0">
              <a:solidFill>
                <a:schemeClr val="dk1"/>
              </a:solidFill>
              <a:latin typeface="IBM Plex Sans JP" panose="020B0503050203000203" pitchFamily="50" charset="-128"/>
              <a:ea typeface="IBM Plex Sans JP" panose="020B0503050203000203" pitchFamily="50" charset="-128"/>
              <a:cs typeface="IBM Plex Sans JP"/>
              <a:sym typeface="IBM Plex Sans JP"/>
            </a:endParaRPr>
          </a:p>
          <a:p>
            <a:pPr marL="457200" marR="0" lvl="0" indent="-292100" algn="l" rtl="0">
              <a:lnSpc>
                <a:spcPct val="115000"/>
              </a:lnSpc>
              <a:spcBef>
                <a:spcPts val="0"/>
              </a:spcBef>
              <a:spcAft>
                <a:spcPts val="0"/>
              </a:spcAft>
              <a:buClr>
                <a:schemeClr val="dk1"/>
              </a:buClr>
              <a:buSzPts val="1000"/>
              <a:buFont typeface="Arial" panose="020B0604020202020204" pitchFamily="34" charset="0"/>
              <a:buChar char="•"/>
            </a:pPr>
            <a:r>
              <a:rPr lang="en-US" sz="1000" dirty="0" err="1">
                <a:solidFill>
                  <a:schemeClr val="dk1"/>
                </a:solidFill>
                <a:latin typeface="IBM Plex Sans JP" panose="020B0503050203000203" pitchFamily="50" charset="-128"/>
                <a:ea typeface="IBM Plex Sans JP" panose="020B0503050203000203" pitchFamily="50" charset="-128"/>
                <a:cs typeface="IBM Plex Sans JP"/>
                <a:sym typeface="IBM Plex Sans JP"/>
              </a:rPr>
              <a:t>セグメント幅の最適化</a:t>
            </a:r>
            <a:r>
              <a:rPr lang="en-US" sz="1000" dirty="0">
                <a:solidFill>
                  <a:schemeClr val="dk1"/>
                </a:solidFill>
                <a:latin typeface="IBM Plex Sans JP" panose="020B0503050203000203" pitchFamily="50" charset="-128"/>
                <a:ea typeface="IBM Plex Sans JP" panose="020B0503050203000203" pitchFamily="50" charset="-128"/>
                <a:cs typeface="IBM Plex Sans JP"/>
                <a:sym typeface="IBM Plex Sans JP"/>
              </a:rPr>
              <a:t> </a:t>
            </a:r>
            <a:endParaRPr sz="1000" dirty="0">
              <a:solidFill>
                <a:schemeClr val="dk1"/>
              </a:solidFill>
              <a:latin typeface="IBM Plex Sans JP" panose="020B0503050203000203" pitchFamily="50" charset="-128"/>
              <a:ea typeface="IBM Plex Sans JP" panose="020B0503050203000203" pitchFamily="50" charset="-128"/>
              <a:cs typeface="IBM Plex Sans JP"/>
              <a:sym typeface="IBM Plex Sans JP"/>
            </a:endParaRPr>
          </a:p>
          <a:p>
            <a:pPr marL="457200" marR="0" lvl="0" algn="l" rtl="0">
              <a:lnSpc>
                <a:spcPct val="115000"/>
              </a:lnSpc>
              <a:spcBef>
                <a:spcPts val="0"/>
              </a:spcBef>
              <a:spcAft>
                <a:spcPts val="0"/>
              </a:spcAft>
            </a:pPr>
            <a:r>
              <a:rPr lang="en-US" sz="900" dirty="0">
                <a:solidFill>
                  <a:schemeClr val="dk1"/>
                </a:solidFill>
                <a:latin typeface="IBM Plex Sans JP" panose="020B0503050203000203" pitchFamily="50" charset="-128"/>
                <a:ea typeface="IBM Plex Sans JP" panose="020B0503050203000203" pitchFamily="50" charset="-128"/>
                <a:cs typeface="IBM Plex Sans JP"/>
                <a:sym typeface="IBM Plex Sans JP"/>
              </a:rPr>
              <a:t>NIX MINI 3 </a:t>
            </a:r>
            <a:r>
              <a:rPr lang="en-US" sz="900" dirty="0" err="1">
                <a:solidFill>
                  <a:schemeClr val="dk1"/>
                </a:solidFill>
                <a:latin typeface="IBM Plex Sans JP" panose="020B0503050203000203" pitchFamily="50" charset="-128"/>
                <a:ea typeface="IBM Plex Sans JP" panose="020B0503050203000203" pitchFamily="50" charset="-128"/>
                <a:cs typeface="IBM Plex Sans JP"/>
                <a:sym typeface="IBM Plex Sans JP"/>
              </a:rPr>
              <a:t>の測定口径に対して十分な測定面積が確保できる幅で設計されています。測定部の一辺とノッチの</a:t>
            </a:r>
            <a:r>
              <a:rPr lang="en-US" sz="900" dirty="0">
                <a:solidFill>
                  <a:schemeClr val="dk1"/>
                </a:solidFill>
                <a:latin typeface="IBM Plex Sans JP" panose="020B0503050203000203" pitchFamily="50" charset="-128"/>
                <a:ea typeface="IBM Plex Sans JP" panose="020B0503050203000203" pitchFamily="50" charset="-128"/>
                <a:cs typeface="IBM Plex Sans JP"/>
                <a:sym typeface="IBM Plex Sans JP"/>
              </a:rPr>
              <a:t> </a:t>
            </a:r>
            <a:r>
              <a:rPr lang="en-US" sz="900" dirty="0" err="1">
                <a:solidFill>
                  <a:schemeClr val="dk1"/>
                </a:solidFill>
                <a:latin typeface="IBM Plex Sans JP" panose="020B0503050203000203" pitchFamily="50" charset="-128"/>
                <a:ea typeface="IBM Plex Sans JP" panose="020B0503050203000203" pitchFamily="50" charset="-128"/>
                <a:cs typeface="IBM Plex Sans JP"/>
                <a:sym typeface="IBM Plex Sans JP"/>
              </a:rPr>
              <a:t>幅をそろえていますので、一致するように取り付けて測定する事で測定ミスを防ぎます</a:t>
            </a:r>
            <a:r>
              <a:rPr lang="en-US" sz="900" dirty="0">
                <a:solidFill>
                  <a:schemeClr val="dk1"/>
                </a:solidFill>
                <a:latin typeface="IBM Plex Sans JP" panose="020B0503050203000203" pitchFamily="50" charset="-128"/>
                <a:ea typeface="IBM Plex Sans JP" panose="020B0503050203000203" pitchFamily="50" charset="-128"/>
                <a:cs typeface="IBM Plex Sans JP"/>
                <a:sym typeface="IBM Plex Sans JP"/>
              </a:rPr>
              <a:t>。  </a:t>
            </a:r>
            <a:endParaRPr sz="900" dirty="0">
              <a:solidFill>
                <a:schemeClr val="dk1"/>
              </a:solidFill>
              <a:latin typeface="IBM Plex Sans JP" panose="020B0503050203000203" pitchFamily="50" charset="-128"/>
              <a:ea typeface="IBM Plex Sans JP" panose="020B0503050203000203" pitchFamily="50" charset="-128"/>
              <a:cs typeface="IBM Plex Sans JP"/>
              <a:sym typeface="IBM Plex Sans JP"/>
            </a:endParaRPr>
          </a:p>
          <a:p>
            <a:pPr marL="457200" marR="0" lvl="0" indent="-292100" algn="l" rtl="0">
              <a:lnSpc>
                <a:spcPct val="115000"/>
              </a:lnSpc>
              <a:spcBef>
                <a:spcPts val="0"/>
              </a:spcBef>
              <a:spcAft>
                <a:spcPts val="0"/>
              </a:spcAft>
              <a:buClr>
                <a:schemeClr val="dk1"/>
              </a:buClr>
              <a:buSzPts val="1000"/>
              <a:buFont typeface="Arial" panose="020B0604020202020204" pitchFamily="34" charset="0"/>
              <a:buChar char="•"/>
            </a:pPr>
            <a:r>
              <a:rPr lang="en-US" sz="1000" dirty="0" err="1">
                <a:solidFill>
                  <a:schemeClr val="dk1"/>
                </a:solidFill>
                <a:latin typeface="IBM Plex Sans JP" panose="020B0503050203000203" pitchFamily="50" charset="-128"/>
                <a:ea typeface="IBM Plex Sans JP" panose="020B0503050203000203" pitchFamily="50" charset="-128"/>
                <a:cs typeface="IBM Plex Sans JP"/>
                <a:sym typeface="IBM Plex Sans JP"/>
              </a:rPr>
              <a:t>タワーの幅の最適化</a:t>
            </a:r>
            <a:r>
              <a:rPr lang="en-US" sz="1000" dirty="0">
                <a:solidFill>
                  <a:schemeClr val="dk1"/>
                </a:solidFill>
                <a:latin typeface="IBM Plex Sans JP" panose="020B0503050203000203" pitchFamily="50" charset="-128"/>
                <a:ea typeface="IBM Plex Sans JP" panose="020B0503050203000203" pitchFamily="50" charset="-128"/>
                <a:cs typeface="IBM Plex Sans JP"/>
                <a:sym typeface="IBM Plex Sans JP"/>
              </a:rPr>
              <a:t> </a:t>
            </a:r>
            <a:endParaRPr sz="1000" dirty="0">
              <a:solidFill>
                <a:schemeClr val="dk1"/>
              </a:solidFill>
              <a:latin typeface="IBM Plex Sans JP" panose="020B0503050203000203" pitchFamily="50" charset="-128"/>
              <a:ea typeface="IBM Plex Sans JP" panose="020B0503050203000203" pitchFamily="50" charset="-128"/>
              <a:cs typeface="IBM Plex Sans JP"/>
              <a:sym typeface="IBM Plex Sans JP"/>
            </a:endParaRPr>
          </a:p>
          <a:p>
            <a:pPr marL="457200" marR="0" lvl="0" algn="l" rtl="0">
              <a:lnSpc>
                <a:spcPct val="115000"/>
              </a:lnSpc>
              <a:spcBef>
                <a:spcPts val="0"/>
              </a:spcBef>
              <a:spcAft>
                <a:spcPts val="0"/>
              </a:spcAft>
            </a:pPr>
            <a:r>
              <a:rPr lang="en-US" sz="900" dirty="0" err="1">
                <a:solidFill>
                  <a:schemeClr val="dk1"/>
                </a:solidFill>
                <a:latin typeface="IBM Plex Sans JP" panose="020B0503050203000203" pitchFamily="50" charset="-128"/>
                <a:ea typeface="IBM Plex Sans JP" panose="020B0503050203000203" pitchFamily="50" charset="-128"/>
                <a:cs typeface="IBM Plex Sans JP"/>
                <a:sym typeface="IBM Plex Sans JP"/>
              </a:rPr>
              <a:t>タワーの幅はNIX</a:t>
            </a:r>
            <a:r>
              <a:rPr lang="en-US" sz="900" dirty="0">
                <a:solidFill>
                  <a:schemeClr val="dk1"/>
                </a:solidFill>
                <a:latin typeface="IBM Plex Sans JP" panose="020B0503050203000203" pitchFamily="50" charset="-128"/>
                <a:ea typeface="IBM Plex Sans JP" panose="020B0503050203000203" pitchFamily="50" charset="-128"/>
                <a:cs typeface="IBM Plex Sans JP"/>
                <a:sym typeface="IBM Plex Sans JP"/>
              </a:rPr>
              <a:t> MINI3の感光部を覆うことが出来る幅としており、エラーを防ぎます。  </a:t>
            </a:r>
            <a:endParaRPr sz="900" dirty="0">
              <a:solidFill>
                <a:schemeClr val="dk1"/>
              </a:solidFill>
              <a:latin typeface="IBM Plex Sans JP" panose="020B0503050203000203" pitchFamily="50" charset="-128"/>
              <a:ea typeface="IBM Plex Sans JP" panose="020B0503050203000203" pitchFamily="50" charset="-128"/>
              <a:cs typeface="IBM Plex Sans JP"/>
              <a:sym typeface="IBM Plex Sans JP"/>
            </a:endParaRPr>
          </a:p>
          <a:p>
            <a:pPr marL="457200" marR="0" lvl="0" indent="-292100" algn="l" rtl="0">
              <a:lnSpc>
                <a:spcPct val="115000"/>
              </a:lnSpc>
              <a:spcBef>
                <a:spcPts val="0"/>
              </a:spcBef>
              <a:spcAft>
                <a:spcPts val="0"/>
              </a:spcAft>
              <a:buClr>
                <a:schemeClr val="dk1"/>
              </a:buClr>
              <a:buSzPts val="1000"/>
              <a:buFont typeface="Arial" panose="020B0604020202020204" pitchFamily="34" charset="0"/>
              <a:buChar char="•"/>
            </a:pPr>
            <a:r>
              <a:rPr lang="en-US" sz="1000" dirty="0" err="1">
                <a:solidFill>
                  <a:schemeClr val="dk1"/>
                </a:solidFill>
                <a:latin typeface="IBM Plex Sans JP" panose="020B0503050203000203" pitchFamily="50" charset="-128"/>
                <a:ea typeface="IBM Plex Sans JP" panose="020B0503050203000203" pitchFamily="50" charset="-128"/>
                <a:cs typeface="IBM Plex Sans JP"/>
                <a:sym typeface="IBM Plex Sans JP"/>
              </a:rPr>
              <a:t>最上面に記号を記載</a:t>
            </a:r>
            <a:r>
              <a:rPr lang="en-US" sz="1000" dirty="0">
                <a:solidFill>
                  <a:schemeClr val="dk1"/>
                </a:solidFill>
                <a:latin typeface="IBM Plex Sans JP" panose="020B0503050203000203" pitchFamily="50" charset="-128"/>
                <a:ea typeface="IBM Plex Sans JP" panose="020B0503050203000203" pitchFamily="50" charset="-128"/>
                <a:cs typeface="IBM Plex Sans JP"/>
                <a:sym typeface="IBM Plex Sans JP"/>
              </a:rPr>
              <a:t> </a:t>
            </a:r>
            <a:endParaRPr sz="1000" dirty="0">
              <a:solidFill>
                <a:schemeClr val="dk1"/>
              </a:solidFill>
              <a:latin typeface="IBM Plex Sans JP" panose="020B0503050203000203" pitchFamily="50" charset="-128"/>
              <a:ea typeface="IBM Plex Sans JP" panose="020B0503050203000203" pitchFamily="50" charset="-128"/>
              <a:cs typeface="IBM Plex Sans JP"/>
              <a:sym typeface="IBM Plex Sans JP"/>
            </a:endParaRPr>
          </a:p>
          <a:p>
            <a:pPr marL="457200" marR="0" lvl="0" algn="l" rtl="0">
              <a:lnSpc>
                <a:spcPct val="115000"/>
              </a:lnSpc>
              <a:spcBef>
                <a:spcPts val="0"/>
              </a:spcBef>
              <a:spcAft>
                <a:spcPts val="0"/>
              </a:spcAft>
            </a:pPr>
            <a:r>
              <a:rPr lang="en-US" sz="900" dirty="0">
                <a:solidFill>
                  <a:schemeClr val="dk1"/>
                </a:solidFill>
                <a:latin typeface="IBM Plex Sans JP" panose="020B0503050203000203" pitchFamily="50" charset="-128"/>
                <a:ea typeface="IBM Plex Sans JP" panose="020B0503050203000203" pitchFamily="50" charset="-128"/>
                <a:cs typeface="IBM Plex Sans JP"/>
                <a:sym typeface="IBM Plex Sans JP"/>
              </a:rPr>
              <a:t>4 </a:t>
            </a:r>
            <a:r>
              <a:rPr lang="en-US" sz="900" dirty="0" err="1">
                <a:solidFill>
                  <a:schemeClr val="dk1"/>
                </a:solidFill>
                <a:latin typeface="IBM Plex Sans JP" panose="020B0503050203000203" pitchFamily="50" charset="-128"/>
                <a:ea typeface="IBM Plex Sans JP" panose="020B0503050203000203" pitchFamily="50" charset="-128"/>
                <a:cs typeface="IBM Plex Sans JP"/>
                <a:sym typeface="IBM Plex Sans JP"/>
              </a:rPr>
              <a:t>面の測定結果を残す際にどこの面を測定したのかわかるように最上面に各面に対応するアルファベットを記載</a:t>
            </a:r>
            <a:r>
              <a:rPr lang="en-US" sz="900" dirty="0">
                <a:solidFill>
                  <a:schemeClr val="dk1"/>
                </a:solidFill>
                <a:latin typeface="IBM Plex Sans JP" panose="020B0503050203000203" pitchFamily="50" charset="-128"/>
                <a:ea typeface="IBM Plex Sans JP" panose="020B0503050203000203" pitchFamily="50" charset="-128"/>
                <a:cs typeface="IBM Plex Sans JP"/>
                <a:sym typeface="IBM Plex Sans JP"/>
              </a:rPr>
              <a:t> </a:t>
            </a:r>
            <a:r>
              <a:rPr lang="en-US" sz="900" dirty="0" err="1">
                <a:solidFill>
                  <a:schemeClr val="dk1"/>
                </a:solidFill>
                <a:latin typeface="IBM Plex Sans JP" panose="020B0503050203000203" pitchFamily="50" charset="-128"/>
                <a:ea typeface="IBM Plex Sans JP" panose="020B0503050203000203" pitchFamily="50" charset="-128"/>
                <a:cs typeface="IBM Plex Sans JP"/>
                <a:sym typeface="IBM Plex Sans JP"/>
              </a:rPr>
              <a:t>しています。測定時の整理にご活用ください</a:t>
            </a:r>
            <a:r>
              <a:rPr lang="en-US" sz="900" dirty="0">
                <a:solidFill>
                  <a:schemeClr val="dk1"/>
                </a:solidFill>
                <a:latin typeface="IBM Plex Sans JP" panose="020B0503050203000203" pitchFamily="50" charset="-128"/>
                <a:ea typeface="IBM Plex Sans JP" panose="020B0503050203000203" pitchFamily="50" charset="-128"/>
                <a:cs typeface="IBM Plex Sans JP"/>
                <a:sym typeface="IBM Plex Sans JP"/>
              </a:rPr>
              <a:t>。 </a:t>
            </a:r>
            <a:endParaRPr sz="900" b="1" dirty="0">
              <a:solidFill>
                <a:schemeClr val="dk1"/>
              </a:solidFill>
              <a:latin typeface="IBM Plex Sans JP" panose="020B0503050203000203" pitchFamily="50" charset="-128"/>
              <a:ea typeface="IBM Plex Sans JP" panose="020B0503050203000203" pitchFamily="50" charset="-128"/>
              <a:cs typeface="IBM Plex Sans JP"/>
              <a:sym typeface="IBM Plex Sans JP"/>
            </a:endParaRPr>
          </a:p>
        </p:txBody>
      </p:sp>
      <p:sp>
        <p:nvSpPr>
          <p:cNvPr id="168" name="Google Shape;168;p16"/>
          <p:cNvSpPr txBox="1"/>
          <p:nvPr/>
        </p:nvSpPr>
        <p:spPr>
          <a:xfrm>
            <a:off x="681821" y="2638082"/>
            <a:ext cx="5642100" cy="1773522"/>
          </a:xfrm>
          <a:prstGeom prst="rect">
            <a:avLst/>
          </a:prstGeom>
          <a:noFill/>
          <a:ln>
            <a:noFill/>
          </a:ln>
        </p:spPr>
        <p:txBody>
          <a:bodyPr spcFirstLastPara="1" wrap="square" lIns="91425" tIns="45700" rIns="91425" bIns="45700" anchor="t" anchorCtr="0">
            <a:spAutoFit/>
          </a:bodyPr>
          <a:lstStyle/>
          <a:p>
            <a:pPr marL="0" marR="0" lvl="0" indent="0" algn="l" rtl="0">
              <a:lnSpc>
                <a:spcPct val="115000"/>
              </a:lnSpc>
              <a:spcBef>
                <a:spcPts val="0"/>
              </a:spcBef>
              <a:spcAft>
                <a:spcPts val="0"/>
              </a:spcAft>
              <a:buNone/>
            </a:pPr>
            <a:r>
              <a:rPr lang="en-US" sz="1200" b="1" dirty="0" err="1">
                <a:solidFill>
                  <a:schemeClr val="dk1"/>
                </a:solidFill>
                <a:latin typeface="IBM Plex Sans JP" panose="020B0503050203000203" pitchFamily="50" charset="-128"/>
                <a:ea typeface="IBM Plex Sans JP" panose="020B0503050203000203" pitchFamily="50" charset="-128"/>
                <a:cs typeface="IBM Plex Sans JP"/>
                <a:sym typeface="IBM Plex Sans JP"/>
              </a:rPr>
              <a:t>CHeck</a:t>
            </a:r>
            <a:r>
              <a:rPr lang="en-US" sz="1200" b="1" dirty="0">
                <a:solidFill>
                  <a:schemeClr val="dk1"/>
                </a:solidFill>
                <a:latin typeface="IBM Plex Sans JP" panose="020B0503050203000203" pitchFamily="50" charset="-128"/>
                <a:ea typeface="IBM Plex Sans JP" panose="020B0503050203000203" pitchFamily="50" charset="-128"/>
                <a:cs typeface="IBM Plex Sans JP"/>
                <a:sym typeface="IBM Plex Sans JP"/>
              </a:rPr>
              <a:t> Tower </a:t>
            </a:r>
            <a:r>
              <a:rPr lang="en-US" sz="1200" b="1" dirty="0" err="1">
                <a:solidFill>
                  <a:schemeClr val="dk1"/>
                </a:solidFill>
                <a:latin typeface="IBM Plex Sans JP" panose="020B0503050203000203" pitchFamily="50" charset="-128"/>
                <a:ea typeface="IBM Plex Sans JP" panose="020B0503050203000203" pitchFamily="50" charset="-128"/>
                <a:cs typeface="IBM Plex Sans JP"/>
                <a:sym typeface="IBM Plex Sans JP"/>
              </a:rPr>
              <a:t>印刷時</a:t>
            </a:r>
            <a:r>
              <a:rPr lang="en-US" sz="1200" b="1" dirty="0">
                <a:solidFill>
                  <a:schemeClr val="dk1"/>
                </a:solidFill>
                <a:latin typeface="IBM Plex Sans JP" panose="020B0503050203000203" pitchFamily="50" charset="-128"/>
                <a:ea typeface="IBM Plex Sans JP" panose="020B0503050203000203" pitchFamily="50" charset="-128"/>
                <a:cs typeface="IBM Plex Sans JP"/>
                <a:sym typeface="IBM Plex Sans JP"/>
              </a:rPr>
              <a:t>  </a:t>
            </a:r>
            <a:endParaRPr sz="1200" b="1" dirty="0">
              <a:solidFill>
                <a:schemeClr val="dk1"/>
              </a:solidFill>
              <a:latin typeface="IBM Plex Sans JP" panose="020B0503050203000203" pitchFamily="50" charset="-128"/>
              <a:ea typeface="IBM Plex Sans JP" panose="020B0503050203000203" pitchFamily="50" charset="-128"/>
              <a:cs typeface="IBM Plex Sans JP"/>
              <a:sym typeface="IBM Plex Sans JP"/>
            </a:endParaRPr>
          </a:p>
          <a:p>
            <a:pPr marL="0" marR="0" lvl="0" indent="0" algn="l" rtl="0">
              <a:lnSpc>
                <a:spcPct val="115000"/>
              </a:lnSpc>
              <a:spcBef>
                <a:spcPts val="0"/>
              </a:spcBef>
              <a:spcAft>
                <a:spcPts val="0"/>
              </a:spcAft>
              <a:buNone/>
            </a:pPr>
            <a:endParaRPr sz="500" dirty="0">
              <a:solidFill>
                <a:schemeClr val="dk1"/>
              </a:solidFill>
              <a:latin typeface="IBM Plex Sans JP" panose="020B0503050203000203" pitchFamily="50" charset="-128"/>
              <a:ea typeface="IBM Plex Sans JP" panose="020B0503050203000203" pitchFamily="50" charset="-128"/>
              <a:cs typeface="IBM Plex Sans JP"/>
              <a:sym typeface="IBM Plex Sans JP"/>
            </a:endParaRPr>
          </a:p>
          <a:p>
            <a:pPr marL="457200" marR="0" lvl="0" indent="-292100" algn="l" rtl="0">
              <a:lnSpc>
                <a:spcPct val="115000"/>
              </a:lnSpc>
              <a:spcBef>
                <a:spcPts val="0"/>
              </a:spcBef>
              <a:spcAft>
                <a:spcPts val="0"/>
              </a:spcAft>
              <a:buClr>
                <a:schemeClr val="dk1"/>
              </a:buClr>
              <a:buSzPts val="1000"/>
              <a:buFont typeface="Arial" panose="020B0604020202020204" pitchFamily="34" charset="0"/>
              <a:buChar char="•"/>
            </a:pPr>
            <a:r>
              <a:rPr lang="en-US" sz="1000" dirty="0" err="1">
                <a:solidFill>
                  <a:schemeClr val="dk1"/>
                </a:solidFill>
                <a:latin typeface="IBM Plex Sans JP" panose="020B0503050203000203" pitchFamily="50" charset="-128"/>
                <a:ea typeface="IBM Plex Sans JP" panose="020B0503050203000203" pitchFamily="50" charset="-128"/>
                <a:cs typeface="IBM Plex Sans JP"/>
                <a:sym typeface="IBM Plex Sans JP"/>
              </a:rPr>
              <a:t>使用前にCheck</a:t>
            </a:r>
            <a:r>
              <a:rPr lang="en-US" sz="1000" dirty="0">
                <a:solidFill>
                  <a:schemeClr val="dk1"/>
                </a:solidFill>
                <a:latin typeface="IBM Plex Sans JP" panose="020B0503050203000203" pitchFamily="50" charset="-128"/>
                <a:ea typeface="IBM Plex Sans JP" panose="020B0503050203000203" pitchFamily="50" charset="-128"/>
                <a:cs typeface="IBM Plex Sans JP"/>
                <a:sym typeface="IBM Plex Sans JP"/>
              </a:rPr>
              <a:t> </a:t>
            </a:r>
            <a:r>
              <a:rPr lang="en-US" sz="1000" dirty="0" err="1">
                <a:solidFill>
                  <a:schemeClr val="dk1"/>
                </a:solidFill>
                <a:latin typeface="IBM Plex Sans JP" panose="020B0503050203000203" pitchFamily="50" charset="-128"/>
                <a:ea typeface="IBM Plex Sans JP" panose="020B0503050203000203" pitchFamily="50" charset="-128"/>
                <a:cs typeface="IBM Plex Sans JP"/>
                <a:sym typeface="IBM Plex Sans JP"/>
              </a:rPr>
              <a:t>Filamentのブリムを外してください</a:t>
            </a:r>
            <a:r>
              <a:rPr lang="en-US" sz="1000" dirty="0">
                <a:solidFill>
                  <a:schemeClr val="dk1"/>
                </a:solidFill>
                <a:latin typeface="IBM Plex Sans JP" panose="020B0503050203000203" pitchFamily="50" charset="-128"/>
                <a:ea typeface="IBM Plex Sans JP" panose="020B0503050203000203" pitchFamily="50" charset="-128"/>
                <a:cs typeface="IBM Plex Sans JP"/>
                <a:sym typeface="IBM Plex Sans JP"/>
              </a:rPr>
              <a:t>。  </a:t>
            </a:r>
            <a:endParaRPr sz="1000" dirty="0">
              <a:solidFill>
                <a:schemeClr val="dk1"/>
              </a:solidFill>
              <a:latin typeface="IBM Plex Sans JP" panose="020B0503050203000203" pitchFamily="50" charset="-128"/>
              <a:ea typeface="IBM Plex Sans JP" panose="020B0503050203000203" pitchFamily="50" charset="-128"/>
              <a:cs typeface="IBM Plex Sans JP"/>
              <a:sym typeface="IBM Plex Sans JP"/>
            </a:endParaRPr>
          </a:p>
          <a:p>
            <a:pPr marL="457200" marR="0" lvl="0" indent="-292100" algn="l" rtl="0">
              <a:lnSpc>
                <a:spcPct val="115000"/>
              </a:lnSpc>
              <a:spcBef>
                <a:spcPts val="0"/>
              </a:spcBef>
              <a:spcAft>
                <a:spcPts val="0"/>
              </a:spcAft>
              <a:buClr>
                <a:schemeClr val="dk1"/>
              </a:buClr>
              <a:buSzPts val="1000"/>
              <a:buFont typeface="Arial" panose="020B0604020202020204" pitchFamily="34" charset="0"/>
              <a:buChar char="•"/>
            </a:pPr>
            <a:r>
              <a:rPr lang="en-US" sz="1000" dirty="0" err="1">
                <a:solidFill>
                  <a:schemeClr val="dk1"/>
                </a:solidFill>
                <a:latin typeface="IBM Plex Sans JP" panose="020B0503050203000203" pitchFamily="50" charset="-128"/>
                <a:ea typeface="IBM Plex Sans JP" panose="020B0503050203000203" pitchFamily="50" charset="-128"/>
                <a:cs typeface="IBM Plex Sans JP"/>
                <a:sym typeface="IBM Plex Sans JP"/>
              </a:rPr>
              <a:t>ブリムにINと書かれている側がロード側となります</a:t>
            </a:r>
            <a:r>
              <a:rPr lang="en-US" sz="1000" dirty="0">
                <a:solidFill>
                  <a:schemeClr val="dk1"/>
                </a:solidFill>
                <a:latin typeface="IBM Plex Sans JP" panose="020B0503050203000203" pitchFamily="50" charset="-128"/>
                <a:ea typeface="IBM Plex Sans JP" panose="020B0503050203000203" pitchFamily="50" charset="-128"/>
                <a:cs typeface="IBM Plex Sans JP"/>
                <a:sym typeface="IBM Plex Sans JP"/>
              </a:rPr>
              <a:t>。  </a:t>
            </a:r>
            <a:endParaRPr sz="1000" dirty="0">
              <a:solidFill>
                <a:schemeClr val="dk1"/>
              </a:solidFill>
              <a:latin typeface="IBM Plex Sans JP" panose="020B0503050203000203" pitchFamily="50" charset="-128"/>
              <a:ea typeface="IBM Plex Sans JP" panose="020B0503050203000203" pitchFamily="50" charset="-128"/>
              <a:cs typeface="IBM Plex Sans JP"/>
              <a:sym typeface="IBM Plex Sans JP"/>
            </a:endParaRPr>
          </a:p>
          <a:p>
            <a:pPr marL="457200" marR="0" lvl="0" indent="-292100" algn="l" rtl="0">
              <a:lnSpc>
                <a:spcPct val="115000"/>
              </a:lnSpc>
              <a:spcBef>
                <a:spcPts val="0"/>
              </a:spcBef>
              <a:spcAft>
                <a:spcPts val="0"/>
              </a:spcAft>
              <a:buClr>
                <a:schemeClr val="dk1"/>
              </a:buClr>
              <a:buSzPts val="1000"/>
              <a:buFont typeface="Arial" panose="020B0604020202020204" pitchFamily="34" charset="0"/>
              <a:buChar char="•"/>
            </a:pPr>
            <a:r>
              <a:rPr lang="en-US" sz="1000" dirty="0" err="1">
                <a:solidFill>
                  <a:schemeClr val="dk1"/>
                </a:solidFill>
                <a:latin typeface="IBM Plex Sans JP" panose="020B0503050203000203" pitchFamily="50" charset="-128"/>
                <a:ea typeface="IBM Plex Sans JP" panose="020B0503050203000203" pitchFamily="50" charset="-128"/>
                <a:cs typeface="IBM Plex Sans JP"/>
                <a:sym typeface="IBM Plex Sans JP"/>
              </a:rPr>
              <a:t>バリなどがある場合はニッパーやカッターで除去してください</a:t>
            </a:r>
            <a:r>
              <a:rPr lang="en-US" sz="1000" dirty="0">
                <a:solidFill>
                  <a:schemeClr val="dk1"/>
                </a:solidFill>
                <a:latin typeface="IBM Plex Sans JP" panose="020B0503050203000203" pitchFamily="50" charset="-128"/>
                <a:ea typeface="IBM Plex Sans JP" panose="020B0503050203000203" pitchFamily="50" charset="-128"/>
                <a:cs typeface="IBM Plex Sans JP"/>
                <a:sym typeface="IBM Plex Sans JP"/>
              </a:rPr>
              <a:t>。  </a:t>
            </a:r>
            <a:endParaRPr sz="1000" dirty="0">
              <a:solidFill>
                <a:schemeClr val="dk1"/>
              </a:solidFill>
              <a:latin typeface="IBM Plex Sans JP" panose="020B0503050203000203" pitchFamily="50" charset="-128"/>
              <a:ea typeface="IBM Plex Sans JP" panose="020B0503050203000203" pitchFamily="50" charset="-128"/>
              <a:cs typeface="IBM Plex Sans JP"/>
              <a:sym typeface="IBM Plex Sans JP"/>
            </a:endParaRPr>
          </a:p>
          <a:p>
            <a:pPr marL="457200" marR="0" lvl="0" indent="-292100" algn="l" rtl="0">
              <a:lnSpc>
                <a:spcPct val="115000"/>
              </a:lnSpc>
              <a:spcBef>
                <a:spcPts val="0"/>
              </a:spcBef>
              <a:spcAft>
                <a:spcPts val="0"/>
              </a:spcAft>
              <a:buClr>
                <a:schemeClr val="dk1"/>
              </a:buClr>
              <a:buSzPts val="1000"/>
              <a:buFont typeface="Arial" panose="020B0604020202020204" pitchFamily="34" charset="0"/>
              <a:buChar char="•"/>
            </a:pPr>
            <a:r>
              <a:rPr lang="en-US" sz="1000" dirty="0">
                <a:solidFill>
                  <a:schemeClr val="dk1"/>
                </a:solidFill>
                <a:latin typeface="IBM Plex Sans JP" panose="020B0503050203000203" pitchFamily="50" charset="-128"/>
                <a:ea typeface="IBM Plex Sans JP" panose="020B0503050203000203" pitchFamily="50" charset="-128"/>
                <a:cs typeface="IBM Plex Sans JP"/>
                <a:sym typeface="IBM Plex Sans JP"/>
              </a:rPr>
              <a:t>Check Filament </a:t>
            </a:r>
            <a:r>
              <a:rPr lang="en-US" sz="1000" dirty="0" err="1">
                <a:solidFill>
                  <a:schemeClr val="dk1"/>
                </a:solidFill>
                <a:latin typeface="IBM Plex Sans JP" panose="020B0503050203000203" pitchFamily="50" charset="-128"/>
                <a:ea typeface="IBM Plex Sans JP" panose="020B0503050203000203" pitchFamily="50" charset="-128"/>
                <a:cs typeface="IBM Plex Sans JP"/>
                <a:sym typeface="IBM Plex Sans JP"/>
              </a:rPr>
              <a:t>は外部スプールからロードしてください</a:t>
            </a:r>
            <a:r>
              <a:rPr lang="en-US" sz="1000" dirty="0">
                <a:solidFill>
                  <a:schemeClr val="dk1"/>
                </a:solidFill>
                <a:latin typeface="IBM Plex Sans JP" panose="020B0503050203000203" pitchFamily="50" charset="-128"/>
                <a:ea typeface="IBM Plex Sans JP" panose="020B0503050203000203" pitchFamily="50" charset="-128"/>
                <a:cs typeface="IBM Plex Sans JP"/>
                <a:sym typeface="IBM Plex Sans JP"/>
              </a:rPr>
              <a:t>。</a:t>
            </a:r>
            <a:endParaRPr sz="1000" dirty="0">
              <a:solidFill>
                <a:schemeClr val="dk1"/>
              </a:solidFill>
              <a:latin typeface="IBM Plex Sans JP" panose="020B0503050203000203" pitchFamily="50" charset="-128"/>
              <a:ea typeface="IBM Plex Sans JP" panose="020B0503050203000203" pitchFamily="50" charset="-128"/>
              <a:cs typeface="IBM Plex Sans JP"/>
              <a:sym typeface="IBM Plex Sans JP"/>
            </a:endParaRPr>
          </a:p>
          <a:p>
            <a:pPr marL="457200" marR="0" lvl="0" algn="l" rtl="0">
              <a:lnSpc>
                <a:spcPct val="115000"/>
              </a:lnSpc>
              <a:spcBef>
                <a:spcPts val="0"/>
              </a:spcBef>
              <a:spcAft>
                <a:spcPts val="0"/>
              </a:spcAft>
            </a:pPr>
            <a:r>
              <a:rPr lang="en-US" sz="900" dirty="0">
                <a:solidFill>
                  <a:schemeClr val="dk1"/>
                </a:solidFill>
                <a:latin typeface="IBM Plex Sans JP" panose="020B0503050203000203" pitchFamily="50" charset="-128"/>
                <a:ea typeface="IBM Plex Sans JP" panose="020B0503050203000203" pitchFamily="50" charset="-128"/>
                <a:cs typeface="IBM Plex Sans JP"/>
                <a:sym typeface="IBM Plex Sans JP"/>
              </a:rPr>
              <a:t>(AMS </a:t>
            </a:r>
            <a:r>
              <a:rPr lang="en-US" sz="900" dirty="0" err="1">
                <a:solidFill>
                  <a:schemeClr val="dk1"/>
                </a:solidFill>
                <a:latin typeface="IBM Plex Sans JP" panose="020B0503050203000203" pitchFamily="50" charset="-128"/>
                <a:ea typeface="IBM Plex Sans JP" panose="020B0503050203000203" pitchFamily="50" charset="-128"/>
                <a:cs typeface="IBM Plex Sans JP"/>
                <a:sym typeface="IBM Plex Sans JP"/>
              </a:rPr>
              <a:t>は単色印刷中でも、内部処理の都合で</a:t>
            </a:r>
            <a:r>
              <a:rPr lang="en-US" sz="900" dirty="0">
                <a:solidFill>
                  <a:schemeClr val="dk1"/>
                </a:solidFill>
                <a:latin typeface="IBM Plex Sans JP" panose="020B0503050203000203" pitchFamily="50" charset="-128"/>
                <a:ea typeface="IBM Plex Sans JP" panose="020B0503050203000203" pitchFamily="50" charset="-128"/>
                <a:cs typeface="IBM Plex Sans JP"/>
                <a:sym typeface="IBM Plex Sans JP"/>
              </a:rPr>
              <a:t> </a:t>
            </a:r>
            <a:r>
              <a:rPr lang="en-US" sz="900" dirty="0" err="1">
                <a:solidFill>
                  <a:schemeClr val="dk1"/>
                </a:solidFill>
                <a:latin typeface="IBM Plex Sans JP" panose="020B0503050203000203" pitchFamily="50" charset="-128"/>
                <a:ea typeface="IBM Plex Sans JP" panose="020B0503050203000203" pitchFamily="50" charset="-128"/>
                <a:cs typeface="IBM Plex Sans JP"/>
                <a:sym typeface="IBM Plex Sans JP"/>
              </a:rPr>
              <a:t>意図しな</a:t>
            </a:r>
            <a:r>
              <a:rPr lang="en-US" sz="900" dirty="0">
                <a:solidFill>
                  <a:schemeClr val="dk1"/>
                </a:solidFill>
                <a:latin typeface="IBM Plex Sans JP" panose="020B0503050203000203" pitchFamily="50" charset="-128"/>
                <a:ea typeface="IBM Plex Sans JP" panose="020B0503050203000203" pitchFamily="50" charset="-128"/>
                <a:cs typeface="IBM Plex Sans JP"/>
                <a:sym typeface="IBM Plex Sans JP"/>
              </a:rPr>
              <a:t> </a:t>
            </a:r>
            <a:r>
              <a:rPr lang="en-US" sz="900" dirty="0" err="1">
                <a:solidFill>
                  <a:schemeClr val="dk1"/>
                </a:solidFill>
                <a:latin typeface="IBM Plex Sans JP" panose="020B0503050203000203" pitchFamily="50" charset="-128"/>
                <a:ea typeface="IBM Plex Sans JP" panose="020B0503050203000203" pitchFamily="50" charset="-128"/>
                <a:cs typeface="IBM Plex Sans JP"/>
                <a:sym typeface="IBM Plex Sans JP"/>
              </a:rPr>
              <a:t>いパージ</a:t>
            </a:r>
            <a:r>
              <a:rPr lang="en-US" sz="900" dirty="0">
                <a:solidFill>
                  <a:schemeClr val="dk1"/>
                </a:solidFill>
                <a:latin typeface="IBM Plex Sans JP" panose="020B0503050203000203" pitchFamily="50" charset="-128"/>
                <a:ea typeface="IBM Plex Sans JP" panose="020B0503050203000203" pitchFamily="50" charset="-128"/>
                <a:cs typeface="IBM Plex Sans JP"/>
                <a:sym typeface="IBM Plex Sans JP"/>
              </a:rPr>
              <a:t> </a:t>
            </a:r>
            <a:r>
              <a:rPr lang="en-US" sz="900" dirty="0" err="1">
                <a:solidFill>
                  <a:schemeClr val="dk1"/>
                </a:solidFill>
                <a:latin typeface="IBM Plex Sans JP" panose="020B0503050203000203" pitchFamily="50" charset="-128"/>
                <a:ea typeface="IBM Plex Sans JP" panose="020B0503050203000203" pitchFamily="50" charset="-128"/>
                <a:cs typeface="IBM Plex Sans JP"/>
                <a:sym typeface="IBM Plex Sans JP"/>
              </a:rPr>
              <a:t>を行う場合があります</a:t>
            </a:r>
            <a:r>
              <a:rPr lang="en-US" sz="900" dirty="0">
                <a:solidFill>
                  <a:schemeClr val="dk1"/>
                </a:solidFill>
                <a:latin typeface="IBM Plex Sans JP" panose="020B0503050203000203" pitchFamily="50" charset="-128"/>
                <a:ea typeface="IBM Plex Sans JP" panose="020B0503050203000203" pitchFamily="50" charset="-128"/>
                <a:cs typeface="IBM Plex Sans JP"/>
                <a:sym typeface="IBM Plex Sans JP"/>
              </a:rPr>
              <a:t>。 </a:t>
            </a:r>
            <a:r>
              <a:rPr lang="en-US" sz="900" dirty="0" err="1">
                <a:solidFill>
                  <a:schemeClr val="dk1"/>
                </a:solidFill>
                <a:latin typeface="IBM Plex Sans JP" panose="020B0503050203000203" pitchFamily="50" charset="-128"/>
                <a:ea typeface="IBM Plex Sans JP" panose="020B0503050203000203" pitchFamily="50" charset="-128"/>
                <a:cs typeface="IBM Plex Sans JP"/>
                <a:sym typeface="IBM Plex Sans JP"/>
              </a:rPr>
              <a:t>これによる混色比の切り替え間隔の短縮を避けることが目的です</a:t>
            </a:r>
            <a:r>
              <a:rPr lang="en-US" sz="900" dirty="0">
                <a:solidFill>
                  <a:schemeClr val="dk1"/>
                </a:solidFill>
                <a:latin typeface="IBM Plex Sans JP" panose="020B0503050203000203" pitchFamily="50" charset="-128"/>
                <a:ea typeface="IBM Plex Sans JP" panose="020B0503050203000203" pitchFamily="50" charset="-128"/>
                <a:cs typeface="IBM Plex Sans JP"/>
                <a:sym typeface="IBM Plex Sans JP"/>
              </a:rPr>
              <a:t>。)</a:t>
            </a:r>
            <a:endParaRPr sz="900" dirty="0">
              <a:solidFill>
                <a:schemeClr val="dk1"/>
              </a:solidFill>
              <a:latin typeface="IBM Plex Sans JP" panose="020B0503050203000203" pitchFamily="50" charset="-128"/>
              <a:ea typeface="IBM Plex Sans JP" panose="020B0503050203000203" pitchFamily="50" charset="-128"/>
              <a:cs typeface="IBM Plex Sans JP"/>
              <a:sym typeface="IBM Plex Sans JP"/>
            </a:endParaRPr>
          </a:p>
          <a:p>
            <a:pPr marL="457200" marR="0" lvl="0" indent="-292100" algn="l" rtl="0">
              <a:lnSpc>
                <a:spcPct val="115000"/>
              </a:lnSpc>
              <a:spcBef>
                <a:spcPts val="0"/>
              </a:spcBef>
              <a:spcAft>
                <a:spcPts val="0"/>
              </a:spcAft>
              <a:buClr>
                <a:schemeClr val="dk1"/>
              </a:buClr>
              <a:buSzPts val="1000"/>
              <a:buFont typeface="Arial" panose="020B0604020202020204" pitchFamily="34" charset="0"/>
              <a:buChar char="•"/>
            </a:pPr>
            <a:r>
              <a:rPr lang="en-US" sz="1000" dirty="0" err="1">
                <a:solidFill>
                  <a:schemeClr val="dk1"/>
                </a:solidFill>
                <a:latin typeface="IBM Plex Sans JP" panose="020B0503050203000203" pitchFamily="50" charset="-128"/>
                <a:ea typeface="IBM Plex Sans JP" panose="020B0503050203000203" pitchFamily="50" charset="-128"/>
                <a:cs typeface="IBM Plex Sans JP"/>
                <a:sym typeface="IBM Plex Sans JP"/>
              </a:rPr>
              <a:t>スタートパージ量やラインパージ量は一定ではなく、混色比の切替位置とノッチの位置はずれることがあります</a:t>
            </a:r>
            <a:r>
              <a:rPr lang="en-US" sz="1000" dirty="0">
                <a:solidFill>
                  <a:schemeClr val="dk1"/>
                </a:solidFill>
                <a:latin typeface="IBM Plex Sans JP" panose="020B0503050203000203" pitchFamily="50" charset="-128"/>
                <a:ea typeface="IBM Plex Sans JP" panose="020B0503050203000203" pitchFamily="50" charset="-128"/>
                <a:cs typeface="IBM Plex Sans JP"/>
                <a:sym typeface="IBM Plex Sans JP"/>
              </a:rPr>
              <a:t>。  </a:t>
            </a:r>
            <a:endParaRPr sz="1000" dirty="0">
              <a:solidFill>
                <a:schemeClr val="dk1"/>
              </a:solidFill>
              <a:latin typeface="IBM Plex Sans JP" panose="020B0503050203000203" pitchFamily="50" charset="-128"/>
              <a:ea typeface="IBM Plex Sans JP" panose="020B0503050203000203" pitchFamily="50" charset="-128"/>
              <a:cs typeface="IBM Plex Sans JP"/>
              <a:sym typeface="IBM Plex Sans JP"/>
            </a:endParaRPr>
          </a:p>
        </p:txBody>
      </p:sp>
      <p:sp>
        <p:nvSpPr>
          <p:cNvPr id="169" name="Google Shape;169;p16"/>
          <p:cNvSpPr/>
          <p:nvPr/>
        </p:nvSpPr>
        <p:spPr>
          <a:xfrm>
            <a:off x="590550" y="2717674"/>
            <a:ext cx="125700" cy="122700"/>
          </a:xfrm>
          <a:prstGeom prst="ellipse">
            <a:avLst/>
          </a:prstGeom>
          <a:solidFill>
            <a:schemeClr val="accent1"/>
          </a:solidFill>
          <a:ln w="19050" cap="flat" cmpd="sng">
            <a:solidFill>
              <a:srgbClr val="082836"/>
            </a:solidFill>
            <a:prstDash val="solid"/>
            <a:miter lim="8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Arial"/>
              <a:ea typeface="Arial"/>
              <a:cs typeface="Arial"/>
              <a:sym typeface="Arial"/>
            </a:endParaRPr>
          </a:p>
        </p:txBody>
      </p:sp>
      <p:pic>
        <p:nvPicPr>
          <p:cNvPr id="170" name="Google Shape;170;p16"/>
          <p:cNvPicPr preferRelativeResize="0"/>
          <p:nvPr/>
        </p:nvPicPr>
        <p:blipFill>
          <a:blip r:embed="rId3">
            <a:alphaModFix/>
          </a:blip>
          <a:stretch>
            <a:fillRect/>
          </a:stretch>
        </p:blipFill>
        <p:spPr>
          <a:xfrm>
            <a:off x="1117634" y="7048700"/>
            <a:ext cx="4632492" cy="1414500"/>
          </a:xfrm>
          <a:prstGeom prst="rect">
            <a:avLst/>
          </a:prstGeom>
          <a:noFill/>
          <a:ln>
            <a:noFill/>
          </a:ln>
        </p:spPr>
      </p:pic>
      <p:sp>
        <p:nvSpPr>
          <p:cNvPr id="171" name="Google Shape;171;p16"/>
          <p:cNvSpPr/>
          <p:nvPr/>
        </p:nvSpPr>
        <p:spPr>
          <a:xfrm>
            <a:off x="556788" y="676633"/>
            <a:ext cx="204600" cy="204600"/>
          </a:xfrm>
          <a:prstGeom prst="ellipse">
            <a:avLst/>
          </a:prstGeom>
          <a:solidFill>
            <a:schemeClr val="accent1"/>
          </a:solidFill>
          <a:ln w="19050" cap="flat" cmpd="sng">
            <a:solidFill>
              <a:srgbClr val="082836"/>
            </a:solidFill>
            <a:prstDash val="solid"/>
            <a:miter lim="8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Arial"/>
              <a:ea typeface="Arial"/>
              <a:cs typeface="Arial"/>
              <a:sym typeface="Arial"/>
            </a:endParaRPr>
          </a:p>
        </p:txBody>
      </p:sp>
      <p:sp>
        <p:nvSpPr>
          <p:cNvPr id="172" name="Google Shape;172;p16"/>
          <p:cNvSpPr txBox="1"/>
          <p:nvPr/>
        </p:nvSpPr>
        <p:spPr>
          <a:xfrm>
            <a:off x="761456" y="616833"/>
            <a:ext cx="2379300" cy="4002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000" b="1" dirty="0">
                <a:solidFill>
                  <a:schemeClr val="dk1"/>
                </a:solidFill>
                <a:latin typeface="IBM Plex Sans JP" panose="020B0503050203000203" pitchFamily="50" charset="-128"/>
                <a:ea typeface="IBM Plex Sans JP" panose="020B0503050203000203" pitchFamily="50" charset="-128"/>
                <a:cs typeface="IBM Plex Sans JP SemiBold"/>
                <a:sym typeface="IBM Plex Sans JP SemiBold"/>
              </a:rPr>
              <a:t>5. </a:t>
            </a:r>
            <a:r>
              <a:rPr lang="en-US" sz="2000" b="1" dirty="0" err="1">
                <a:solidFill>
                  <a:schemeClr val="dk1"/>
                </a:solidFill>
                <a:latin typeface="IBM Plex Sans JP" panose="020B0503050203000203" pitchFamily="50" charset="-128"/>
                <a:ea typeface="IBM Plex Sans JP" panose="020B0503050203000203" pitchFamily="50" charset="-128"/>
                <a:cs typeface="IBM Plex Sans JP SemiBold"/>
                <a:sym typeface="IBM Plex Sans JP SemiBold"/>
              </a:rPr>
              <a:t>印刷時の注意</a:t>
            </a:r>
            <a:r>
              <a:rPr lang="en-US" sz="2000" b="1" dirty="0">
                <a:solidFill>
                  <a:schemeClr val="dk1"/>
                </a:solidFill>
                <a:latin typeface="IBM Plex Sans JP" panose="020B0503050203000203" pitchFamily="50" charset="-128"/>
                <a:ea typeface="IBM Plex Sans JP" panose="020B0503050203000203" pitchFamily="50" charset="-128"/>
                <a:cs typeface="IBM Plex Sans JP SemiBold"/>
                <a:sym typeface="IBM Plex Sans JP SemiBold"/>
              </a:rPr>
              <a:t> </a:t>
            </a:r>
            <a:endParaRPr sz="2800" b="1" dirty="0">
              <a:solidFill>
                <a:schemeClr val="dk1"/>
              </a:solidFill>
              <a:latin typeface="IBM Plex Sans JP" panose="020B0503050203000203" pitchFamily="50" charset="-128"/>
              <a:ea typeface="IBM Plex Sans JP" panose="020B0503050203000203" pitchFamily="50" charset="-128"/>
              <a:cs typeface="IBM Plex Sans JP SemiBold"/>
              <a:sym typeface="IBM Plex Sans JP SemiBold"/>
            </a:endParaRPr>
          </a:p>
        </p:txBody>
      </p:sp>
      <p:sp>
        <p:nvSpPr>
          <p:cNvPr id="173" name="Google Shape;173;p16"/>
          <p:cNvSpPr txBox="1"/>
          <p:nvPr/>
        </p:nvSpPr>
        <p:spPr>
          <a:xfrm>
            <a:off x="685827" y="1085502"/>
            <a:ext cx="5642100" cy="1437276"/>
          </a:xfrm>
          <a:prstGeom prst="rect">
            <a:avLst/>
          </a:prstGeom>
          <a:noFill/>
          <a:ln>
            <a:noFill/>
          </a:ln>
        </p:spPr>
        <p:txBody>
          <a:bodyPr spcFirstLastPara="1" wrap="square" lIns="91425" tIns="45700" rIns="91425" bIns="45700" anchor="t" anchorCtr="0">
            <a:spAutoFit/>
          </a:bodyPr>
          <a:lstStyle/>
          <a:p>
            <a:pPr marL="0" marR="0" lvl="0" indent="0" algn="l" rtl="0">
              <a:lnSpc>
                <a:spcPct val="115000"/>
              </a:lnSpc>
              <a:spcBef>
                <a:spcPts val="0"/>
              </a:spcBef>
              <a:spcAft>
                <a:spcPts val="0"/>
              </a:spcAft>
              <a:buNone/>
            </a:pPr>
            <a:r>
              <a:rPr lang="en-US" sz="1200" b="1" dirty="0">
                <a:solidFill>
                  <a:schemeClr val="dk1"/>
                </a:solidFill>
                <a:latin typeface="IBM Plex Sans JP" panose="020B0503050203000203" pitchFamily="50" charset="-128"/>
                <a:ea typeface="IBM Plex Sans JP" panose="020B0503050203000203" pitchFamily="50" charset="-128"/>
                <a:cs typeface="IBM Plex Sans JP"/>
                <a:sym typeface="IBM Plex Sans JP"/>
              </a:rPr>
              <a:t>5.1Check Filament </a:t>
            </a:r>
            <a:r>
              <a:rPr lang="en-US" sz="1200" b="1" dirty="0" err="1">
                <a:solidFill>
                  <a:schemeClr val="dk1"/>
                </a:solidFill>
                <a:latin typeface="IBM Plex Sans JP" panose="020B0503050203000203" pitchFamily="50" charset="-128"/>
                <a:ea typeface="IBM Plex Sans JP" panose="020B0503050203000203" pitchFamily="50" charset="-128"/>
                <a:cs typeface="IBM Plex Sans JP"/>
                <a:sym typeface="IBM Plex Sans JP"/>
              </a:rPr>
              <a:t>印刷時</a:t>
            </a:r>
            <a:r>
              <a:rPr lang="en-US" sz="1000" dirty="0">
                <a:solidFill>
                  <a:schemeClr val="dk1"/>
                </a:solidFill>
                <a:latin typeface="IBM Plex Sans JP" panose="020B0503050203000203" pitchFamily="50" charset="-128"/>
                <a:ea typeface="IBM Plex Sans JP" panose="020B0503050203000203" pitchFamily="50" charset="-128"/>
                <a:cs typeface="IBM Plex Sans JP"/>
                <a:sym typeface="IBM Plex Sans JP"/>
              </a:rPr>
              <a:t>  </a:t>
            </a:r>
            <a:endParaRPr sz="1000" dirty="0">
              <a:solidFill>
                <a:schemeClr val="dk1"/>
              </a:solidFill>
              <a:latin typeface="IBM Plex Sans JP" panose="020B0503050203000203" pitchFamily="50" charset="-128"/>
              <a:ea typeface="IBM Plex Sans JP" panose="020B0503050203000203" pitchFamily="50" charset="-128"/>
              <a:cs typeface="IBM Plex Sans JP"/>
              <a:sym typeface="IBM Plex Sans JP"/>
            </a:endParaRPr>
          </a:p>
          <a:p>
            <a:pPr marL="0" marR="0" lvl="0" indent="0" algn="l" rtl="0">
              <a:lnSpc>
                <a:spcPct val="115000"/>
              </a:lnSpc>
              <a:spcBef>
                <a:spcPts val="0"/>
              </a:spcBef>
              <a:spcAft>
                <a:spcPts val="0"/>
              </a:spcAft>
              <a:buNone/>
            </a:pPr>
            <a:endParaRPr sz="500" dirty="0">
              <a:solidFill>
                <a:schemeClr val="dk1"/>
              </a:solidFill>
              <a:latin typeface="IBM Plex Sans JP" panose="020B0503050203000203" pitchFamily="50" charset="-128"/>
              <a:ea typeface="IBM Plex Sans JP" panose="020B0503050203000203" pitchFamily="50" charset="-128"/>
              <a:cs typeface="IBM Plex Sans JP"/>
              <a:sym typeface="IBM Plex Sans JP"/>
            </a:endParaRPr>
          </a:p>
          <a:p>
            <a:pPr marL="457200" marR="0" lvl="0" indent="-292100" algn="l" rtl="0">
              <a:lnSpc>
                <a:spcPct val="115000"/>
              </a:lnSpc>
              <a:spcBef>
                <a:spcPts val="0"/>
              </a:spcBef>
              <a:spcAft>
                <a:spcPts val="0"/>
              </a:spcAft>
              <a:buClr>
                <a:schemeClr val="dk1"/>
              </a:buClr>
              <a:buSzPts val="1000"/>
              <a:buFont typeface="Arial" panose="020B0604020202020204" pitchFamily="34" charset="0"/>
              <a:buChar char="•"/>
            </a:pPr>
            <a:r>
              <a:rPr lang="en-US" sz="1000" dirty="0" err="1">
                <a:solidFill>
                  <a:schemeClr val="dk1"/>
                </a:solidFill>
                <a:latin typeface="IBM Plex Sans JP" panose="020B0503050203000203" pitchFamily="50" charset="-128"/>
                <a:ea typeface="IBM Plex Sans JP" panose="020B0503050203000203" pitchFamily="50" charset="-128"/>
                <a:cs typeface="IBM Plex Sans JP"/>
                <a:sym typeface="IBM Plex Sans JP"/>
              </a:rPr>
              <a:t>AMSが必須</a:t>
            </a:r>
            <a:r>
              <a:rPr lang="en-US" sz="1000" dirty="0">
                <a:solidFill>
                  <a:schemeClr val="dk1"/>
                </a:solidFill>
                <a:latin typeface="IBM Plex Sans JP" panose="020B0503050203000203" pitchFamily="50" charset="-128"/>
                <a:ea typeface="IBM Plex Sans JP" panose="020B0503050203000203" pitchFamily="50" charset="-128"/>
                <a:cs typeface="IBM Plex Sans JP"/>
                <a:sym typeface="IBM Plex Sans JP"/>
              </a:rPr>
              <a:t>  </a:t>
            </a:r>
            <a:endParaRPr sz="1000" dirty="0">
              <a:solidFill>
                <a:schemeClr val="dk1"/>
              </a:solidFill>
              <a:latin typeface="IBM Plex Sans JP" panose="020B0503050203000203" pitchFamily="50" charset="-128"/>
              <a:ea typeface="IBM Plex Sans JP" panose="020B0503050203000203" pitchFamily="50" charset="-128"/>
              <a:cs typeface="IBM Plex Sans JP"/>
              <a:sym typeface="IBM Plex Sans JP"/>
            </a:endParaRPr>
          </a:p>
          <a:p>
            <a:pPr marL="457200" marR="0" lvl="0" indent="-292100" algn="l" rtl="0">
              <a:lnSpc>
                <a:spcPct val="115000"/>
              </a:lnSpc>
              <a:spcBef>
                <a:spcPts val="0"/>
              </a:spcBef>
              <a:spcAft>
                <a:spcPts val="0"/>
              </a:spcAft>
              <a:buClr>
                <a:schemeClr val="dk1"/>
              </a:buClr>
              <a:buSzPts val="1000"/>
              <a:buFont typeface="Arial" panose="020B0604020202020204" pitchFamily="34" charset="0"/>
              <a:buChar char="•"/>
            </a:pPr>
            <a:r>
              <a:rPr lang="en-US" sz="1000" dirty="0">
                <a:solidFill>
                  <a:schemeClr val="dk1"/>
                </a:solidFill>
                <a:latin typeface="IBM Plex Sans JP" panose="020B0503050203000203" pitchFamily="50" charset="-128"/>
                <a:ea typeface="IBM Plex Sans JP" panose="020B0503050203000203" pitchFamily="50" charset="-128"/>
                <a:cs typeface="IBM Plex Sans JP"/>
                <a:sym typeface="IBM Plex Sans JP"/>
              </a:rPr>
              <a:t>0.4mmノズルが必須  </a:t>
            </a:r>
            <a:endParaRPr sz="1000" dirty="0">
              <a:solidFill>
                <a:schemeClr val="dk1"/>
              </a:solidFill>
              <a:latin typeface="IBM Plex Sans JP" panose="020B0503050203000203" pitchFamily="50" charset="-128"/>
              <a:ea typeface="IBM Plex Sans JP" panose="020B0503050203000203" pitchFamily="50" charset="-128"/>
              <a:cs typeface="IBM Plex Sans JP"/>
              <a:sym typeface="IBM Plex Sans JP"/>
            </a:endParaRPr>
          </a:p>
          <a:p>
            <a:pPr marL="457200" marR="0" lvl="0" indent="-292100" algn="l" rtl="0">
              <a:lnSpc>
                <a:spcPct val="115000"/>
              </a:lnSpc>
              <a:spcBef>
                <a:spcPts val="0"/>
              </a:spcBef>
              <a:spcAft>
                <a:spcPts val="0"/>
              </a:spcAft>
              <a:buClr>
                <a:schemeClr val="dk1"/>
              </a:buClr>
              <a:buSzPts val="1000"/>
              <a:buFont typeface="Arial" panose="020B0604020202020204" pitchFamily="34" charset="0"/>
              <a:buChar char="•"/>
            </a:pPr>
            <a:r>
              <a:rPr lang="en-US" sz="1000" dirty="0" err="1">
                <a:solidFill>
                  <a:schemeClr val="dk1"/>
                </a:solidFill>
                <a:latin typeface="IBM Plex Sans JP" panose="020B0503050203000203" pitchFamily="50" charset="-128"/>
                <a:ea typeface="IBM Plex Sans JP" panose="020B0503050203000203" pitchFamily="50" charset="-128"/>
                <a:cs typeface="IBM Plex Sans JP"/>
                <a:sym typeface="IBM Plex Sans JP"/>
              </a:rPr>
              <a:t>ビルドプレート：テクスチャード</a:t>
            </a:r>
            <a:r>
              <a:rPr lang="en-US" sz="1000" dirty="0">
                <a:solidFill>
                  <a:schemeClr val="dk1"/>
                </a:solidFill>
                <a:latin typeface="IBM Plex Sans JP" panose="020B0503050203000203" pitchFamily="50" charset="-128"/>
                <a:ea typeface="IBM Plex Sans JP" panose="020B0503050203000203" pitchFamily="50" charset="-128"/>
                <a:cs typeface="IBM Plex Sans JP"/>
                <a:sym typeface="IBM Plex Sans JP"/>
              </a:rPr>
              <a:t> </a:t>
            </a:r>
            <a:r>
              <a:rPr lang="en-US" sz="1000" dirty="0" err="1">
                <a:solidFill>
                  <a:schemeClr val="dk1"/>
                </a:solidFill>
                <a:latin typeface="IBM Plex Sans JP" panose="020B0503050203000203" pitchFamily="50" charset="-128"/>
                <a:ea typeface="IBM Plex Sans JP" panose="020B0503050203000203" pitchFamily="50" charset="-128"/>
                <a:cs typeface="IBM Plex Sans JP"/>
                <a:sym typeface="IBM Plex Sans JP"/>
              </a:rPr>
              <a:t>PEIが推奨</a:t>
            </a:r>
            <a:r>
              <a:rPr lang="en-US" sz="1000" dirty="0">
                <a:solidFill>
                  <a:schemeClr val="dk1"/>
                </a:solidFill>
                <a:latin typeface="IBM Plex Sans JP" panose="020B0503050203000203" pitchFamily="50" charset="-128"/>
                <a:ea typeface="IBM Plex Sans JP" panose="020B0503050203000203" pitchFamily="50" charset="-128"/>
                <a:cs typeface="IBM Plex Sans JP"/>
                <a:sym typeface="IBM Plex Sans JP"/>
              </a:rPr>
              <a:t>  </a:t>
            </a:r>
            <a:endParaRPr sz="1000" dirty="0">
              <a:solidFill>
                <a:schemeClr val="dk1"/>
              </a:solidFill>
              <a:latin typeface="IBM Plex Sans JP" panose="020B0503050203000203" pitchFamily="50" charset="-128"/>
              <a:ea typeface="IBM Plex Sans JP" panose="020B0503050203000203" pitchFamily="50" charset="-128"/>
              <a:cs typeface="IBM Plex Sans JP"/>
              <a:sym typeface="IBM Plex Sans JP"/>
            </a:endParaRPr>
          </a:p>
          <a:p>
            <a:pPr marL="457200" marR="0" lvl="0" indent="-292100" algn="l" rtl="0">
              <a:lnSpc>
                <a:spcPct val="115000"/>
              </a:lnSpc>
              <a:spcBef>
                <a:spcPts val="0"/>
              </a:spcBef>
              <a:spcAft>
                <a:spcPts val="0"/>
              </a:spcAft>
              <a:buClr>
                <a:schemeClr val="dk1"/>
              </a:buClr>
              <a:buSzPts val="1000"/>
              <a:buFont typeface="Arial" panose="020B0604020202020204" pitchFamily="34" charset="0"/>
              <a:buChar char="•"/>
            </a:pPr>
            <a:r>
              <a:rPr lang="en-US" sz="1000" dirty="0" err="1">
                <a:solidFill>
                  <a:schemeClr val="dk1"/>
                </a:solidFill>
                <a:latin typeface="IBM Plex Sans JP" panose="020B0503050203000203" pitchFamily="50" charset="-128"/>
                <a:ea typeface="IBM Plex Sans JP" panose="020B0503050203000203" pitchFamily="50" charset="-128"/>
                <a:cs typeface="IBM Plex Sans JP"/>
                <a:sym typeface="IBM Plex Sans JP"/>
              </a:rPr>
              <a:t>材料：異種材料の混合は不可</a:t>
            </a:r>
            <a:endParaRPr sz="1000" dirty="0">
              <a:solidFill>
                <a:schemeClr val="dk1"/>
              </a:solidFill>
              <a:latin typeface="IBM Plex Sans JP" panose="020B0503050203000203" pitchFamily="50" charset="-128"/>
              <a:ea typeface="IBM Plex Sans JP" panose="020B0503050203000203" pitchFamily="50" charset="-128"/>
              <a:cs typeface="IBM Plex Sans JP"/>
              <a:sym typeface="IBM Plex Sans JP"/>
            </a:endParaRPr>
          </a:p>
          <a:p>
            <a:pPr marL="457200" marR="0" lvl="0" algn="l" rtl="0">
              <a:lnSpc>
                <a:spcPct val="115000"/>
              </a:lnSpc>
              <a:spcBef>
                <a:spcPts val="0"/>
              </a:spcBef>
              <a:spcAft>
                <a:spcPts val="0"/>
              </a:spcAft>
            </a:pPr>
            <a:r>
              <a:rPr lang="en-US" sz="900" dirty="0">
                <a:solidFill>
                  <a:schemeClr val="dk1"/>
                </a:solidFill>
                <a:latin typeface="IBM Plex Sans JP" panose="020B0503050203000203" pitchFamily="50" charset="-128"/>
                <a:ea typeface="IBM Plex Sans JP" panose="020B0503050203000203" pitchFamily="50" charset="-128"/>
                <a:cs typeface="IBM Plex Sans JP"/>
                <a:sym typeface="IBM Plex Sans JP"/>
              </a:rPr>
              <a:t> (PLA Basic と PLA Matte </a:t>
            </a:r>
            <a:r>
              <a:rPr lang="en-US" sz="900" dirty="0" err="1">
                <a:solidFill>
                  <a:schemeClr val="dk1"/>
                </a:solidFill>
                <a:latin typeface="IBM Plex Sans JP" panose="020B0503050203000203" pitchFamily="50" charset="-128"/>
                <a:ea typeface="IBM Plex Sans JP" panose="020B0503050203000203" pitchFamily="50" charset="-128"/>
                <a:cs typeface="IBM Plex Sans JP"/>
                <a:sym typeface="IBM Plex Sans JP"/>
              </a:rPr>
              <a:t>の組み合わせ等は上手く行く事が多いが、自己責任で実施して下さい</a:t>
            </a:r>
            <a:r>
              <a:rPr lang="en-US" sz="900" dirty="0">
                <a:solidFill>
                  <a:schemeClr val="dk1"/>
                </a:solidFill>
                <a:latin typeface="IBM Plex Sans JP" panose="020B0503050203000203" pitchFamily="50" charset="-128"/>
                <a:ea typeface="IBM Plex Sans JP" panose="020B0503050203000203" pitchFamily="50" charset="-128"/>
                <a:cs typeface="IBM Plex Sans JP"/>
                <a:sym typeface="IBM Plex Sans JP"/>
              </a:rPr>
              <a:t>)  </a:t>
            </a:r>
            <a:endParaRPr sz="900" dirty="0">
              <a:solidFill>
                <a:schemeClr val="dk1"/>
              </a:solidFill>
              <a:latin typeface="IBM Plex Sans JP" panose="020B0503050203000203" pitchFamily="50" charset="-128"/>
              <a:ea typeface="IBM Plex Sans JP" panose="020B0503050203000203" pitchFamily="50" charset="-128"/>
              <a:cs typeface="IBM Plex Sans JP"/>
              <a:sym typeface="IBM Plex Sans JP"/>
            </a:endParaRPr>
          </a:p>
          <a:p>
            <a:pPr marL="457200" marR="0" lvl="0" indent="-292100" algn="l" rtl="0">
              <a:lnSpc>
                <a:spcPct val="115000"/>
              </a:lnSpc>
              <a:spcBef>
                <a:spcPts val="0"/>
              </a:spcBef>
              <a:spcAft>
                <a:spcPts val="0"/>
              </a:spcAft>
              <a:buClr>
                <a:schemeClr val="dk1"/>
              </a:buClr>
              <a:buSzPts val="1000"/>
              <a:buFont typeface="Arial" panose="020B0604020202020204" pitchFamily="34" charset="0"/>
              <a:buChar char="•"/>
            </a:pPr>
            <a:r>
              <a:rPr lang="en-US" sz="1000" dirty="0" err="1">
                <a:solidFill>
                  <a:schemeClr val="dk1"/>
                </a:solidFill>
                <a:latin typeface="IBM Plex Sans JP" panose="020B0503050203000203" pitchFamily="50" charset="-128"/>
                <a:ea typeface="IBM Plex Sans JP" panose="020B0503050203000203" pitchFamily="50" charset="-128"/>
                <a:cs typeface="IBM Plex Sans JP"/>
                <a:sym typeface="IBM Plex Sans JP"/>
              </a:rPr>
              <a:t>糊の使用不可</a:t>
            </a:r>
            <a:r>
              <a:rPr lang="en-US" sz="1000" dirty="0">
                <a:solidFill>
                  <a:schemeClr val="dk1"/>
                </a:solidFill>
                <a:latin typeface="IBM Plex Sans JP" panose="020B0503050203000203" pitchFamily="50" charset="-128"/>
                <a:ea typeface="IBM Plex Sans JP" panose="020B0503050203000203" pitchFamily="50" charset="-128"/>
                <a:cs typeface="IBM Plex Sans JP"/>
                <a:sym typeface="IBM Plex Sans JP"/>
              </a:rPr>
              <a:t>  </a:t>
            </a:r>
            <a:r>
              <a:rPr lang="en-US" sz="1000" dirty="0" err="1">
                <a:solidFill>
                  <a:schemeClr val="dk1"/>
                </a:solidFill>
                <a:latin typeface="IBM Plex Sans JP" panose="020B0503050203000203" pitchFamily="50" charset="-128"/>
                <a:ea typeface="IBM Plex Sans JP" panose="020B0503050203000203" pitchFamily="50" charset="-128"/>
                <a:cs typeface="IBM Plex Sans JP"/>
                <a:sym typeface="IBM Plex Sans JP"/>
              </a:rPr>
              <a:t>印刷前にビルドプレートと手の洗浄を実施してください</a:t>
            </a:r>
            <a:r>
              <a:rPr lang="en-US" sz="1000" dirty="0">
                <a:solidFill>
                  <a:schemeClr val="dk1"/>
                </a:solidFill>
                <a:latin typeface="IBM Plex Sans JP" panose="020B0503050203000203" pitchFamily="50" charset="-128"/>
                <a:ea typeface="IBM Plex Sans JP" panose="020B0503050203000203" pitchFamily="50" charset="-128"/>
                <a:cs typeface="IBM Plex Sans JP"/>
                <a:sym typeface="IBM Plex Sans JP"/>
              </a:rPr>
              <a:t>。 </a:t>
            </a:r>
            <a:endParaRPr sz="1000" b="1" dirty="0">
              <a:solidFill>
                <a:schemeClr val="dk1"/>
              </a:solidFill>
              <a:latin typeface="IBM Plex Sans JP" panose="020B0503050203000203" pitchFamily="50" charset="-128"/>
              <a:ea typeface="IBM Plex Sans JP" panose="020B0503050203000203" pitchFamily="50" charset="-128"/>
              <a:cs typeface="IBM Plex Sans JP"/>
              <a:sym typeface="IBM Plex Sans JP"/>
            </a:endParaRPr>
          </a:p>
        </p:txBody>
      </p:sp>
      <p:sp>
        <p:nvSpPr>
          <p:cNvPr id="174" name="Google Shape;174;p16"/>
          <p:cNvSpPr/>
          <p:nvPr/>
        </p:nvSpPr>
        <p:spPr>
          <a:xfrm>
            <a:off x="605663" y="1165095"/>
            <a:ext cx="125700" cy="122700"/>
          </a:xfrm>
          <a:prstGeom prst="ellipse">
            <a:avLst/>
          </a:prstGeom>
          <a:solidFill>
            <a:schemeClr val="accent1"/>
          </a:solidFill>
          <a:ln w="19050" cap="flat" cmpd="sng">
            <a:solidFill>
              <a:srgbClr val="082836"/>
            </a:solidFill>
            <a:prstDash val="solid"/>
            <a:miter lim="8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Arial"/>
              <a:ea typeface="Arial"/>
              <a:cs typeface="Arial"/>
              <a:sym typeface="Arial"/>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178"/>
        <p:cNvGrpSpPr/>
        <p:nvPr/>
      </p:nvGrpSpPr>
      <p:grpSpPr>
        <a:xfrm>
          <a:off x="0" y="0"/>
          <a:ext cx="0" cy="0"/>
          <a:chOff x="0" y="0"/>
          <a:chExt cx="0" cy="0"/>
        </a:xfrm>
      </p:grpSpPr>
      <p:sp>
        <p:nvSpPr>
          <p:cNvPr id="179" name="Google Shape;179;p17"/>
          <p:cNvSpPr/>
          <p:nvPr/>
        </p:nvSpPr>
        <p:spPr>
          <a:xfrm>
            <a:off x="51086" y="45268"/>
            <a:ext cx="6790099" cy="9053465"/>
          </a:xfrm>
          <a:prstGeom prst="rect">
            <a:avLst/>
          </a:prstGeom>
          <a:gradFill>
            <a:gsLst>
              <a:gs pos="0">
                <a:srgbClr val="EE00B0"/>
              </a:gs>
              <a:gs pos="10000">
                <a:srgbClr val="EE00B0"/>
              </a:gs>
              <a:gs pos="50000">
                <a:srgbClr val="6200E8"/>
              </a:gs>
              <a:gs pos="90000">
                <a:srgbClr val="0095E5"/>
              </a:gs>
              <a:gs pos="100000">
                <a:srgbClr val="0095E5"/>
              </a:gs>
            </a:gsLst>
            <a:lin ang="1800000" scaled="0"/>
          </a:gra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Arial"/>
              <a:ea typeface="Arial"/>
              <a:cs typeface="Arial"/>
              <a:sym typeface="Arial"/>
            </a:endParaRPr>
          </a:p>
        </p:txBody>
      </p:sp>
      <p:sp>
        <p:nvSpPr>
          <p:cNvPr id="180" name="Google Shape;180;p17"/>
          <p:cNvSpPr/>
          <p:nvPr/>
        </p:nvSpPr>
        <p:spPr>
          <a:xfrm>
            <a:off x="17051" y="5531"/>
            <a:ext cx="6858000" cy="9144000"/>
          </a:xfrm>
          <a:prstGeom prst="rect">
            <a:avLst/>
          </a:prstGeom>
          <a:solidFill>
            <a:schemeClr val="lt1"/>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Arial"/>
              <a:ea typeface="Arial"/>
              <a:cs typeface="Arial"/>
              <a:sym typeface="Arial"/>
            </a:endParaRPr>
          </a:p>
        </p:txBody>
      </p:sp>
      <p:grpSp>
        <p:nvGrpSpPr>
          <p:cNvPr id="181" name="Google Shape;181;p17"/>
          <p:cNvGrpSpPr/>
          <p:nvPr/>
        </p:nvGrpSpPr>
        <p:grpSpPr>
          <a:xfrm>
            <a:off x="0" y="0"/>
            <a:ext cx="6865269" cy="9144001"/>
            <a:chOff x="0" y="0"/>
            <a:chExt cx="6865269" cy="9144001"/>
          </a:xfrm>
        </p:grpSpPr>
        <p:sp>
          <p:nvSpPr>
            <p:cNvPr id="182" name="Google Shape;182;p17"/>
            <p:cNvSpPr/>
            <p:nvPr/>
          </p:nvSpPr>
          <p:spPr>
            <a:xfrm>
              <a:off x="0" y="0"/>
              <a:ext cx="6858000" cy="432000"/>
            </a:xfrm>
            <a:prstGeom prst="rect">
              <a:avLst/>
            </a:prstGeom>
            <a:solidFill>
              <a:srgbClr val="F2A982">
                <a:alpha val="10196"/>
              </a:srgbClr>
            </a:solidFill>
            <a:ln w="19050" cap="flat" cmpd="sng">
              <a:solidFill>
                <a:srgbClr val="7F340D"/>
              </a:solidFill>
              <a:prstDash val="dash"/>
              <a:miter lim="8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Arial"/>
                <a:ea typeface="Arial"/>
                <a:cs typeface="Arial"/>
                <a:sym typeface="Arial"/>
              </a:endParaRPr>
            </a:p>
          </p:txBody>
        </p:sp>
        <p:sp>
          <p:nvSpPr>
            <p:cNvPr id="183" name="Google Shape;183;p17"/>
            <p:cNvSpPr/>
            <p:nvPr/>
          </p:nvSpPr>
          <p:spPr>
            <a:xfrm>
              <a:off x="0" y="8712000"/>
              <a:ext cx="6858000" cy="432000"/>
            </a:xfrm>
            <a:prstGeom prst="rect">
              <a:avLst/>
            </a:prstGeom>
            <a:solidFill>
              <a:srgbClr val="F2A982">
                <a:alpha val="10196"/>
              </a:srgbClr>
            </a:solidFill>
            <a:ln w="19050" cap="flat" cmpd="sng">
              <a:solidFill>
                <a:srgbClr val="7F340D"/>
              </a:solidFill>
              <a:prstDash val="dash"/>
              <a:miter lim="8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Arial"/>
                <a:ea typeface="Arial"/>
                <a:cs typeface="Arial"/>
                <a:sym typeface="Arial"/>
              </a:endParaRPr>
            </a:p>
          </p:txBody>
        </p:sp>
        <p:sp>
          <p:nvSpPr>
            <p:cNvPr id="184" name="Google Shape;184;p17"/>
            <p:cNvSpPr/>
            <p:nvPr/>
          </p:nvSpPr>
          <p:spPr>
            <a:xfrm>
              <a:off x="0" y="1"/>
              <a:ext cx="540000" cy="9144000"/>
            </a:xfrm>
            <a:prstGeom prst="rect">
              <a:avLst/>
            </a:prstGeom>
            <a:solidFill>
              <a:srgbClr val="F2A982">
                <a:alpha val="10196"/>
              </a:srgbClr>
            </a:solidFill>
            <a:ln w="19050" cap="flat" cmpd="sng">
              <a:solidFill>
                <a:srgbClr val="7F340D"/>
              </a:solidFill>
              <a:prstDash val="dash"/>
              <a:miter lim="8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Arial"/>
                <a:ea typeface="Arial"/>
                <a:cs typeface="Arial"/>
                <a:sym typeface="Arial"/>
              </a:endParaRPr>
            </a:p>
          </p:txBody>
        </p:sp>
        <p:sp>
          <p:nvSpPr>
            <p:cNvPr id="185" name="Google Shape;185;p17"/>
            <p:cNvSpPr/>
            <p:nvPr/>
          </p:nvSpPr>
          <p:spPr>
            <a:xfrm>
              <a:off x="6325269" y="0"/>
              <a:ext cx="540000" cy="9144000"/>
            </a:xfrm>
            <a:prstGeom prst="rect">
              <a:avLst/>
            </a:prstGeom>
            <a:solidFill>
              <a:srgbClr val="F2A982">
                <a:alpha val="10196"/>
              </a:srgbClr>
            </a:solidFill>
            <a:ln w="19050" cap="flat" cmpd="sng">
              <a:solidFill>
                <a:srgbClr val="7F340D"/>
              </a:solidFill>
              <a:prstDash val="dash"/>
              <a:miter lim="8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Arial"/>
                <a:ea typeface="Arial"/>
                <a:cs typeface="Arial"/>
                <a:sym typeface="Arial"/>
              </a:endParaRPr>
            </a:p>
          </p:txBody>
        </p:sp>
      </p:grpSp>
      <p:sp>
        <p:nvSpPr>
          <p:cNvPr id="186" name="Google Shape;186;p17"/>
          <p:cNvSpPr/>
          <p:nvPr/>
        </p:nvSpPr>
        <p:spPr>
          <a:xfrm>
            <a:off x="554537" y="452468"/>
            <a:ext cx="5756193" cy="54000"/>
          </a:xfrm>
          <a:prstGeom prst="rect">
            <a:avLst/>
          </a:prstGeom>
          <a:solidFill>
            <a:schemeClr val="accent1"/>
          </a:solidFill>
          <a:ln w="19050" cap="flat" cmpd="sng">
            <a:solidFill>
              <a:srgbClr val="082836"/>
            </a:solidFill>
            <a:prstDash val="solid"/>
            <a:miter lim="8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Arial"/>
              <a:ea typeface="Arial"/>
              <a:cs typeface="Arial"/>
              <a:sym typeface="Arial"/>
            </a:endParaRPr>
          </a:p>
        </p:txBody>
      </p:sp>
      <p:sp>
        <p:nvSpPr>
          <p:cNvPr id="187" name="Google Shape;187;p17"/>
          <p:cNvSpPr/>
          <p:nvPr/>
        </p:nvSpPr>
        <p:spPr>
          <a:xfrm>
            <a:off x="554538" y="8661917"/>
            <a:ext cx="2592000" cy="54000"/>
          </a:xfrm>
          <a:prstGeom prst="rect">
            <a:avLst/>
          </a:prstGeom>
          <a:solidFill>
            <a:schemeClr val="accent1"/>
          </a:solidFill>
          <a:ln w="19050" cap="flat" cmpd="sng">
            <a:solidFill>
              <a:srgbClr val="082836"/>
            </a:solidFill>
            <a:prstDash val="solid"/>
            <a:miter lim="8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Arial"/>
              <a:ea typeface="Arial"/>
              <a:cs typeface="Arial"/>
              <a:sym typeface="Arial"/>
            </a:endParaRPr>
          </a:p>
        </p:txBody>
      </p:sp>
      <p:sp>
        <p:nvSpPr>
          <p:cNvPr id="188" name="Google Shape;188;p17"/>
          <p:cNvSpPr/>
          <p:nvPr/>
        </p:nvSpPr>
        <p:spPr>
          <a:xfrm>
            <a:off x="3734844" y="8661917"/>
            <a:ext cx="2592000" cy="54000"/>
          </a:xfrm>
          <a:prstGeom prst="rect">
            <a:avLst/>
          </a:prstGeom>
          <a:solidFill>
            <a:schemeClr val="accent1"/>
          </a:solidFill>
          <a:ln w="19050" cap="flat" cmpd="sng">
            <a:solidFill>
              <a:srgbClr val="082836"/>
            </a:solidFill>
            <a:prstDash val="solid"/>
            <a:miter lim="8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Arial"/>
              <a:ea typeface="Arial"/>
              <a:cs typeface="Arial"/>
              <a:sym typeface="Arial"/>
            </a:endParaRPr>
          </a:p>
        </p:txBody>
      </p:sp>
      <p:sp>
        <p:nvSpPr>
          <p:cNvPr id="189" name="Google Shape;189;p17"/>
          <p:cNvSpPr txBox="1"/>
          <p:nvPr/>
        </p:nvSpPr>
        <p:spPr>
          <a:xfrm>
            <a:off x="3163826" y="8511531"/>
            <a:ext cx="575734" cy="369332"/>
          </a:xfrm>
          <a:prstGeom prst="rect">
            <a:avLst/>
          </a:prstGeom>
          <a:noFill/>
          <a:ln>
            <a:noFill/>
          </a:ln>
        </p:spPr>
        <p:txBody>
          <a:bodyPr spcFirstLastPara="1" wrap="square" lIns="91425" tIns="45700" rIns="91425" bIns="45700" anchor="ctr" anchorCtr="0">
            <a:spAutoFit/>
          </a:bodyPr>
          <a:lstStyle/>
          <a:p>
            <a:pPr marL="0" marR="0" lvl="0" indent="0" algn="ctr" rtl="0">
              <a:spcBef>
                <a:spcPts val="0"/>
              </a:spcBef>
              <a:spcAft>
                <a:spcPts val="0"/>
              </a:spcAft>
              <a:buNone/>
            </a:pPr>
            <a:r>
              <a:rPr lang="en-US" sz="1800">
                <a:solidFill>
                  <a:schemeClr val="dk1"/>
                </a:solidFill>
                <a:latin typeface="Arial"/>
                <a:ea typeface="Arial"/>
                <a:cs typeface="Arial"/>
                <a:sym typeface="Arial"/>
              </a:rPr>
              <a:t>4</a:t>
            </a:r>
            <a:endParaRPr sz="1800">
              <a:solidFill>
                <a:schemeClr val="dk1"/>
              </a:solidFill>
              <a:latin typeface="Arial"/>
              <a:ea typeface="Arial"/>
              <a:cs typeface="Arial"/>
              <a:sym typeface="Arial"/>
            </a:endParaRPr>
          </a:p>
        </p:txBody>
      </p:sp>
      <p:sp>
        <p:nvSpPr>
          <p:cNvPr id="190" name="Google Shape;190;p17"/>
          <p:cNvSpPr/>
          <p:nvPr/>
        </p:nvSpPr>
        <p:spPr>
          <a:xfrm>
            <a:off x="558261" y="2803851"/>
            <a:ext cx="204600" cy="204600"/>
          </a:xfrm>
          <a:prstGeom prst="ellipse">
            <a:avLst/>
          </a:prstGeom>
          <a:solidFill>
            <a:schemeClr val="accent1"/>
          </a:solidFill>
          <a:ln w="19050" cap="flat" cmpd="sng">
            <a:solidFill>
              <a:srgbClr val="082836"/>
            </a:solidFill>
            <a:prstDash val="solid"/>
            <a:miter lim="8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Arial"/>
              <a:ea typeface="Arial"/>
              <a:cs typeface="Arial"/>
              <a:sym typeface="Arial"/>
            </a:endParaRPr>
          </a:p>
        </p:txBody>
      </p:sp>
      <p:sp>
        <p:nvSpPr>
          <p:cNvPr id="191" name="Google Shape;191;p17"/>
          <p:cNvSpPr txBox="1"/>
          <p:nvPr/>
        </p:nvSpPr>
        <p:spPr>
          <a:xfrm>
            <a:off x="790026" y="2733606"/>
            <a:ext cx="2592000" cy="400069"/>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000" b="1" dirty="0">
                <a:solidFill>
                  <a:schemeClr val="dk1"/>
                </a:solidFill>
                <a:latin typeface="IBM Plex Sans JP" panose="020B0503050203000203" pitchFamily="50" charset="-128"/>
                <a:ea typeface="IBM Plex Sans JP" panose="020B0503050203000203" pitchFamily="50" charset="-128"/>
                <a:cs typeface="IBM Plex Sans JP SemiBold"/>
                <a:sym typeface="IBM Plex Sans JP SemiBold"/>
              </a:rPr>
              <a:t>8. </a:t>
            </a:r>
            <a:r>
              <a:rPr lang="ja-JP" altLang="en-US" sz="2000" b="1" dirty="0">
                <a:solidFill>
                  <a:schemeClr val="dk1"/>
                </a:solidFill>
                <a:latin typeface="IBM Plex Sans JP" panose="020B0503050203000203" pitchFamily="50" charset="-128"/>
                <a:ea typeface="IBM Plex Sans JP" panose="020B0503050203000203" pitchFamily="50" charset="-128"/>
                <a:cs typeface="IBM Plex Sans JP SemiBold"/>
                <a:sym typeface="IBM Plex Sans JP SemiBold"/>
              </a:rPr>
              <a:t>更新履歴</a:t>
            </a:r>
            <a:endParaRPr sz="2400" b="1" dirty="0">
              <a:solidFill>
                <a:schemeClr val="dk1"/>
              </a:solidFill>
              <a:latin typeface="IBM Plex Sans JP" panose="020B0503050203000203" pitchFamily="50" charset="-128"/>
              <a:ea typeface="IBM Plex Sans JP" panose="020B0503050203000203" pitchFamily="50" charset="-128"/>
              <a:cs typeface="IBM Plex Sans JP SemiBold"/>
              <a:sym typeface="IBM Plex Sans JP SemiBold"/>
            </a:endParaRPr>
          </a:p>
        </p:txBody>
      </p:sp>
      <p:sp>
        <p:nvSpPr>
          <p:cNvPr id="192" name="Google Shape;192;p17"/>
          <p:cNvSpPr txBox="1"/>
          <p:nvPr/>
        </p:nvSpPr>
        <p:spPr>
          <a:xfrm>
            <a:off x="676941" y="3091447"/>
            <a:ext cx="5649600" cy="369291"/>
          </a:xfrm>
          <a:prstGeom prst="rect">
            <a:avLst/>
          </a:prstGeom>
          <a:noFill/>
          <a:ln>
            <a:noFill/>
          </a:ln>
        </p:spPr>
        <p:txBody>
          <a:bodyPr spcFirstLastPara="1" wrap="square" lIns="91425" tIns="45700" rIns="91425" bIns="45700" anchor="t" anchorCtr="0">
            <a:spAutoFit/>
          </a:bodyPr>
          <a:lstStyle/>
          <a:p>
            <a:pPr lvl="0"/>
            <a:r>
              <a:rPr lang="ja-JP" altLang="ja-JP" sz="900" dirty="0"/>
              <a:t>Ver.1.00 2026-0</a:t>
            </a:r>
            <a:r>
              <a:rPr lang="en-US" altLang="ja-JP" sz="900" dirty="0"/>
              <a:t>7</a:t>
            </a:r>
            <a:r>
              <a:rPr lang="ja-JP" altLang="ja-JP" sz="900" dirty="0"/>
              <a:t>-</a:t>
            </a:r>
            <a:r>
              <a:rPr lang="en-US" altLang="ja-JP" sz="900" dirty="0"/>
              <a:t>02</a:t>
            </a:r>
            <a:r>
              <a:rPr lang="ja-JP" altLang="ja-JP" sz="900" dirty="0"/>
              <a:t> 初版公開 </a:t>
            </a:r>
            <a:endParaRPr lang="en-US" altLang="ja-JP" sz="900" dirty="0"/>
          </a:p>
          <a:p>
            <a:pPr lvl="0"/>
            <a:r>
              <a:rPr lang="ja-JP" altLang="ja-JP" sz="900" dirty="0"/>
              <a:t>Ver.</a:t>
            </a:r>
            <a:r>
              <a:rPr lang="en-US" altLang="ja-JP" sz="900" dirty="0"/>
              <a:t>1</a:t>
            </a:r>
            <a:r>
              <a:rPr lang="ja-JP" altLang="ja-JP" sz="900" dirty="0"/>
              <a:t>.10 2026-08-16 統一デザイン反映</a:t>
            </a:r>
            <a:endParaRPr dirty="0">
              <a:latin typeface="IBM Plex Sans JP" panose="020B0503050203000203" pitchFamily="50" charset="-128"/>
              <a:ea typeface="IBM Plex Sans JP" panose="020B0503050203000203" pitchFamily="50" charset="-128"/>
            </a:endParaRPr>
          </a:p>
        </p:txBody>
      </p:sp>
      <p:sp>
        <p:nvSpPr>
          <p:cNvPr id="193" name="Google Shape;193;p17"/>
          <p:cNvSpPr txBox="1"/>
          <p:nvPr/>
        </p:nvSpPr>
        <p:spPr>
          <a:xfrm>
            <a:off x="759181" y="705345"/>
            <a:ext cx="2739900" cy="4002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000" b="1">
                <a:solidFill>
                  <a:schemeClr val="dk1"/>
                </a:solidFill>
                <a:latin typeface="IBM Plex Sans JP" panose="020B0503050203000203" pitchFamily="50" charset="-128"/>
                <a:ea typeface="IBM Plex Sans JP" panose="020B0503050203000203" pitchFamily="50" charset="-128"/>
                <a:cs typeface="IBM Plex Sans JP SemiBold"/>
                <a:sym typeface="IBM Plex Sans JP SemiBold"/>
              </a:rPr>
              <a:t>7. まとめ  </a:t>
            </a:r>
            <a:endParaRPr sz="2400" b="1">
              <a:solidFill>
                <a:schemeClr val="dk1"/>
              </a:solidFill>
              <a:latin typeface="IBM Plex Sans JP" panose="020B0503050203000203" pitchFamily="50" charset="-128"/>
              <a:ea typeface="IBM Plex Sans JP" panose="020B0503050203000203" pitchFamily="50" charset="-128"/>
              <a:cs typeface="IBM Plex Sans JP SemiBold"/>
              <a:sym typeface="IBM Plex Sans JP SemiBold"/>
            </a:endParaRPr>
          </a:p>
        </p:txBody>
      </p:sp>
      <p:sp>
        <p:nvSpPr>
          <p:cNvPr id="194" name="Google Shape;194;p17"/>
          <p:cNvSpPr txBox="1"/>
          <p:nvPr/>
        </p:nvSpPr>
        <p:spPr>
          <a:xfrm>
            <a:off x="677246" y="1065260"/>
            <a:ext cx="5649600" cy="1477287"/>
          </a:xfrm>
          <a:prstGeom prst="rect">
            <a:avLst/>
          </a:prstGeom>
          <a:noFill/>
          <a:ln>
            <a:noFill/>
          </a:ln>
        </p:spPr>
        <p:txBody>
          <a:bodyPr spcFirstLastPara="1" wrap="square" lIns="91425" tIns="45700" rIns="91425" bIns="45700" anchor="t" anchorCtr="0">
            <a:spAutoFit/>
          </a:bodyPr>
          <a:lstStyle/>
          <a:p>
            <a:pPr marL="0" marR="0" lvl="0" indent="0" algn="l" rtl="0">
              <a:lnSpc>
                <a:spcPct val="150000"/>
              </a:lnSpc>
              <a:spcBef>
                <a:spcPts val="0"/>
              </a:spcBef>
              <a:spcAft>
                <a:spcPts val="0"/>
              </a:spcAft>
              <a:buNone/>
            </a:pPr>
            <a:r>
              <a:rPr lang="en-US" sz="1000" dirty="0">
                <a:solidFill>
                  <a:schemeClr val="dk1"/>
                </a:solidFill>
                <a:latin typeface="IBM Plex Sans JP" panose="020B0503050203000203" pitchFamily="50" charset="-128"/>
                <a:ea typeface="IBM Plex Sans JP" panose="020B0503050203000203" pitchFamily="50" charset="-128"/>
                <a:cs typeface="IBM Plex Sans JP"/>
                <a:sym typeface="IBM Plex Sans JP"/>
              </a:rPr>
              <a:t>Blend Color Checker </a:t>
            </a:r>
            <a:r>
              <a:rPr lang="en-US" sz="1000" dirty="0" err="1">
                <a:solidFill>
                  <a:schemeClr val="dk1"/>
                </a:solidFill>
                <a:latin typeface="IBM Plex Sans JP" panose="020B0503050203000203" pitchFamily="50" charset="-128"/>
                <a:ea typeface="IBM Plex Sans JP" panose="020B0503050203000203" pitchFamily="50" charset="-128"/>
                <a:cs typeface="IBM Plex Sans JP"/>
                <a:sym typeface="IBM Plex Sans JP"/>
              </a:rPr>
              <a:t>は、FlexChroma</a:t>
            </a:r>
            <a:r>
              <a:rPr lang="en-US" sz="1000" dirty="0">
                <a:solidFill>
                  <a:schemeClr val="dk1"/>
                </a:solidFill>
                <a:latin typeface="IBM Plex Sans JP" panose="020B0503050203000203" pitchFamily="50" charset="-128"/>
                <a:ea typeface="IBM Plex Sans JP" panose="020B0503050203000203" pitchFamily="50" charset="-128"/>
                <a:cs typeface="IBM Plex Sans JP"/>
                <a:sym typeface="IBM Plex Sans JP"/>
              </a:rPr>
              <a:t>™ Blend Filament の </a:t>
            </a:r>
            <a:r>
              <a:rPr lang="en-US" sz="1000" dirty="0" err="1">
                <a:solidFill>
                  <a:schemeClr val="dk1"/>
                </a:solidFill>
                <a:latin typeface="IBM Plex Sans JP" panose="020B0503050203000203" pitchFamily="50" charset="-128"/>
                <a:ea typeface="IBM Plex Sans JP" panose="020B0503050203000203" pitchFamily="50" charset="-128"/>
                <a:cs typeface="IBM Plex Sans JP"/>
                <a:sym typeface="IBM Plex Sans JP"/>
              </a:rPr>
              <a:t>混色比と実際の色の関係を正確に評価</a:t>
            </a:r>
            <a:r>
              <a:rPr lang="en-US" sz="1000" dirty="0">
                <a:solidFill>
                  <a:schemeClr val="dk1"/>
                </a:solidFill>
                <a:latin typeface="IBM Plex Sans JP" panose="020B0503050203000203" pitchFamily="50" charset="-128"/>
                <a:ea typeface="IBM Plex Sans JP" panose="020B0503050203000203" pitchFamily="50" charset="-128"/>
                <a:cs typeface="IBM Plex Sans JP"/>
                <a:sym typeface="IBM Plex Sans JP"/>
              </a:rPr>
              <a:t> </a:t>
            </a:r>
            <a:r>
              <a:rPr lang="en-US" sz="1000" dirty="0" err="1">
                <a:solidFill>
                  <a:schemeClr val="dk1"/>
                </a:solidFill>
                <a:latin typeface="IBM Plex Sans JP" panose="020B0503050203000203" pitchFamily="50" charset="-128"/>
                <a:ea typeface="IBM Plex Sans JP" panose="020B0503050203000203" pitchFamily="50" charset="-128"/>
                <a:cs typeface="IBM Plex Sans JP"/>
                <a:sym typeface="IBM Plex Sans JP"/>
              </a:rPr>
              <a:t>するための</a:t>
            </a:r>
            <a:r>
              <a:rPr lang="en-US" sz="1000" dirty="0">
                <a:solidFill>
                  <a:schemeClr val="dk1"/>
                </a:solidFill>
                <a:latin typeface="IBM Plex Sans JP" panose="020B0503050203000203" pitchFamily="50" charset="-128"/>
                <a:ea typeface="IBM Plex Sans JP" panose="020B0503050203000203" pitchFamily="50" charset="-128"/>
                <a:cs typeface="IBM Plex Sans JP"/>
                <a:sym typeface="IBM Plex Sans JP"/>
              </a:rPr>
              <a:t> </a:t>
            </a:r>
            <a:r>
              <a:rPr lang="en-US" sz="1000" dirty="0" err="1">
                <a:solidFill>
                  <a:schemeClr val="dk1"/>
                </a:solidFill>
                <a:latin typeface="IBM Plex Sans JP" panose="020B0503050203000203" pitchFamily="50" charset="-128"/>
                <a:ea typeface="IBM Plex Sans JP" panose="020B0503050203000203" pitchFamily="50" charset="-128"/>
                <a:cs typeface="IBM Plex Sans JP"/>
                <a:sym typeface="IBM Plex Sans JP"/>
              </a:rPr>
              <a:t>信頼性の高い基準ツールです</a:t>
            </a:r>
            <a:r>
              <a:rPr lang="en-US" sz="1000" dirty="0">
                <a:solidFill>
                  <a:schemeClr val="dk1"/>
                </a:solidFill>
                <a:latin typeface="IBM Plex Sans JP" panose="020B0503050203000203" pitchFamily="50" charset="-128"/>
                <a:ea typeface="IBM Plex Sans JP" panose="020B0503050203000203" pitchFamily="50" charset="-128"/>
                <a:cs typeface="IBM Plex Sans JP"/>
                <a:sym typeface="IBM Plex Sans JP"/>
              </a:rPr>
              <a:t>。  </a:t>
            </a:r>
            <a:endParaRPr sz="1000" dirty="0">
              <a:solidFill>
                <a:schemeClr val="dk1"/>
              </a:solidFill>
              <a:latin typeface="IBM Plex Sans JP" panose="020B0503050203000203" pitchFamily="50" charset="-128"/>
              <a:ea typeface="IBM Plex Sans JP" panose="020B0503050203000203" pitchFamily="50" charset="-128"/>
              <a:cs typeface="IBM Plex Sans JP"/>
              <a:sym typeface="IBM Plex Sans JP"/>
            </a:endParaRPr>
          </a:p>
          <a:p>
            <a:pPr marL="457200" marR="0" lvl="0" indent="-292100" algn="l" rtl="0">
              <a:lnSpc>
                <a:spcPct val="150000"/>
              </a:lnSpc>
              <a:spcBef>
                <a:spcPts val="0"/>
              </a:spcBef>
              <a:spcAft>
                <a:spcPts val="0"/>
              </a:spcAft>
              <a:buClr>
                <a:schemeClr val="dk1"/>
              </a:buClr>
              <a:buSzPts val="1000"/>
              <a:buFont typeface="Arial" panose="020B0604020202020204" pitchFamily="34" charset="0"/>
              <a:buChar char="•"/>
            </a:pPr>
            <a:r>
              <a:rPr lang="en-US" sz="1000" dirty="0">
                <a:solidFill>
                  <a:schemeClr val="dk1"/>
                </a:solidFill>
                <a:latin typeface="IBM Plex Sans JP" panose="020B0503050203000203" pitchFamily="50" charset="-128"/>
                <a:ea typeface="IBM Plex Sans JP" panose="020B0503050203000203" pitchFamily="50" charset="-128"/>
                <a:cs typeface="IBM Plex Sans JP"/>
                <a:sym typeface="IBM Plex Sans JP"/>
              </a:rPr>
              <a:t>Standard / Detail の 2種類のチェックフィラメント  </a:t>
            </a:r>
            <a:endParaRPr sz="1000" dirty="0">
              <a:solidFill>
                <a:schemeClr val="dk1"/>
              </a:solidFill>
              <a:latin typeface="IBM Plex Sans JP" panose="020B0503050203000203" pitchFamily="50" charset="-128"/>
              <a:ea typeface="IBM Plex Sans JP" panose="020B0503050203000203" pitchFamily="50" charset="-128"/>
              <a:cs typeface="IBM Plex Sans JP"/>
              <a:sym typeface="IBM Plex Sans JP"/>
            </a:endParaRPr>
          </a:p>
          <a:p>
            <a:pPr marL="457200" marR="0" lvl="0" indent="-292100" algn="l" rtl="0">
              <a:lnSpc>
                <a:spcPct val="150000"/>
              </a:lnSpc>
              <a:spcBef>
                <a:spcPts val="0"/>
              </a:spcBef>
              <a:spcAft>
                <a:spcPts val="0"/>
              </a:spcAft>
              <a:buClr>
                <a:schemeClr val="dk1"/>
              </a:buClr>
              <a:buSzPts val="1000"/>
              <a:buFont typeface="Arial" panose="020B0604020202020204" pitchFamily="34" charset="0"/>
              <a:buChar char="•"/>
            </a:pPr>
            <a:r>
              <a:rPr lang="en-US" sz="1000" dirty="0" err="1">
                <a:solidFill>
                  <a:schemeClr val="dk1"/>
                </a:solidFill>
                <a:latin typeface="IBM Plex Sans JP" panose="020B0503050203000203" pitchFamily="50" charset="-128"/>
                <a:ea typeface="IBM Plex Sans JP" panose="020B0503050203000203" pitchFamily="50" charset="-128"/>
                <a:cs typeface="IBM Plex Sans JP"/>
                <a:sym typeface="IBM Plex Sans JP"/>
              </a:rPr>
              <a:t>外部スプール使用によるずれの少ない色境界</a:t>
            </a:r>
            <a:r>
              <a:rPr lang="en-US" sz="1000" dirty="0">
                <a:solidFill>
                  <a:schemeClr val="dk1"/>
                </a:solidFill>
                <a:latin typeface="IBM Plex Sans JP" panose="020B0503050203000203" pitchFamily="50" charset="-128"/>
                <a:ea typeface="IBM Plex Sans JP" panose="020B0503050203000203" pitchFamily="50" charset="-128"/>
                <a:cs typeface="IBM Plex Sans JP"/>
                <a:sym typeface="IBM Plex Sans JP"/>
              </a:rPr>
              <a:t>  </a:t>
            </a:r>
            <a:endParaRPr sz="1000" dirty="0">
              <a:solidFill>
                <a:schemeClr val="dk1"/>
              </a:solidFill>
              <a:latin typeface="IBM Plex Sans JP" panose="020B0503050203000203" pitchFamily="50" charset="-128"/>
              <a:ea typeface="IBM Plex Sans JP" panose="020B0503050203000203" pitchFamily="50" charset="-128"/>
              <a:cs typeface="IBM Plex Sans JP"/>
              <a:sym typeface="IBM Plex Sans JP"/>
            </a:endParaRPr>
          </a:p>
          <a:p>
            <a:pPr marL="457200" marR="0" lvl="0" indent="-292100" algn="l" rtl="0">
              <a:lnSpc>
                <a:spcPct val="150000"/>
              </a:lnSpc>
              <a:spcBef>
                <a:spcPts val="0"/>
              </a:spcBef>
              <a:spcAft>
                <a:spcPts val="0"/>
              </a:spcAft>
              <a:buClr>
                <a:schemeClr val="dk1"/>
              </a:buClr>
              <a:buSzPts val="1000"/>
              <a:buFont typeface="Arial" panose="020B0604020202020204" pitchFamily="34" charset="0"/>
              <a:buChar char="•"/>
            </a:pPr>
            <a:r>
              <a:rPr lang="en-US" sz="1000" dirty="0">
                <a:solidFill>
                  <a:schemeClr val="dk1"/>
                </a:solidFill>
                <a:latin typeface="IBM Plex Sans JP" panose="020B0503050203000203" pitchFamily="50" charset="-128"/>
                <a:ea typeface="IBM Plex Sans JP" panose="020B0503050203000203" pitchFamily="50" charset="-128"/>
                <a:cs typeface="IBM Plex Sans JP"/>
                <a:sym typeface="IBM Plex Sans JP"/>
              </a:rPr>
              <a:t>NIX MINI 3 </a:t>
            </a:r>
            <a:r>
              <a:rPr lang="en-US" sz="1000" dirty="0" err="1">
                <a:solidFill>
                  <a:schemeClr val="dk1"/>
                </a:solidFill>
                <a:latin typeface="IBM Plex Sans JP" panose="020B0503050203000203" pitchFamily="50" charset="-128"/>
                <a:ea typeface="IBM Plex Sans JP" panose="020B0503050203000203" pitchFamily="50" charset="-128"/>
                <a:cs typeface="IBM Plex Sans JP"/>
                <a:sym typeface="IBM Plex Sans JP"/>
              </a:rPr>
              <a:t>に最適化された設計</a:t>
            </a:r>
            <a:r>
              <a:rPr lang="en-US" sz="1000" dirty="0">
                <a:solidFill>
                  <a:schemeClr val="dk1"/>
                </a:solidFill>
                <a:latin typeface="IBM Plex Sans JP" panose="020B0503050203000203" pitchFamily="50" charset="-128"/>
                <a:ea typeface="IBM Plex Sans JP" panose="020B0503050203000203" pitchFamily="50" charset="-128"/>
                <a:cs typeface="IBM Plex Sans JP"/>
                <a:sym typeface="IBM Plex Sans JP"/>
              </a:rPr>
              <a:t> </a:t>
            </a:r>
            <a:endParaRPr sz="1000" dirty="0">
              <a:solidFill>
                <a:schemeClr val="dk1"/>
              </a:solidFill>
              <a:latin typeface="IBM Plex Sans JP" panose="020B0503050203000203" pitchFamily="50" charset="-128"/>
              <a:ea typeface="IBM Plex Sans JP" panose="020B0503050203000203" pitchFamily="50" charset="-128"/>
              <a:cs typeface="IBM Plex Sans JP"/>
              <a:sym typeface="IBM Plex Sans JP"/>
            </a:endParaRPr>
          </a:p>
          <a:p>
            <a:pPr marL="0" marR="0" lvl="0" indent="0" algn="l" rtl="0">
              <a:lnSpc>
                <a:spcPct val="150000"/>
              </a:lnSpc>
              <a:spcBef>
                <a:spcPts val="0"/>
              </a:spcBef>
              <a:spcAft>
                <a:spcPts val="0"/>
              </a:spcAft>
              <a:buNone/>
            </a:pPr>
            <a:r>
              <a:rPr lang="en-US" sz="1000" dirty="0" err="1">
                <a:solidFill>
                  <a:schemeClr val="dk1"/>
                </a:solidFill>
                <a:latin typeface="IBM Plex Sans JP" panose="020B0503050203000203" pitchFamily="50" charset="-128"/>
                <a:ea typeface="IBM Plex Sans JP" panose="020B0503050203000203" pitchFamily="50" charset="-128"/>
                <a:cs typeface="IBM Plex Sans JP"/>
                <a:sym typeface="IBM Plex Sans JP"/>
              </a:rPr>
              <a:t>これらにより、適切な色の選択</a:t>
            </a:r>
            <a:r>
              <a:rPr lang="en-US" sz="1000" dirty="0">
                <a:solidFill>
                  <a:schemeClr val="dk1"/>
                </a:solidFill>
                <a:latin typeface="IBM Plex Sans JP" panose="020B0503050203000203" pitchFamily="50" charset="-128"/>
                <a:ea typeface="IBM Plex Sans JP" panose="020B0503050203000203" pitchFamily="50" charset="-128"/>
                <a:cs typeface="IBM Plex Sans JP"/>
                <a:sym typeface="IBM Plex Sans JP"/>
              </a:rPr>
              <a:t> </a:t>
            </a:r>
            <a:r>
              <a:rPr lang="en-US" sz="1000" dirty="0" err="1">
                <a:solidFill>
                  <a:schemeClr val="dk1"/>
                </a:solidFill>
                <a:latin typeface="IBM Plex Sans JP" panose="020B0503050203000203" pitchFamily="50" charset="-128"/>
                <a:ea typeface="IBM Plex Sans JP" panose="020B0503050203000203" pitchFamily="50" charset="-128"/>
                <a:cs typeface="IBM Plex Sans JP"/>
                <a:sym typeface="IBM Plex Sans JP"/>
              </a:rPr>
              <a:t>が可能になります</a:t>
            </a:r>
            <a:r>
              <a:rPr lang="en-US" sz="1000" dirty="0">
                <a:solidFill>
                  <a:schemeClr val="dk1"/>
                </a:solidFill>
                <a:latin typeface="IBM Plex Sans JP" panose="020B0503050203000203" pitchFamily="50" charset="-128"/>
                <a:ea typeface="IBM Plex Sans JP" panose="020B0503050203000203" pitchFamily="50" charset="-128"/>
                <a:cs typeface="IBM Plex Sans JP"/>
                <a:sym typeface="IBM Plex Sans JP"/>
              </a:rPr>
              <a:t>。 </a:t>
            </a:r>
            <a:endParaRPr sz="900" b="1" dirty="0">
              <a:solidFill>
                <a:schemeClr val="dk1"/>
              </a:solidFill>
              <a:latin typeface="IBM Plex Sans JP" panose="020B0503050203000203" pitchFamily="50" charset="-128"/>
              <a:ea typeface="IBM Plex Sans JP" panose="020B0503050203000203" pitchFamily="50" charset="-128"/>
              <a:cs typeface="IBM Plex Sans JP"/>
              <a:sym typeface="IBM Plex Sans JP"/>
            </a:endParaRPr>
          </a:p>
        </p:txBody>
      </p:sp>
      <p:sp>
        <p:nvSpPr>
          <p:cNvPr id="195" name="Google Shape;195;p17"/>
          <p:cNvSpPr/>
          <p:nvPr/>
        </p:nvSpPr>
        <p:spPr>
          <a:xfrm>
            <a:off x="554513" y="769517"/>
            <a:ext cx="204600" cy="204600"/>
          </a:xfrm>
          <a:prstGeom prst="ellipse">
            <a:avLst/>
          </a:prstGeom>
          <a:solidFill>
            <a:schemeClr val="accent1"/>
          </a:solidFill>
          <a:ln w="19050" cap="flat" cmpd="sng">
            <a:solidFill>
              <a:srgbClr val="082836"/>
            </a:solidFill>
            <a:prstDash val="solid"/>
            <a:miter lim="8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Arial"/>
              <a:ea typeface="Arial"/>
              <a:cs typeface="Arial"/>
              <a:sym typeface="Arial"/>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98">
          <a:extLst>
            <a:ext uri="{FF2B5EF4-FFF2-40B4-BE49-F238E27FC236}">
              <a16:creationId xmlns:a16="http://schemas.microsoft.com/office/drawing/2014/main" id="{18851F7F-C276-8590-F765-FE1370316949}"/>
            </a:ext>
          </a:extLst>
        </p:cNvPr>
        <p:cNvGrpSpPr/>
        <p:nvPr/>
      </p:nvGrpSpPr>
      <p:grpSpPr>
        <a:xfrm>
          <a:off x="0" y="0"/>
          <a:ext cx="0" cy="0"/>
          <a:chOff x="0" y="0"/>
          <a:chExt cx="0" cy="0"/>
        </a:xfrm>
      </p:grpSpPr>
      <p:sp>
        <p:nvSpPr>
          <p:cNvPr id="99" name="Google Shape;99;p14">
            <a:extLst>
              <a:ext uri="{FF2B5EF4-FFF2-40B4-BE49-F238E27FC236}">
                <a16:creationId xmlns:a16="http://schemas.microsoft.com/office/drawing/2014/main" id="{A7BCC183-9F8C-411E-0A3F-80647D927D87}"/>
              </a:ext>
            </a:extLst>
          </p:cNvPr>
          <p:cNvSpPr/>
          <p:nvPr/>
        </p:nvSpPr>
        <p:spPr>
          <a:xfrm>
            <a:off x="33951" y="45268"/>
            <a:ext cx="6790099" cy="9053465"/>
          </a:xfrm>
          <a:prstGeom prst="rect">
            <a:avLst/>
          </a:prstGeom>
          <a:gradFill>
            <a:gsLst>
              <a:gs pos="0">
                <a:srgbClr val="EE00B0"/>
              </a:gs>
              <a:gs pos="10000">
                <a:srgbClr val="EE00B0"/>
              </a:gs>
              <a:gs pos="50000">
                <a:srgbClr val="6200E8"/>
              </a:gs>
              <a:gs pos="90000">
                <a:srgbClr val="0095E5"/>
              </a:gs>
              <a:gs pos="100000">
                <a:srgbClr val="0095E5"/>
              </a:gs>
            </a:gsLst>
            <a:lin ang="1800000" scaled="0"/>
          </a:gra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lt1"/>
              </a:solidFill>
              <a:latin typeface="Arial"/>
              <a:ea typeface="Arial"/>
              <a:cs typeface="Arial"/>
              <a:sym typeface="Arial"/>
            </a:endParaRPr>
          </a:p>
        </p:txBody>
      </p:sp>
      <p:sp>
        <p:nvSpPr>
          <p:cNvPr id="14" name="フリーフォーム: 図形 13">
            <a:extLst>
              <a:ext uri="{FF2B5EF4-FFF2-40B4-BE49-F238E27FC236}">
                <a16:creationId xmlns:a16="http://schemas.microsoft.com/office/drawing/2014/main" id="{621A58FC-1238-ECBD-1BFE-8D3864734F26}"/>
              </a:ext>
            </a:extLst>
          </p:cNvPr>
          <p:cNvSpPr/>
          <p:nvPr/>
        </p:nvSpPr>
        <p:spPr>
          <a:xfrm>
            <a:off x="0" y="0"/>
            <a:ext cx="6858000" cy="9144000"/>
          </a:xfrm>
          <a:custGeom>
            <a:avLst/>
            <a:gdLst>
              <a:gd name="csX0" fmla="*/ 3732954 w 6858000"/>
              <a:gd name="csY0" fmla="*/ 8663615 h 9144000"/>
              <a:gd name="csX1" fmla="*/ 3732954 w 6858000"/>
              <a:gd name="csY1" fmla="*/ 8717615 h 9144000"/>
              <a:gd name="csX2" fmla="*/ 6324954 w 6858000"/>
              <a:gd name="csY2" fmla="*/ 8717615 h 9144000"/>
              <a:gd name="csX3" fmla="*/ 6324954 w 6858000"/>
              <a:gd name="csY3" fmla="*/ 8663615 h 9144000"/>
              <a:gd name="csX4" fmla="*/ 552648 w 6858000"/>
              <a:gd name="csY4" fmla="*/ 8663615 h 9144000"/>
              <a:gd name="csX5" fmla="*/ 552648 w 6858000"/>
              <a:gd name="csY5" fmla="*/ 8717615 h 9144000"/>
              <a:gd name="csX6" fmla="*/ 3144648 w 6858000"/>
              <a:gd name="csY6" fmla="*/ 8717615 h 9144000"/>
              <a:gd name="csX7" fmla="*/ 3144648 w 6858000"/>
              <a:gd name="csY7" fmla="*/ 8663615 h 9144000"/>
              <a:gd name="csX8" fmla="*/ 661206 w 6858000"/>
              <a:gd name="csY8" fmla="*/ 6766045 h 9144000"/>
              <a:gd name="csX9" fmla="*/ 598356 w 6858000"/>
              <a:gd name="csY9" fmla="*/ 6827395 h 9144000"/>
              <a:gd name="csX10" fmla="*/ 661206 w 6858000"/>
              <a:gd name="csY10" fmla="*/ 6888745 h 9144000"/>
              <a:gd name="csX11" fmla="*/ 724056 w 6858000"/>
              <a:gd name="csY11" fmla="*/ 6827395 h 9144000"/>
              <a:gd name="csX12" fmla="*/ 661206 w 6858000"/>
              <a:gd name="csY12" fmla="*/ 6766045 h 9144000"/>
              <a:gd name="csX13" fmla="*/ 654960 w 6858000"/>
              <a:gd name="csY13" fmla="*/ 6239402 h 9144000"/>
              <a:gd name="csX14" fmla="*/ 552660 w 6858000"/>
              <a:gd name="csY14" fmla="*/ 6341702 h 9144000"/>
              <a:gd name="csX15" fmla="*/ 654960 w 6858000"/>
              <a:gd name="csY15" fmla="*/ 6444002 h 9144000"/>
              <a:gd name="csX16" fmla="*/ 757260 w 6858000"/>
              <a:gd name="csY16" fmla="*/ 6341702 h 9144000"/>
              <a:gd name="csX17" fmla="*/ 654960 w 6858000"/>
              <a:gd name="csY17" fmla="*/ 6239402 h 9144000"/>
              <a:gd name="csX18" fmla="*/ 666585 w 6858000"/>
              <a:gd name="csY18" fmla="*/ 4626173 h 9144000"/>
              <a:gd name="csX19" fmla="*/ 564285 w 6858000"/>
              <a:gd name="csY19" fmla="*/ 4728473 h 9144000"/>
              <a:gd name="csX20" fmla="*/ 666585 w 6858000"/>
              <a:gd name="csY20" fmla="*/ 4830773 h 9144000"/>
              <a:gd name="csX21" fmla="*/ 768885 w 6858000"/>
              <a:gd name="csY21" fmla="*/ 4728473 h 9144000"/>
              <a:gd name="csX22" fmla="*/ 666585 w 6858000"/>
              <a:gd name="csY22" fmla="*/ 4626173 h 9144000"/>
              <a:gd name="csX23" fmla="*/ 666585 w 6858000"/>
              <a:gd name="csY23" fmla="*/ 3017588 h 9144000"/>
              <a:gd name="csX24" fmla="*/ 564285 w 6858000"/>
              <a:gd name="csY24" fmla="*/ 3119888 h 9144000"/>
              <a:gd name="csX25" fmla="*/ 666585 w 6858000"/>
              <a:gd name="csY25" fmla="*/ 3222188 h 9144000"/>
              <a:gd name="csX26" fmla="*/ 768885 w 6858000"/>
              <a:gd name="csY26" fmla="*/ 3119888 h 9144000"/>
              <a:gd name="csX27" fmla="*/ 666585 w 6858000"/>
              <a:gd name="csY27" fmla="*/ 3017588 h 9144000"/>
              <a:gd name="csX28" fmla="*/ 5970234 w 6858000"/>
              <a:gd name="csY28" fmla="*/ 2281666 h 9144000"/>
              <a:gd name="csX29" fmla="*/ 5914929 w 6858000"/>
              <a:gd name="csY29" fmla="*/ 2336971 h 9144000"/>
              <a:gd name="csX30" fmla="*/ 953826 w 6858000"/>
              <a:gd name="csY30" fmla="*/ 2336971 h 9144000"/>
              <a:gd name="csX31" fmla="*/ 914720 w 6858000"/>
              <a:gd name="csY31" fmla="*/ 2320772 h 9144000"/>
              <a:gd name="csX32" fmla="*/ 898522 w 6858000"/>
              <a:gd name="csY32" fmla="*/ 2281668 h 9144000"/>
              <a:gd name="csX33" fmla="*/ 898522 w 6858000"/>
              <a:gd name="csY33" fmla="*/ 2415258 h 9144000"/>
              <a:gd name="csX34" fmla="*/ 1087418 w 6858000"/>
              <a:gd name="csY34" fmla="*/ 2604154 h 9144000"/>
              <a:gd name="csX35" fmla="*/ 5781338 w 6858000"/>
              <a:gd name="csY35" fmla="*/ 2604154 h 9144000"/>
              <a:gd name="csX36" fmla="*/ 5970234 w 6858000"/>
              <a:gd name="csY36" fmla="*/ 2415258 h 9144000"/>
              <a:gd name="csX37" fmla="*/ 1087419 w 6858000"/>
              <a:gd name="csY37" fmla="*/ 448989 h 9144000"/>
              <a:gd name="csX38" fmla="*/ 898523 w 6858000"/>
              <a:gd name="csY38" fmla="*/ 637885 h 9144000"/>
              <a:gd name="csX39" fmla="*/ 898523 w 6858000"/>
              <a:gd name="csY39" fmla="*/ 771477 h 9144000"/>
              <a:gd name="csX40" fmla="*/ 953828 w 6858000"/>
              <a:gd name="csY40" fmla="*/ 716172 h 9144000"/>
              <a:gd name="csX41" fmla="*/ 5914930 w 6858000"/>
              <a:gd name="csY41" fmla="*/ 716172 h 9144000"/>
              <a:gd name="csX42" fmla="*/ 5954037 w 6858000"/>
              <a:gd name="csY42" fmla="*/ 732371 h 9144000"/>
              <a:gd name="csX43" fmla="*/ 5970234 w 6858000"/>
              <a:gd name="csY43" fmla="*/ 771474 h 9144000"/>
              <a:gd name="csX44" fmla="*/ 5970234 w 6858000"/>
              <a:gd name="csY44" fmla="*/ 637885 h 9144000"/>
              <a:gd name="csX45" fmla="*/ 5781338 w 6858000"/>
              <a:gd name="csY45" fmla="*/ 448989 h 9144000"/>
              <a:gd name="csX46" fmla="*/ 0 w 6858000"/>
              <a:gd name="csY46" fmla="*/ 0 h 9144000"/>
              <a:gd name="csX47" fmla="*/ 6858000 w 6858000"/>
              <a:gd name="csY47" fmla="*/ 0 h 9144000"/>
              <a:gd name="csX48" fmla="*/ 6858000 w 6858000"/>
              <a:gd name="csY48" fmla="*/ 9144000 h 9144000"/>
              <a:gd name="csX49" fmla="*/ 0 w 6858000"/>
              <a:gd name="csY49" fmla="*/ 9144000 h 91440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Lst>
            <a:rect l="l" t="t" r="r" b="b"/>
            <a:pathLst>
              <a:path w="6858000" h="9144000">
                <a:moveTo>
                  <a:pt x="3732954" y="8663615"/>
                </a:moveTo>
                <a:lnTo>
                  <a:pt x="3732954" y="8717615"/>
                </a:lnTo>
                <a:lnTo>
                  <a:pt x="6324954" y="8717615"/>
                </a:lnTo>
                <a:lnTo>
                  <a:pt x="6324954" y="8663615"/>
                </a:lnTo>
                <a:close/>
                <a:moveTo>
                  <a:pt x="552648" y="8663615"/>
                </a:moveTo>
                <a:lnTo>
                  <a:pt x="552648" y="8717615"/>
                </a:lnTo>
                <a:lnTo>
                  <a:pt x="3144648" y="8717615"/>
                </a:lnTo>
                <a:lnTo>
                  <a:pt x="3144648" y="8663615"/>
                </a:lnTo>
                <a:close/>
                <a:moveTo>
                  <a:pt x="661206" y="6766045"/>
                </a:moveTo>
                <a:cubicBezTo>
                  <a:pt x="626495" y="6766045"/>
                  <a:pt x="598356" y="6793512"/>
                  <a:pt x="598356" y="6827395"/>
                </a:cubicBezTo>
                <a:cubicBezTo>
                  <a:pt x="598356" y="6861278"/>
                  <a:pt x="626495" y="6888745"/>
                  <a:pt x="661206" y="6888745"/>
                </a:cubicBezTo>
                <a:cubicBezTo>
                  <a:pt x="695917" y="6888745"/>
                  <a:pt x="724056" y="6861278"/>
                  <a:pt x="724056" y="6827395"/>
                </a:cubicBezTo>
                <a:cubicBezTo>
                  <a:pt x="724056" y="6793512"/>
                  <a:pt x="695917" y="6766045"/>
                  <a:pt x="661206" y="6766045"/>
                </a:cubicBezTo>
                <a:close/>
                <a:moveTo>
                  <a:pt x="654960" y="6239402"/>
                </a:moveTo>
                <a:cubicBezTo>
                  <a:pt x="598461" y="6239402"/>
                  <a:pt x="552660" y="6285203"/>
                  <a:pt x="552660" y="6341702"/>
                </a:cubicBezTo>
                <a:cubicBezTo>
                  <a:pt x="552660" y="6398201"/>
                  <a:pt x="598461" y="6444002"/>
                  <a:pt x="654960" y="6444002"/>
                </a:cubicBezTo>
                <a:cubicBezTo>
                  <a:pt x="711459" y="6444002"/>
                  <a:pt x="757260" y="6398201"/>
                  <a:pt x="757260" y="6341702"/>
                </a:cubicBezTo>
                <a:cubicBezTo>
                  <a:pt x="757260" y="6285203"/>
                  <a:pt x="711459" y="6239402"/>
                  <a:pt x="654960" y="6239402"/>
                </a:cubicBezTo>
                <a:close/>
                <a:moveTo>
                  <a:pt x="666585" y="4626173"/>
                </a:moveTo>
                <a:cubicBezTo>
                  <a:pt x="610086" y="4626173"/>
                  <a:pt x="564285" y="4671974"/>
                  <a:pt x="564285" y="4728473"/>
                </a:cubicBezTo>
                <a:cubicBezTo>
                  <a:pt x="564285" y="4784972"/>
                  <a:pt x="610086" y="4830773"/>
                  <a:pt x="666585" y="4830773"/>
                </a:cubicBezTo>
                <a:cubicBezTo>
                  <a:pt x="723084" y="4830773"/>
                  <a:pt x="768885" y="4784972"/>
                  <a:pt x="768885" y="4728473"/>
                </a:cubicBezTo>
                <a:cubicBezTo>
                  <a:pt x="768885" y="4671974"/>
                  <a:pt x="723084" y="4626173"/>
                  <a:pt x="666585" y="4626173"/>
                </a:cubicBezTo>
                <a:close/>
                <a:moveTo>
                  <a:pt x="666585" y="3017588"/>
                </a:moveTo>
                <a:cubicBezTo>
                  <a:pt x="610086" y="3017588"/>
                  <a:pt x="564285" y="3063389"/>
                  <a:pt x="564285" y="3119888"/>
                </a:cubicBezTo>
                <a:cubicBezTo>
                  <a:pt x="564285" y="3176387"/>
                  <a:pt x="610086" y="3222188"/>
                  <a:pt x="666585" y="3222188"/>
                </a:cubicBezTo>
                <a:cubicBezTo>
                  <a:pt x="723084" y="3222188"/>
                  <a:pt x="768885" y="3176387"/>
                  <a:pt x="768885" y="3119888"/>
                </a:cubicBezTo>
                <a:cubicBezTo>
                  <a:pt x="768885" y="3063389"/>
                  <a:pt x="723084" y="3017588"/>
                  <a:pt x="666585" y="3017588"/>
                </a:cubicBezTo>
                <a:close/>
                <a:moveTo>
                  <a:pt x="5970234" y="2281666"/>
                </a:moveTo>
                <a:cubicBezTo>
                  <a:pt x="5970234" y="2312210"/>
                  <a:pt x="5945473" y="2336971"/>
                  <a:pt x="5914929" y="2336971"/>
                </a:cubicBezTo>
                <a:lnTo>
                  <a:pt x="953826" y="2336971"/>
                </a:lnTo>
                <a:cubicBezTo>
                  <a:pt x="938554" y="2336971"/>
                  <a:pt x="924728" y="2330781"/>
                  <a:pt x="914720" y="2320772"/>
                </a:cubicBezTo>
                <a:lnTo>
                  <a:pt x="898522" y="2281668"/>
                </a:lnTo>
                <a:lnTo>
                  <a:pt x="898522" y="2415258"/>
                </a:lnTo>
                <a:cubicBezTo>
                  <a:pt x="898522" y="2519582"/>
                  <a:pt x="983094" y="2604154"/>
                  <a:pt x="1087418" y="2604154"/>
                </a:cubicBezTo>
                <a:lnTo>
                  <a:pt x="5781338" y="2604154"/>
                </a:lnTo>
                <a:cubicBezTo>
                  <a:pt x="5885662" y="2604154"/>
                  <a:pt x="5970234" y="2519582"/>
                  <a:pt x="5970234" y="2415258"/>
                </a:cubicBezTo>
                <a:close/>
                <a:moveTo>
                  <a:pt x="1087419" y="448989"/>
                </a:moveTo>
                <a:cubicBezTo>
                  <a:pt x="983095" y="448989"/>
                  <a:pt x="898523" y="533561"/>
                  <a:pt x="898523" y="637885"/>
                </a:cubicBezTo>
                <a:lnTo>
                  <a:pt x="898523" y="771477"/>
                </a:lnTo>
                <a:cubicBezTo>
                  <a:pt x="898523" y="740933"/>
                  <a:pt x="923284" y="716172"/>
                  <a:pt x="953828" y="716172"/>
                </a:cubicBezTo>
                <a:lnTo>
                  <a:pt x="5914930" y="716172"/>
                </a:lnTo>
                <a:cubicBezTo>
                  <a:pt x="5930202" y="716172"/>
                  <a:pt x="5944028" y="722362"/>
                  <a:pt x="5954037" y="732371"/>
                </a:cubicBezTo>
                <a:lnTo>
                  <a:pt x="5970234" y="771474"/>
                </a:lnTo>
                <a:lnTo>
                  <a:pt x="5970234" y="637885"/>
                </a:lnTo>
                <a:cubicBezTo>
                  <a:pt x="5970234" y="533561"/>
                  <a:pt x="5885662" y="448989"/>
                  <a:pt x="5781338" y="448989"/>
                </a:cubicBezTo>
                <a:close/>
                <a:moveTo>
                  <a:pt x="0" y="0"/>
                </a:moveTo>
                <a:lnTo>
                  <a:pt x="6858000" y="0"/>
                </a:lnTo>
                <a:lnTo>
                  <a:pt x="6858000" y="9144000"/>
                </a:lnTo>
                <a:lnTo>
                  <a:pt x="0" y="9144000"/>
                </a:lnTo>
                <a:close/>
              </a:path>
            </a:pathLst>
          </a:custGeom>
          <a:solidFill>
            <a:schemeClr val="lt1"/>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lt1"/>
              </a:solidFill>
              <a:latin typeface="Arial"/>
              <a:ea typeface="Arial"/>
              <a:cs typeface="Arial"/>
              <a:sym typeface="Arial"/>
            </a:endParaRPr>
          </a:p>
        </p:txBody>
      </p:sp>
      <p:sp>
        <p:nvSpPr>
          <p:cNvPr id="108" name="Google Shape;108;p14">
            <a:extLst>
              <a:ext uri="{FF2B5EF4-FFF2-40B4-BE49-F238E27FC236}">
                <a16:creationId xmlns:a16="http://schemas.microsoft.com/office/drawing/2014/main" id="{9F8DB1A3-43D0-8FC1-0D41-91BDADEC8625}"/>
              </a:ext>
            </a:extLst>
          </p:cNvPr>
          <p:cNvSpPr txBox="1"/>
          <p:nvPr/>
        </p:nvSpPr>
        <p:spPr>
          <a:xfrm>
            <a:off x="3163826" y="8511531"/>
            <a:ext cx="575734" cy="369332"/>
          </a:xfrm>
          <a:prstGeom prst="rect">
            <a:avLst/>
          </a:prstGeom>
          <a:noFill/>
          <a:ln>
            <a:noFill/>
          </a:ln>
        </p:spPr>
        <p:txBody>
          <a:bodyPr spcFirstLastPara="1" wrap="square" lIns="91425" tIns="45700" rIns="91425" bIns="45700" anchor="ctr" anchorCtr="0">
            <a:spAutoFit/>
          </a:bodyPr>
          <a:lstStyle/>
          <a:p>
            <a:pPr marL="0" marR="0" lvl="0" indent="0" algn="ctr" rtl="0">
              <a:spcBef>
                <a:spcPts val="0"/>
              </a:spcBef>
              <a:spcAft>
                <a:spcPts val="0"/>
              </a:spcAft>
              <a:buNone/>
            </a:pPr>
            <a:r>
              <a:rPr lang="en-US" sz="1800" b="0" i="0" u="none" strike="noStrike" cap="none">
                <a:solidFill>
                  <a:schemeClr val="dk1"/>
                </a:solidFill>
                <a:latin typeface="Arial"/>
                <a:ea typeface="Arial"/>
                <a:cs typeface="Arial"/>
                <a:sym typeface="Arial"/>
              </a:rPr>
              <a:t>1</a:t>
            </a:r>
            <a:endParaRPr sz="1800" b="0" i="0" u="none" strike="noStrike" cap="none">
              <a:solidFill>
                <a:schemeClr val="dk1"/>
              </a:solidFill>
              <a:latin typeface="Arial"/>
              <a:ea typeface="Arial"/>
              <a:cs typeface="Arial"/>
              <a:sym typeface="Arial"/>
            </a:endParaRPr>
          </a:p>
        </p:txBody>
      </p:sp>
      <p:sp>
        <p:nvSpPr>
          <p:cNvPr id="109" name="Google Shape;109;p14">
            <a:extLst>
              <a:ext uri="{FF2B5EF4-FFF2-40B4-BE49-F238E27FC236}">
                <a16:creationId xmlns:a16="http://schemas.microsoft.com/office/drawing/2014/main" id="{160C2966-D26F-AA9E-7DC4-9262872DFBE8}"/>
              </a:ext>
            </a:extLst>
          </p:cNvPr>
          <p:cNvSpPr txBox="1"/>
          <p:nvPr/>
        </p:nvSpPr>
        <p:spPr>
          <a:xfrm>
            <a:off x="1119608" y="845954"/>
            <a:ext cx="5012952" cy="553957"/>
          </a:xfrm>
          <a:prstGeom prst="rect">
            <a:avLst/>
          </a:prstGeom>
          <a:noFill/>
          <a:ln>
            <a:noFill/>
          </a:ln>
        </p:spPr>
        <p:txBody>
          <a:bodyPr spcFirstLastPara="1" wrap="square" lIns="91425" tIns="45700" rIns="91425" bIns="45700" anchor="t" anchorCtr="0">
            <a:spAutoFit/>
          </a:bodyPr>
          <a:lstStyle/>
          <a:p>
            <a:pPr marL="0" marR="0" lvl="0" indent="0" algn="ctr" rtl="0">
              <a:spcBef>
                <a:spcPts val="0"/>
              </a:spcBef>
              <a:spcAft>
                <a:spcPts val="0"/>
              </a:spcAft>
              <a:buNone/>
            </a:pPr>
            <a:r>
              <a:rPr lang="en-US" sz="3000" b="1" i="0" u="none" strike="noStrike" cap="none" dirty="0">
                <a:solidFill>
                  <a:schemeClr val="dk1"/>
                </a:solidFill>
                <a:latin typeface="Segoe UI Semibold" panose="020B0702040204020203" pitchFamily="34" charset="0"/>
                <a:ea typeface="Quattrocento Sans"/>
                <a:cs typeface="Segoe UI Semibold" panose="020B0702040204020203" pitchFamily="34" charset="0"/>
                <a:sym typeface="Quattrocento Sans"/>
              </a:rPr>
              <a:t>FlexChroma</a:t>
            </a:r>
            <a:r>
              <a:rPr lang="en-US" sz="2200" b="1" i="0" u="none" strike="noStrike" cap="none" dirty="0">
                <a:solidFill>
                  <a:schemeClr val="dk1"/>
                </a:solidFill>
                <a:latin typeface="Segoe UI Semibold" panose="020B0702040204020203" pitchFamily="34" charset="0"/>
                <a:ea typeface="IBM Plex Sans JP"/>
                <a:cs typeface="Segoe UI Semibold" panose="020B0702040204020203" pitchFamily="34" charset="0"/>
                <a:sym typeface="IBM Plex Sans JP"/>
              </a:rPr>
              <a:t> </a:t>
            </a:r>
            <a:r>
              <a:rPr lang="en-US" sz="2200" b="1" dirty="0">
                <a:solidFill>
                  <a:schemeClr val="dk1"/>
                </a:solidFill>
                <a:latin typeface="Segoe UI Semibold" panose="020B0702040204020203" pitchFamily="34" charset="0"/>
                <a:ea typeface="IBM Plex Sans JP"/>
                <a:cs typeface="Segoe UI Semibold" panose="020B0702040204020203" pitchFamily="34" charset="0"/>
                <a:sym typeface="IBM Plex Sans JP"/>
              </a:rPr>
              <a:t>Blend Color Checker</a:t>
            </a:r>
            <a:endParaRPr sz="2200" b="1" dirty="0">
              <a:solidFill>
                <a:schemeClr val="dk1"/>
              </a:solidFill>
              <a:latin typeface="Segoe UI Semibold" panose="020B0702040204020203" pitchFamily="34" charset="0"/>
              <a:ea typeface="IBM Plex Sans JP"/>
              <a:cs typeface="Segoe UI Semibold" panose="020B0702040204020203" pitchFamily="34" charset="0"/>
              <a:sym typeface="IBM Plex Sans JP"/>
            </a:endParaRPr>
          </a:p>
        </p:txBody>
      </p:sp>
      <p:sp>
        <p:nvSpPr>
          <p:cNvPr id="111" name="Google Shape;111;p14">
            <a:extLst>
              <a:ext uri="{FF2B5EF4-FFF2-40B4-BE49-F238E27FC236}">
                <a16:creationId xmlns:a16="http://schemas.microsoft.com/office/drawing/2014/main" id="{6C0D0D9F-F58C-B6F5-A194-169142629DC6}"/>
              </a:ext>
            </a:extLst>
          </p:cNvPr>
          <p:cNvSpPr txBox="1"/>
          <p:nvPr/>
        </p:nvSpPr>
        <p:spPr>
          <a:xfrm>
            <a:off x="770844" y="2957097"/>
            <a:ext cx="2055300" cy="4002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000" b="1" dirty="0">
                <a:solidFill>
                  <a:schemeClr val="dk1"/>
                </a:solidFill>
                <a:latin typeface="IBM Plex Sans JP" panose="020B0503050203000203" pitchFamily="50" charset="-128"/>
                <a:ea typeface="IBM Plex Sans JP" panose="020B0503050203000203" pitchFamily="50" charset="-128"/>
                <a:cs typeface="IBM Plex Sans JP SemiBold"/>
                <a:sym typeface="IBM Plex Sans JP SemiBold"/>
              </a:rPr>
              <a:t>1. </a:t>
            </a:r>
            <a:r>
              <a:rPr lang="en-US" sz="2000" b="1" dirty="0" err="1">
                <a:solidFill>
                  <a:schemeClr val="dk1"/>
                </a:solidFill>
                <a:latin typeface="IBM Plex Sans JP" panose="020B0503050203000203" pitchFamily="50" charset="-128"/>
                <a:ea typeface="IBM Plex Sans JP" panose="020B0503050203000203" pitchFamily="50" charset="-128"/>
                <a:cs typeface="IBM Plex Sans JP SemiBold"/>
                <a:sym typeface="IBM Plex Sans JP SemiBold"/>
              </a:rPr>
              <a:t>はじめに</a:t>
            </a:r>
            <a:r>
              <a:rPr lang="en-US" sz="2000" b="1" dirty="0">
                <a:solidFill>
                  <a:schemeClr val="dk1"/>
                </a:solidFill>
                <a:latin typeface="IBM Plex Sans JP" panose="020B0503050203000203" pitchFamily="50" charset="-128"/>
                <a:ea typeface="IBM Plex Sans JP" panose="020B0503050203000203" pitchFamily="50" charset="-128"/>
                <a:cs typeface="IBM Plex Sans JP SemiBold"/>
                <a:sym typeface="IBM Plex Sans JP SemiBold"/>
              </a:rPr>
              <a:t> </a:t>
            </a:r>
            <a:endParaRPr sz="2000" b="1" dirty="0">
              <a:solidFill>
                <a:schemeClr val="dk1"/>
              </a:solidFill>
              <a:latin typeface="IBM Plex Sans JP" panose="020B0503050203000203" pitchFamily="50" charset="-128"/>
              <a:ea typeface="IBM Plex Sans JP" panose="020B0503050203000203" pitchFamily="50" charset="-128"/>
              <a:cs typeface="IBM Plex Sans JP SemiBold"/>
              <a:sym typeface="IBM Plex Sans JP SemiBold"/>
            </a:endParaRPr>
          </a:p>
        </p:txBody>
      </p:sp>
      <p:sp>
        <p:nvSpPr>
          <p:cNvPr id="112" name="Google Shape;112;p14">
            <a:extLst>
              <a:ext uri="{FF2B5EF4-FFF2-40B4-BE49-F238E27FC236}">
                <a16:creationId xmlns:a16="http://schemas.microsoft.com/office/drawing/2014/main" id="{2F452D02-D826-DE07-2CDB-9A4895D81D2A}"/>
              </a:ext>
            </a:extLst>
          </p:cNvPr>
          <p:cNvSpPr txBox="1"/>
          <p:nvPr/>
        </p:nvSpPr>
        <p:spPr>
          <a:xfrm>
            <a:off x="668508" y="3380037"/>
            <a:ext cx="5649600" cy="8157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050" dirty="0">
                <a:solidFill>
                  <a:schemeClr val="dk1"/>
                </a:solidFill>
                <a:latin typeface="IBM Plex Sans JP" panose="020B0503050203000203" pitchFamily="50" charset="-128"/>
                <a:ea typeface="IBM Plex Sans JP" panose="020B0503050203000203" pitchFamily="50" charset="-128"/>
                <a:cs typeface="Quattrocento Sans"/>
                <a:sym typeface="Quattrocento Sans"/>
              </a:rPr>
              <a:t>FlexChroma Blend Color Checker </a:t>
            </a:r>
            <a:r>
              <a:rPr lang="en-US" sz="1050" dirty="0" err="1">
                <a:solidFill>
                  <a:schemeClr val="dk1"/>
                </a:solidFill>
                <a:latin typeface="IBM Plex Sans JP" panose="020B0503050203000203" pitchFamily="50" charset="-128"/>
                <a:ea typeface="IBM Plex Sans JP" panose="020B0503050203000203" pitchFamily="50" charset="-128"/>
                <a:cs typeface="Quattrocento Sans"/>
                <a:sym typeface="Quattrocento Sans"/>
              </a:rPr>
              <a:t>は、FlexChroma</a:t>
            </a:r>
            <a:r>
              <a:rPr lang="en-US" sz="1050" dirty="0">
                <a:solidFill>
                  <a:schemeClr val="dk1"/>
                </a:solidFill>
                <a:latin typeface="IBM Plex Sans JP" panose="020B0503050203000203" pitchFamily="50" charset="-128"/>
                <a:ea typeface="IBM Plex Sans JP" panose="020B0503050203000203" pitchFamily="50" charset="-128"/>
                <a:cs typeface="Quattrocento Sans"/>
                <a:sym typeface="Quattrocento Sans"/>
              </a:rPr>
              <a:t> Blend Filament </a:t>
            </a:r>
            <a:r>
              <a:rPr lang="en-US" sz="1050" dirty="0" err="1">
                <a:solidFill>
                  <a:schemeClr val="dk1"/>
                </a:solidFill>
                <a:latin typeface="IBM Plex Sans JP" panose="020B0503050203000203" pitchFamily="50" charset="-128"/>
                <a:ea typeface="IBM Plex Sans JP" panose="020B0503050203000203" pitchFamily="50" charset="-128"/>
                <a:cs typeface="Quattrocento Sans"/>
                <a:sym typeface="Quattrocento Sans"/>
              </a:rPr>
              <a:t>による</a:t>
            </a:r>
            <a:r>
              <a:rPr lang="en-US" sz="1050" dirty="0">
                <a:solidFill>
                  <a:schemeClr val="dk1"/>
                </a:solidFill>
                <a:latin typeface="IBM Plex Sans JP" panose="020B0503050203000203" pitchFamily="50" charset="-128"/>
                <a:ea typeface="IBM Plex Sans JP" panose="020B0503050203000203" pitchFamily="50" charset="-128"/>
                <a:cs typeface="Quattrocento Sans"/>
                <a:sym typeface="Quattrocento Sans"/>
              </a:rPr>
              <a:t> </a:t>
            </a:r>
            <a:r>
              <a:rPr lang="en-US" sz="1050" dirty="0" err="1">
                <a:solidFill>
                  <a:schemeClr val="dk1"/>
                </a:solidFill>
                <a:latin typeface="IBM Plex Sans JP" panose="020B0503050203000203" pitchFamily="50" charset="-128"/>
                <a:ea typeface="IBM Plex Sans JP" panose="020B0503050203000203" pitchFamily="50" charset="-128"/>
                <a:cs typeface="Quattrocento Sans"/>
                <a:sym typeface="Quattrocento Sans"/>
              </a:rPr>
              <a:t>混色比ごとの色を実際に目</a:t>
            </a:r>
            <a:r>
              <a:rPr lang="en-US" sz="1050" dirty="0">
                <a:solidFill>
                  <a:schemeClr val="dk1"/>
                </a:solidFill>
                <a:latin typeface="IBM Plex Sans JP" panose="020B0503050203000203" pitchFamily="50" charset="-128"/>
                <a:ea typeface="IBM Plex Sans JP" panose="020B0503050203000203" pitchFamily="50" charset="-128"/>
                <a:cs typeface="Quattrocento Sans"/>
                <a:sym typeface="Quattrocento Sans"/>
              </a:rPr>
              <a:t> </a:t>
            </a:r>
            <a:r>
              <a:rPr lang="en-US" sz="1050" dirty="0" err="1">
                <a:solidFill>
                  <a:schemeClr val="dk1"/>
                </a:solidFill>
                <a:latin typeface="IBM Plex Sans JP" panose="020B0503050203000203" pitchFamily="50" charset="-128"/>
                <a:ea typeface="IBM Plex Sans JP" panose="020B0503050203000203" pitchFamily="50" charset="-128"/>
                <a:cs typeface="Quattrocento Sans"/>
                <a:sym typeface="Quattrocento Sans"/>
              </a:rPr>
              <a:t>で見て評価するための専用モデルです</a:t>
            </a:r>
            <a:r>
              <a:rPr lang="en-US" sz="1050" dirty="0">
                <a:solidFill>
                  <a:schemeClr val="dk1"/>
                </a:solidFill>
                <a:latin typeface="IBM Plex Sans JP" panose="020B0503050203000203" pitchFamily="50" charset="-128"/>
                <a:ea typeface="IBM Plex Sans JP" panose="020B0503050203000203" pitchFamily="50" charset="-128"/>
                <a:cs typeface="Quattrocento Sans"/>
                <a:sym typeface="Quattrocento Sans"/>
              </a:rPr>
              <a:t>。 </a:t>
            </a:r>
            <a:endParaRPr sz="1050" dirty="0">
              <a:solidFill>
                <a:schemeClr val="dk1"/>
              </a:solidFill>
              <a:latin typeface="IBM Plex Sans JP" panose="020B0503050203000203" pitchFamily="50" charset="-128"/>
              <a:ea typeface="IBM Plex Sans JP" panose="020B0503050203000203" pitchFamily="50" charset="-128"/>
              <a:cs typeface="Quattrocento Sans"/>
              <a:sym typeface="Quattrocento Sans"/>
            </a:endParaRPr>
          </a:p>
          <a:p>
            <a:pPr marL="0" marR="0" lvl="0" indent="0" algn="l" rtl="0">
              <a:spcBef>
                <a:spcPts val="0"/>
              </a:spcBef>
              <a:spcAft>
                <a:spcPts val="0"/>
              </a:spcAft>
              <a:buNone/>
            </a:pPr>
            <a:endParaRPr sz="500" dirty="0">
              <a:solidFill>
                <a:schemeClr val="dk1"/>
              </a:solidFill>
              <a:latin typeface="IBM Plex Sans JP" panose="020B0503050203000203" pitchFamily="50" charset="-128"/>
              <a:ea typeface="IBM Plex Sans JP" panose="020B0503050203000203" pitchFamily="50" charset="-128"/>
              <a:cs typeface="Quattrocento Sans"/>
              <a:sym typeface="Quattrocento Sans"/>
            </a:endParaRPr>
          </a:p>
          <a:p>
            <a:pPr marL="0" marR="0" lvl="0" indent="0" algn="l" rtl="0">
              <a:spcBef>
                <a:spcPts val="0"/>
              </a:spcBef>
              <a:spcAft>
                <a:spcPts val="0"/>
              </a:spcAft>
              <a:buNone/>
            </a:pPr>
            <a:r>
              <a:rPr lang="en-US" sz="1050" dirty="0">
                <a:solidFill>
                  <a:schemeClr val="dk1"/>
                </a:solidFill>
                <a:latin typeface="IBM Plex Sans JP" panose="020B0503050203000203" pitchFamily="50" charset="-128"/>
                <a:ea typeface="IBM Plex Sans JP" panose="020B0503050203000203" pitchFamily="50" charset="-128"/>
                <a:cs typeface="Quattrocento Sans"/>
                <a:sym typeface="Quattrocento Sans"/>
              </a:rPr>
              <a:t>AMS により生成された21段の混色領域に分かれた混色フィラメントを使用し、混色比と実際の色がどのように対応する か </a:t>
            </a:r>
            <a:r>
              <a:rPr lang="en-US" sz="1050" dirty="0" err="1">
                <a:solidFill>
                  <a:schemeClr val="dk1"/>
                </a:solidFill>
                <a:latin typeface="IBM Plex Sans JP" panose="020B0503050203000203" pitchFamily="50" charset="-128"/>
                <a:ea typeface="IBM Plex Sans JP" panose="020B0503050203000203" pitchFamily="50" charset="-128"/>
                <a:cs typeface="Quattrocento Sans"/>
                <a:sym typeface="Quattrocento Sans"/>
              </a:rPr>
              <a:t>を直接確認できるよう設計されています</a:t>
            </a:r>
            <a:r>
              <a:rPr lang="en-US" sz="1050" dirty="0">
                <a:solidFill>
                  <a:schemeClr val="dk1"/>
                </a:solidFill>
                <a:latin typeface="IBM Plex Sans JP" panose="020B0503050203000203" pitchFamily="50" charset="-128"/>
                <a:ea typeface="IBM Plex Sans JP" panose="020B0503050203000203" pitchFamily="50" charset="-128"/>
                <a:cs typeface="Quattrocento Sans"/>
                <a:sym typeface="Quattrocento Sans"/>
              </a:rPr>
              <a:t>。 </a:t>
            </a:r>
            <a:endParaRPr sz="1050" b="1" dirty="0">
              <a:solidFill>
                <a:schemeClr val="dk1"/>
              </a:solidFill>
              <a:latin typeface="IBM Plex Sans JP" panose="020B0503050203000203" pitchFamily="50" charset="-128"/>
              <a:ea typeface="IBM Plex Sans JP" panose="020B0503050203000203" pitchFamily="50" charset="-128"/>
              <a:cs typeface="IBM Plex Sans JP"/>
              <a:sym typeface="IBM Plex Sans JP"/>
            </a:endParaRPr>
          </a:p>
        </p:txBody>
      </p:sp>
      <p:sp>
        <p:nvSpPr>
          <p:cNvPr id="114" name="Google Shape;114;p14">
            <a:extLst>
              <a:ext uri="{FF2B5EF4-FFF2-40B4-BE49-F238E27FC236}">
                <a16:creationId xmlns:a16="http://schemas.microsoft.com/office/drawing/2014/main" id="{C7926730-384A-CBC0-557E-AA5580D6D9A6}"/>
              </a:ext>
            </a:extLst>
          </p:cNvPr>
          <p:cNvSpPr txBox="1"/>
          <p:nvPr/>
        </p:nvSpPr>
        <p:spPr>
          <a:xfrm>
            <a:off x="770844" y="4556779"/>
            <a:ext cx="3389100" cy="4002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000" b="1">
                <a:solidFill>
                  <a:schemeClr val="dk1"/>
                </a:solidFill>
                <a:latin typeface="IBM Plex Sans JP" panose="020B0503050203000203" pitchFamily="50" charset="-128"/>
                <a:ea typeface="IBM Plex Sans JP" panose="020B0503050203000203" pitchFamily="50" charset="-128"/>
                <a:cs typeface="IBM Plex Sans JP SemiBold"/>
                <a:sym typeface="IBM Plex Sans JP SemiBold"/>
              </a:rPr>
              <a:t>2. Color Checker の目的 </a:t>
            </a:r>
            <a:endParaRPr sz="2400" b="1">
              <a:solidFill>
                <a:schemeClr val="dk1"/>
              </a:solidFill>
              <a:latin typeface="IBM Plex Sans JP" panose="020B0503050203000203" pitchFamily="50" charset="-128"/>
              <a:ea typeface="IBM Plex Sans JP" panose="020B0503050203000203" pitchFamily="50" charset="-128"/>
              <a:cs typeface="IBM Plex Sans JP SemiBold"/>
              <a:sym typeface="IBM Plex Sans JP SemiBold"/>
            </a:endParaRPr>
          </a:p>
        </p:txBody>
      </p:sp>
      <p:sp>
        <p:nvSpPr>
          <p:cNvPr id="115" name="Google Shape;115;p14">
            <a:extLst>
              <a:ext uri="{FF2B5EF4-FFF2-40B4-BE49-F238E27FC236}">
                <a16:creationId xmlns:a16="http://schemas.microsoft.com/office/drawing/2014/main" id="{258E95A3-3ADD-142F-5D52-624C3086F2A6}"/>
              </a:ext>
            </a:extLst>
          </p:cNvPr>
          <p:cNvSpPr txBox="1"/>
          <p:nvPr/>
        </p:nvSpPr>
        <p:spPr>
          <a:xfrm>
            <a:off x="661239" y="5006425"/>
            <a:ext cx="5649600" cy="8157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050" dirty="0" err="1">
                <a:solidFill>
                  <a:schemeClr val="dk1"/>
                </a:solidFill>
                <a:latin typeface="IBM Plex Sans JP" panose="020B0503050203000203" pitchFamily="50" charset="-128"/>
                <a:ea typeface="IBM Plex Sans JP" panose="020B0503050203000203" pitchFamily="50" charset="-128"/>
                <a:cs typeface="IBM Plex Sans JP"/>
                <a:sym typeface="IBM Plex Sans JP"/>
              </a:rPr>
              <a:t>本モデルは以下の用途に最適です</a:t>
            </a:r>
            <a:r>
              <a:rPr lang="en-US" sz="1050" dirty="0">
                <a:solidFill>
                  <a:schemeClr val="dk1"/>
                </a:solidFill>
                <a:latin typeface="IBM Plex Sans JP" panose="020B0503050203000203" pitchFamily="50" charset="-128"/>
                <a:ea typeface="IBM Plex Sans JP" panose="020B0503050203000203" pitchFamily="50" charset="-128"/>
                <a:cs typeface="IBM Plex Sans JP"/>
                <a:sym typeface="IBM Plex Sans JP"/>
              </a:rPr>
              <a:t>。  </a:t>
            </a:r>
            <a:endParaRPr sz="1050" dirty="0">
              <a:solidFill>
                <a:schemeClr val="dk1"/>
              </a:solidFill>
              <a:latin typeface="IBM Plex Sans JP" panose="020B0503050203000203" pitchFamily="50" charset="-128"/>
              <a:ea typeface="IBM Plex Sans JP" panose="020B0503050203000203" pitchFamily="50" charset="-128"/>
              <a:cs typeface="IBM Plex Sans JP"/>
              <a:sym typeface="IBM Plex Sans JP"/>
            </a:endParaRPr>
          </a:p>
          <a:p>
            <a:pPr marL="0" marR="0" lvl="0" indent="0" algn="l" rtl="0">
              <a:spcBef>
                <a:spcPts val="0"/>
              </a:spcBef>
              <a:spcAft>
                <a:spcPts val="0"/>
              </a:spcAft>
              <a:buNone/>
            </a:pPr>
            <a:endParaRPr sz="500" dirty="0">
              <a:solidFill>
                <a:schemeClr val="dk1"/>
              </a:solidFill>
              <a:latin typeface="IBM Plex Sans JP" panose="020B0503050203000203" pitchFamily="50" charset="-128"/>
              <a:ea typeface="IBM Plex Sans JP" panose="020B0503050203000203" pitchFamily="50" charset="-128"/>
              <a:cs typeface="IBM Plex Sans JP"/>
              <a:sym typeface="IBM Plex Sans JP"/>
            </a:endParaRPr>
          </a:p>
          <a:p>
            <a:pPr marL="457200" marR="0" lvl="0" indent="-295275" algn="l" rtl="0">
              <a:spcBef>
                <a:spcPts val="0"/>
              </a:spcBef>
              <a:spcAft>
                <a:spcPts val="0"/>
              </a:spcAft>
              <a:buClr>
                <a:schemeClr val="dk1"/>
              </a:buClr>
              <a:buSzPts val="1050"/>
              <a:buFont typeface="Arial" panose="020B0604020202020204" pitchFamily="34" charset="0"/>
              <a:buChar char="•"/>
            </a:pPr>
            <a:r>
              <a:rPr lang="en-US" sz="1050" dirty="0" err="1">
                <a:solidFill>
                  <a:schemeClr val="dk1"/>
                </a:solidFill>
                <a:latin typeface="IBM Plex Sans JP" panose="020B0503050203000203" pitchFamily="50" charset="-128"/>
                <a:ea typeface="IBM Plex Sans JP" panose="020B0503050203000203" pitchFamily="50" charset="-128"/>
                <a:cs typeface="IBM Plex Sans JP"/>
                <a:sym typeface="IBM Plex Sans JP"/>
              </a:rPr>
              <a:t>混色比ごとの</a:t>
            </a:r>
            <a:r>
              <a:rPr lang="en-US" sz="1050" dirty="0">
                <a:solidFill>
                  <a:schemeClr val="dk1"/>
                </a:solidFill>
                <a:latin typeface="IBM Plex Sans JP" panose="020B0503050203000203" pitchFamily="50" charset="-128"/>
                <a:ea typeface="IBM Plex Sans JP" panose="020B0503050203000203" pitchFamily="50" charset="-128"/>
                <a:cs typeface="IBM Plex Sans JP"/>
                <a:sym typeface="IBM Plex Sans JP"/>
              </a:rPr>
              <a:t> </a:t>
            </a:r>
            <a:r>
              <a:rPr lang="en-US" sz="1050" dirty="0" err="1">
                <a:solidFill>
                  <a:schemeClr val="dk1"/>
                </a:solidFill>
                <a:latin typeface="IBM Plex Sans JP" panose="020B0503050203000203" pitchFamily="50" charset="-128"/>
                <a:ea typeface="IBM Plex Sans JP" panose="020B0503050203000203" pitchFamily="50" charset="-128"/>
                <a:cs typeface="IBM Plex Sans JP"/>
                <a:sym typeface="IBM Plex Sans JP"/>
              </a:rPr>
              <a:t>実際の色の違い</a:t>
            </a:r>
            <a:r>
              <a:rPr lang="en-US" sz="1050" dirty="0">
                <a:solidFill>
                  <a:schemeClr val="dk1"/>
                </a:solidFill>
                <a:latin typeface="IBM Plex Sans JP" panose="020B0503050203000203" pitchFamily="50" charset="-128"/>
                <a:ea typeface="IBM Plex Sans JP" panose="020B0503050203000203" pitchFamily="50" charset="-128"/>
                <a:cs typeface="IBM Plex Sans JP"/>
                <a:sym typeface="IBM Plex Sans JP"/>
              </a:rPr>
              <a:t> </a:t>
            </a:r>
            <a:r>
              <a:rPr lang="en-US" sz="1050" dirty="0" err="1">
                <a:solidFill>
                  <a:schemeClr val="dk1"/>
                </a:solidFill>
                <a:latin typeface="IBM Plex Sans JP" panose="020B0503050203000203" pitchFamily="50" charset="-128"/>
                <a:ea typeface="IBM Plex Sans JP" panose="020B0503050203000203" pitchFamily="50" charset="-128"/>
                <a:cs typeface="IBM Plex Sans JP"/>
                <a:sym typeface="IBM Plex Sans JP"/>
              </a:rPr>
              <a:t>を視覚的に確認</a:t>
            </a:r>
            <a:r>
              <a:rPr lang="en-US" sz="1050" dirty="0">
                <a:solidFill>
                  <a:schemeClr val="dk1"/>
                </a:solidFill>
                <a:latin typeface="IBM Plex Sans JP" panose="020B0503050203000203" pitchFamily="50" charset="-128"/>
                <a:ea typeface="IBM Plex Sans JP" panose="020B0503050203000203" pitchFamily="50" charset="-128"/>
                <a:cs typeface="IBM Plex Sans JP"/>
                <a:sym typeface="IBM Plex Sans JP"/>
              </a:rPr>
              <a:t>  </a:t>
            </a:r>
            <a:endParaRPr sz="1050" dirty="0">
              <a:solidFill>
                <a:schemeClr val="dk1"/>
              </a:solidFill>
              <a:latin typeface="IBM Plex Sans JP" panose="020B0503050203000203" pitchFamily="50" charset="-128"/>
              <a:ea typeface="IBM Plex Sans JP" panose="020B0503050203000203" pitchFamily="50" charset="-128"/>
              <a:cs typeface="IBM Plex Sans JP"/>
              <a:sym typeface="IBM Plex Sans JP"/>
            </a:endParaRPr>
          </a:p>
          <a:p>
            <a:pPr marL="457200" marR="0" lvl="0" indent="-295275" algn="l" rtl="0">
              <a:spcBef>
                <a:spcPts val="0"/>
              </a:spcBef>
              <a:spcAft>
                <a:spcPts val="0"/>
              </a:spcAft>
              <a:buClr>
                <a:schemeClr val="dk1"/>
              </a:buClr>
              <a:buSzPts val="1050"/>
              <a:buFont typeface="Arial" panose="020B0604020202020204" pitchFamily="34" charset="0"/>
              <a:buChar char="•"/>
            </a:pPr>
            <a:r>
              <a:rPr lang="en-US" sz="1050" dirty="0" err="1">
                <a:solidFill>
                  <a:schemeClr val="dk1"/>
                </a:solidFill>
                <a:latin typeface="IBM Plex Sans JP" panose="020B0503050203000203" pitchFamily="50" charset="-128"/>
                <a:ea typeface="IBM Plex Sans JP" panose="020B0503050203000203" pitchFamily="50" charset="-128"/>
                <a:cs typeface="IBM Plex Sans JP"/>
                <a:sym typeface="IBM Plex Sans JP"/>
              </a:rPr>
              <a:t>印刷方向の違いによる色差の確認</a:t>
            </a:r>
            <a:r>
              <a:rPr lang="en-US" sz="1050" dirty="0">
                <a:solidFill>
                  <a:schemeClr val="dk1"/>
                </a:solidFill>
                <a:latin typeface="IBM Plex Sans JP" panose="020B0503050203000203" pitchFamily="50" charset="-128"/>
                <a:ea typeface="IBM Plex Sans JP" panose="020B0503050203000203" pitchFamily="50" charset="-128"/>
                <a:cs typeface="IBM Plex Sans JP"/>
                <a:sym typeface="IBM Plex Sans JP"/>
              </a:rPr>
              <a:t>  </a:t>
            </a:r>
            <a:endParaRPr sz="1050" dirty="0">
              <a:solidFill>
                <a:schemeClr val="dk1"/>
              </a:solidFill>
              <a:latin typeface="IBM Plex Sans JP" panose="020B0503050203000203" pitchFamily="50" charset="-128"/>
              <a:ea typeface="IBM Plex Sans JP" panose="020B0503050203000203" pitchFamily="50" charset="-128"/>
              <a:cs typeface="IBM Plex Sans JP"/>
              <a:sym typeface="IBM Plex Sans JP"/>
            </a:endParaRPr>
          </a:p>
          <a:p>
            <a:pPr marL="457200" marR="0" lvl="0" indent="-295275" algn="l" rtl="0">
              <a:spcBef>
                <a:spcPts val="0"/>
              </a:spcBef>
              <a:spcAft>
                <a:spcPts val="0"/>
              </a:spcAft>
              <a:buClr>
                <a:schemeClr val="dk1"/>
              </a:buClr>
              <a:buSzPts val="1050"/>
              <a:buFont typeface="Arial" panose="020B0604020202020204" pitchFamily="34" charset="0"/>
              <a:buChar char="•"/>
            </a:pPr>
            <a:r>
              <a:rPr lang="en-US" sz="1050" dirty="0">
                <a:solidFill>
                  <a:schemeClr val="dk1"/>
                </a:solidFill>
                <a:latin typeface="IBM Plex Sans JP" panose="020B0503050203000203" pitchFamily="50" charset="-128"/>
                <a:ea typeface="IBM Plex Sans JP" panose="020B0503050203000203" pitchFamily="50" charset="-128"/>
                <a:cs typeface="IBM Plex Sans JP"/>
                <a:sym typeface="IBM Plex Sans JP"/>
              </a:rPr>
              <a:t>NIX MINI 3 </a:t>
            </a:r>
            <a:r>
              <a:rPr lang="en-US" sz="1050" dirty="0" err="1">
                <a:solidFill>
                  <a:schemeClr val="dk1"/>
                </a:solidFill>
                <a:latin typeface="IBM Plex Sans JP" panose="020B0503050203000203" pitchFamily="50" charset="-128"/>
                <a:ea typeface="IBM Plex Sans JP" panose="020B0503050203000203" pitchFamily="50" charset="-128"/>
                <a:cs typeface="IBM Plex Sans JP"/>
                <a:sym typeface="IBM Plex Sans JP"/>
              </a:rPr>
              <a:t>による色計測を前提とした</a:t>
            </a:r>
            <a:r>
              <a:rPr lang="en-US" sz="1050" dirty="0">
                <a:solidFill>
                  <a:schemeClr val="dk1"/>
                </a:solidFill>
                <a:latin typeface="IBM Plex Sans JP" panose="020B0503050203000203" pitchFamily="50" charset="-128"/>
                <a:ea typeface="IBM Plex Sans JP" panose="020B0503050203000203" pitchFamily="50" charset="-128"/>
                <a:cs typeface="IBM Plex Sans JP"/>
                <a:sym typeface="IBM Plex Sans JP"/>
              </a:rPr>
              <a:t> </a:t>
            </a:r>
            <a:r>
              <a:rPr lang="en-US" sz="1050" dirty="0" err="1">
                <a:solidFill>
                  <a:schemeClr val="dk1"/>
                </a:solidFill>
                <a:latin typeface="IBM Plex Sans JP" panose="020B0503050203000203" pitchFamily="50" charset="-128"/>
                <a:ea typeface="IBM Plex Sans JP" panose="020B0503050203000203" pitchFamily="50" charset="-128"/>
                <a:cs typeface="IBM Plex Sans JP"/>
                <a:sym typeface="IBM Plex Sans JP"/>
              </a:rPr>
              <a:t>数値的な色評価</a:t>
            </a:r>
            <a:r>
              <a:rPr lang="en-US" sz="1050" dirty="0">
                <a:solidFill>
                  <a:schemeClr val="dk1"/>
                </a:solidFill>
                <a:latin typeface="IBM Plex Sans JP" panose="020B0503050203000203" pitchFamily="50" charset="-128"/>
                <a:ea typeface="IBM Plex Sans JP" panose="020B0503050203000203" pitchFamily="50" charset="-128"/>
                <a:cs typeface="IBM Plex Sans JP"/>
                <a:sym typeface="IBM Plex Sans JP"/>
              </a:rPr>
              <a:t> </a:t>
            </a:r>
            <a:endParaRPr sz="1050" b="1" dirty="0">
              <a:solidFill>
                <a:schemeClr val="dk1"/>
              </a:solidFill>
              <a:latin typeface="IBM Plex Sans JP" panose="020B0503050203000203" pitchFamily="50" charset="-128"/>
              <a:ea typeface="IBM Plex Sans JP" panose="020B0503050203000203" pitchFamily="50" charset="-128"/>
              <a:cs typeface="IBM Plex Sans JP"/>
              <a:sym typeface="IBM Plex Sans JP"/>
            </a:endParaRPr>
          </a:p>
        </p:txBody>
      </p:sp>
      <p:sp>
        <p:nvSpPr>
          <p:cNvPr id="122" name="Google Shape;122;p14">
            <a:extLst>
              <a:ext uri="{FF2B5EF4-FFF2-40B4-BE49-F238E27FC236}">
                <a16:creationId xmlns:a16="http://schemas.microsoft.com/office/drawing/2014/main" id="{278EBFCD-D75E-0FD4-2E24-4FF0E953C21F}"/>
              </a:ext>
            </a:extLst>
          </p:cNvPr>
          <p:cNvSpPr txBox="1"/>
          <p:nvPr/>
        </p:nvSpPr>
        <p:spPr>
          <a:xfrm>
            <a:off x="713926" y="1446875"/>
            <a:ext cx="5368200" cy="307736"/>
          </a:xfrm>
          <a:prstGeom prst="rect">
            <a:avLst/>
          </a:prstGeom>
          <a:noFill/>
          <a:ln>
            <a:noFill/>
          </a:ln>
        </p:spPr>
        <p:txBody>
          <a:bodyPr spcFirstLastPara="1" wrap="square" lIns="91425" tIns="45700" rIns="91425" bIns="45700" anchor="t" anchorCtr="0">
            <a:spAutoFit/>
          </a:bodyPr>
          <a:lstStyle/>
          <a:p>
            <a:pPr marL="0" marR="0" lvl="0" indent="0" algn="ctr" rtl="0">
              <a:spcBef>
                <a:spcPts val="0"/>
              </a:spcBef>
              <a:spcAft>
                <a:spcPts val="0"/>
              </a:spcAft>
              <a:buNone/>
            </a:pPr>
            <a:r>
              <a:rPr lang="en-US" dirty="0">
                <a:solidFill>
                  <a:schemeClr val="dk1"/>
                </a:solidFill>
                <a:latin typeface="IBM Plex Sans JP" panose="020B0503050203000203" pitchFamily="50" charset="-128"/>
                <a:ea typeface="IBM Plex Sans JP" panose="020B0503050203000203" pitchFamily="50" charset="-128"/>
                <a:cs typeface="IBM Plex Sans JP"/>
                <a:sym typeface="IBM Plex Sans JP"/>
              </a:rPr>
              <a:t>- </a:t>
            </a:r>
            <a:r>
              <a:rPr lang="en-US" dirty="0" err="1">
                <a:solidFill>
                  <a:schemeClr val="dk1"/>
                </a:solidFill>
                <a:latin typeface="IBM Plex Sans JP" panose="020B0503050203000203" pitchFamily="50" charset="-128"/>
                <a:ea typeface="IBM Plex Sans JP" panose="020B0503050203000203" pitchFamily="50" charset="-128"/>
                <a:cs typeface="IBM Plex Sans JP"/>
                <a:sym typeface="IBM Plex Sans JP"/>
              </a:rPr>
              <a:t>実際の印刷結果を見てBlend</a:t>
            </a:r>
            <a:r>
              <a:rPr lang="en-US" dirty="0">
                <a:solidFill>
                  <a:schemeClr val="dk1"/>
                </a:solidFill>
                <a:latin typeface="IBM Plex Sans JP" panose="020B0503050203000203" pitchFamily="50" charset="-128"/>
                <a:ea typeface="IBM Plex Sans JP" panose="020B0503050203000203" pitchFamily="50" charset="-128"/>
                <a:cs typeface="IBM Plex Sans JP"/>
                <a:sym typeface="IBM Plex Sans JP"/>
              </a:rPr>
              <a:t> </a:t>
            </a:r>
            <a:r>
              <a:rPr lang="en-US" dirty="0" err="1">
                <a:solidFill>
                  <a:schemeClr val="dk1"/>
                </a:solidFill>
                <a:latin typeface="IBM Plex Sans JP" panose="020B0503050203000203" pitchFamily="50" charset="-128"/>
                <a:ea typeface="IBM Plex Sans JP" panose="020B0503050203000203" pitchFamily="50" charset="-128"/>
                <a:cs typeface="IBM Plex Sans JP"/>
                <a:sym typeface="IBM Plex Sans JP"/>
              </a:rPr>
              <a:t>Filamentの色を比較しよう</a:t>
            </a:r>
            <a:r>
              <a:rPr lang="en-US" dirty="0">
                <a:solidFill>
                  <a:schemeClr val="dk1"/>
                </a:solidFill>
                <a:latin typeface="IBM Plex Sans JP" panose="020B0503050203000203" pitchFamily="50" charset="-128"/>
                <a:ea typeface="IBM Plex Sans JP" panose="020B0503050203000203" pitchFamily="50" charset="-128"/>
                <a:cs typeface="IBM Plex Sans JP"/>
                <a:sym typeface="IBM Plex Sans JP"/>
              </a:rPr>
              <a:t>  -</a:t>
            </a:r>
            <a:endParaRPr dirty="0">
              <a:solidFill>
                <a:schemeClr val="dk1"/>
              </a:solidFill>
              <a:latin typeface="IBM Plex Sans JP" panose="020B0503050203000203" pitchFamily="50" charset="-128"/>
              <a:ea typeface="IBM Plex Sans JP" panose="020B0503050203000203" pitchFamily="50" charset="-128"/>
              <a:cs typeface="IBM Plex Sans JP"/>
              <a:sym typeface="IBM Plex Sans JP"/>
            </a:endParaRPr>
          </a:p>
        </p:txBody>
      </p:sp>
      <p:sp>
        <p:nvSpPr>
          <p:cNvPr id="123" name="Google Shape;123;p14">
            <a:extLst>
              <a:ext uri="{FF2B5EF4-FFF2-40B4-BE49-F238E27FC236}">
                <a16:creationId xmlns:a16="http://schemas.microsoft.com/office/drawing/2014/main" id="{627CAE04-C280-0F65-B047-4F0A0783ED1C}"/>
              </a:ext>
            </a:extLst>
          </p:cNvPr>
          <p:cNvSpPr txBox="1"/>
          <p:nvPr/>
        </p:nvSpPr>
        <p:spPr>
          <a:xfrm>
            <a:off x="2364900" y="1843425"/>
            <a:ext cx="2128200" cy="307800"/>
          </a:xfrm>
          <a:prstGeom prst="rect">
            <a:avLst/>
          </a:prstGeom>
          <a:noFill/>
          <a:ln>
            <a:noFill/>
          </a:ln>
        </p:spPr>
        <p:txBody>
          <a:bodyPr spcFirstLastPara="1" wrap="square" lIns="91425" tIns="45700" rIns="91425" bIns="45700" anchor="t" anchorCtr="0">
            <a:spAutoFit/>
          </a:bodyPr>
          <a:lstStyle/>
          <a:p>
            <a:pPr marL="0" marR="0" lvl="0" indent="0" algn="ctr" rtl="0">
              <a:spcBef>
                <a:spcPts val="0"/>
              </a:spcBef>
              <a:spcAft>
                <a:spcPts val="0"/>
              </a:spcAft>
              <a:buNone/>
            </a:pPr>
            <a:r>
              <a:rPr lang="en-US" sz="1400">
                <a:solidFill>
                  <a:schemeClr val="dk1"/>
                </a:solidFill>
                <a:latin typeface="IBM Plex Sans JP" panose="020B0503050203000203" pitchFamily="50" charset="-128"/>
                <a:ea typeface="IBM Plex Sans JP" panose="020B0503050203000203" pitchFamily="50" charset="-128"/>
                <a:cs typeface="IBM Plex Sans JP"/>
                <a:sym typeface="IBM Plex Sans JP"/>
              </a:rPr>
              <a:t>Ver.1.1</a:t>
            </a:r>
            <a:r>
              <a:rPr lang="en-US">
                <a:solidFill>
                  <a:schemeClr val="dk1"/>
                </a:solidFill>
                <a:latin typeface="IBM Plex Sans JP" panose="020B0503050203000203" pitchFamily="50" charset="-128"/>
                <a:ea typeface="IBM Plex Sans JP" panose="020B0503050203000203" pitchFamily="50" charset="-128"/>
                <a:cs typeface="IBM Plex Sans JP"/>
                <a:sym typeface="IBM Plex Sans JP"/>
              </a:rPr>
              <a:t>0</a:t>
            </a:r>
            <a:r>
              <a:rPr lang="en-US" sz="1400">
                <a:solidFill>
                  <a:schemeClr val="dk1"/>
                </a:solidFill>
                <a:latin typeface="IBM Plex Sans JP" panose="020B0503050203000203" pitchFamily="50" charset="-128"/>
                <a:ea typeface="IBM Plex Sans JP" panose="020B0503050203000203" pitchFamily="50" charset="-128"/>
                <a:cs typeface="IBM Plex Sans JP"/>
                <a:sym typeface="IBM Plex Sans JP"/>
              </a:rPr>
              <a:t>  2026.8.</a:t>
            </a:r>
            <a:r>
              <a:rPr lang="en-US">
                <a:solidFill>
                  <a:schemeClr val="dk1"/>
                </a:solidFill>
                <a:latin typeface="IBM Plex Sans JP" panose="020B0503050203000203" pitchFamily="50" charset="-128"/>
                <a:ea typeface="IBM Plex Sans JP" panose="020B0503050203000203" pitchFamily="50" charset="-128"/>
                <a:cs typeface="IBM Plex Sans JP"/>
                <a:sym typeface="IBM Plex Sans JP"/>
              </a:rPr>
              <a:t>15</a:t>
            </a:r>
            <a:endParaRPr sz="1400">
              <a:solidFill>
                <a:schemeClr val="dk1"/>
              </a:solidFill>
              <a:latin typeface="IBM Plex Sans JP" panose="020B0503050203000203" pitchFamily="50" charset="-128"/>
              <a:ea typeface="IBM Plex Sans JP" panose="020B0503050203000203" pitchFamily="50" charset="-128"/>
              <a:cs typeface="IBM Plex Sans JP"/>
              <a:sym typeface="IBM Plex Sans JP"/>
            </a:endParaRPr>
          </a:p>
        </p:txBody>
      </p:sp>
      <p:sp>
        <p:nvSpPr>
          <p:cNvPr id="125" name="Google Shape;125;p14">
            <a:extLst>
              <a:ext uri="{FF2B5EF4-FFF2-40B4-BE49-F238E27FC236}">
                <a16:creationId xmlns:a16="http://schemas.microsoft.com/office/drawing/2014/main" id="{0CB1F0DE-F903-882E-A593-A554021CB511}"/>
              </a:ext>
            </a:extLst>
          </p:cNvPr>
          <p:cNvSpPr txBox="1"/>
          <p:nvPr/>
        </p:nvSpPr>
        <p:spPr>
          <a:xfrm>
            <a:off x="759219" y="6170008"/>
            <a:ext cx="3389100" cy="4002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000" b="1">
                <a:solidFill>
                  <a:schemeClr val="dk1"/>
                </a:solidFill>
                <a:latin typeface="IBM Plex Sans JP" panose="020B0503050203000203" pitchFamily="50" charset="-128"/>
                <a:ea typeface="IBM Plex Sans JP" panose="020B0503050203000203" pitchFamily="50" charset="-128"/>
                <a:cs typeface="IBM Plex Sans JP SemiBold"/>
                <a:sym typeface="IBM Plex Sans JP SemiBold"/>
              </a:rPr>
              <a:t>3. 印刷データについて  </a:t>
            </a:r>
            <a:endParaRPr sz="2400" b="1">
              <a:solidFill>
                <a:schemeClr val="dk1"/>
              </a:solidFill>
              <a:latin typeface="IBM Plex Sans JP" panose="020B0503050203000203" pitchFamily="50" charset="-128"/>
              <a:ea typeface="IBM Plex Sans JP" panose="020B0503050203000203" pitchFamily="50" charset="-128"/>
              <a:cs typeface="IBM Plex Sans JP SemiBold"/>
              <a:sym typeface="IBM Plex Sans JP SemiBold"/>
            </a:endParaRPr>
          </a:p>
        </p:txBody>
      </p:sp>
      <p:sp>
        <p:nvSpPr>
          <p:cNvPr id="126" name="Google Shape;126;p14">
            <a:extLst>
              <a:ext uri="{FF2B5EF4-FFF2-40B4-BE49-F238E27FC236}">
                <a16:creationId xmlns:a16="http://schemas.microsoft.com/office/drawing/2014/main" id="{D108F9E4-0CB3-AD21-5F8A-5BD35F65B8AD}"/>
              </a:ext>
            </a:extLst>
          </p:cNvPr>
          <p:cNvSpPr txBox="1"/>
          <p:nvPr/>
        </p:nvSpPr>
        <p:spPr>
          <a:xfrm>
            <a:off x="661239" y="6704731"/>
            <a:ext cx="5649600" cy="19932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200" b="1" dirty="0">
                <a:solidFill>
                  <a:schemeClr val="dk1"/>
                </a:solidFill>
                <a:latin typeface="IBM Plex Sans JP" panose="020B0503050203000203" pitchFamily="50" charset="-128"/>
                <a:ea typeface="IBM Plex Sans JP" panose="020B0503050203000203" pitchFamily="50" charset="-128"/>
                <a:cs typeface="IBM Plex Sans JP"/>
                <a:sym typeface="IBM Plex Sans JP"/>
              </a:rPr>
              <a:t>3.1 Check Filament Data（2 </a:t>
            </a:r>
            <a:r>
              <a:rPr lang="en-US" sz="1200" b="1" dirty="0" err="1">
                <a:solidFill>
                  <a:schemeClr val="dk1"/>
                </a:solidFill>
                <a:latin typeface="IBM Plex Sans JP" panose="020B0503050203000203" pitchFamily="50" charset="-128"/>
                <a:ea typeface="IBM Plex Sans JP" panose="020B0503050203000203" pitchFamily="50" charset="-128"/>
                <a:cs typeface="IBM Plex Sans JP"/>
                <a:sym typeface="IBM Plex Sans JP"/>
              </a:rPr>
              <a:t>種類</a:t>
            </a:r>
            <a:r>
              <a:rPr lang="en-US" sz="1200" b="1" dirty="0">
                <a:solidFill>
                  <a:schemeClr val="dk1"/>
                </a:solidFill>
                <a:latin typeface="IBM Plex Sans JP" panose="020B0503050203000203" pitchFamily="50" charset="-128"/>
                <a:ea typeface="IBM Plex Sans JP" panose="020B0503050203000203" pitchFamily="50" charset="-128"/>
                <a:cs typeface="IBM Plex Sans JP"/>
                <a:sym typeface="IBM Plex Sans JP"/>
              </a:rPr>
              <a:t>）</a:t>
            </a:r>
            <a:endParaRPr sz="1200" b="1" dirty="0">
              <a:solidFill>
                <a:schemeClr val="dk1"/>
              </a:solidFill>
              <a:latin typeface="IBM Plex Sans JP" panose="020B0503050203000203" pitchFamily="50" charset="-128"/>
              <a:ea typeface="IBM Plex Sans JP" panose="020B0503050203000203" pitchFamily="50" charset="-128"/>
              <a:cs typeface="IBM Plex Sans JP"/>
              <a:sym typeface="IBM Plex Sans JP"/>
            </a:endParaRPr>
          </a:p>
          <a:p>
            <a:pPr marL="0" marR="0" lvl="0" indent="0" algn="l" rtl="0">
              <a:spcBef>
                <a:spcPts val="0"/>
              </a:spcBef>
              <a:spcAft>
                <a:spcPts val="0"/>
              </a:spcAft>
              <a:buNone/>
            </a:pPr>
            <a:endParaRPr sz="600" dirty="0">
              <a:solidFill>
                <a:schemeClr val="dk1"/>
              </a:solidFill>
              <a:latin typeface="IBM Plex Sans JP" panose="020B0503050203000203" pitchFamily="50" charset="-128"/>
              <a:ea typeface="IBM Plex Sans JP" panose="020B0503050203000203" pitchFamily="50" charset="-128"/>
              <a:cs typeface="IBM Plex Sans JP"/>
              <a:sym typeface="IBM Plex Sans JP"/>
            </a:endParaRPr>
          </a:p>
          <a:p>
            <a:pPr marL="0" marR="0" lvl="0" indent="0" algn="l" rtl="0">
              <a:spcBef>
                <a:spcPts val="0"/>
              </a:spcBef>
              <a:spcAft>
                <a:spcPts val="0"/>
              </a:spcAft>
              <a:buNone/>
            </a:pPr>
            <a:r>
              <a:rPr lang="en-US" sz="1050" dirty="0">
                <a:solidFill>
                  <a:schemeClr val="dk1"/>
                </a:solidFill>
                <a:latin typeface="IBM Plex Sans JP" panose="020B0503050203000203" pitchFamily="50" charset="-128"/>
                <a:ea typeface="IBM Plex Sans JP" panose="020B0503050203000203" pitchFamily="50" charset="-128"/>
                <a:cs typeface="IBM Plex Sans JP"/>
                <a:sym typeface="IBM Plex Sans JP"/>
              </a:rPr>
              <a:t> </a:t>
            </a:r>
            <a:r>
              <a:rPr lang="en-US" sz="1050" dirty="0" err="1">
                <a:solidFill>
                  <a:schemeClr val="dk1"/>
                </a:solidFill>
                <a:latin typeface="IBM Plex Sans JP" panose="020B0503050203000203" pitchFamily="50" charset="-128"/>
                <a:ea typeface="IBM Plex Sans JP" panose="020B0503050203000203" pitchFamily="50" charset="-128"/>
                <a:cs typeface="IBM Plex Sans JP"/>
                <a:sym typeface="IBM Plex Sans JP"/>
              </a:rPr>
              <a:t>フィラメントデータはBlend</a:t>
            </a:r>
            <a:r>
              <a:rPr lang="en-US" sz="1050" dirty="0">
                <a:solidFill>
                  <a:schemeClr val="dk1"/>
                </a:solidFill>
                <a:latin typeface="IBM Plex Sans JP" panose="020B0503050203000203" pitchFamily="50" charset="-128"/>
                <a:ea typeface="IBM Plex Sans JP" panose="020B0503050203000203" pitchFamily="50" charset="-128"/>
                <a:cs typeface="IBM Plex Sans JP"/>
                <a:sym typeface="IBM Plex Sans JP"/>
              </a:rPr>
              <a:t> Filamentの2種類の分類に従い2つのデータを用意しています。おおよその混色比が決まっ </a:t>
            </a:r>
            <a:r>
              <a:rPr lang="en-US" sz="1050" dirty="0" err="1">
                <a:solidFill>
                  <a:schemeClr val="dk1"/>
                </a:solidFill>
                <a:latin typeface="IBM Plex Sans JP" panose="020B0503050203000203" pitchFamily="50" charset="-128"/>
                <a:ea typeface="IBM Plex Sans JP" panose="020B0503050203000203" pitchFamily="50" charset="-128"/>
                <a:cs typeface="IBM Plex Sans JP"/>
                <a:sym typeface="IBM Plex Sans JP"/>
              </a:rPr>
              <a:t>ている場合はその混色比を含むデータを選択し、印刷してください</a:t>
            </a:r>
            <a:r>
              <a:rPr lang="en-US" sz="1050" dirty="0">
                <a:solidFill>
                  <a:schemeClr val="dk1"/>
                </a:solidFill>
                <a:latin typeface="IBM Plex Sans JP" panose="020B0503050203000203" pitchFamily="50" charset="-128"/>
                <a:ea typeface="IBM Plex Sans JP" panose="020B0503050203000203" pitchFamily="50" charset="-128"/>
                <a:cs typeface="IBM Plex Sans JP"/>
                <a:sym typeface="IBM Plex Sans JP"/>
              </a:rPr>
              <a:t>。</a:t>
            </a:r>
            <a:endParaRPr sz="1050" dirty="0">
              <a:solidFill>
                <a:schemeClr val="dk1"/>
              </a:solidFill>
              <a:latin typeface="IBM Plex Sans JP" panose="020B0503050203000203" pitchFamily="50" charset="-128"/>
              <a:ea typeface="IBM Plex Sans JP" panose="020B0503050203000203" pitchFamily="50" charset="-128"/>
              <a:cs typeface="IBM Plex Sans JP"/>
              <a:sym typeface="IBM Plex Sans JP"/>
            </a:endParaRPr>
          </a:p>
          <a:p>
            <a:pPr marL="0" marR="0" lvl="0" indent="0" algn="l" rtl="0">
              <a:spcBef>
                <a:spcPts val="0"/>
              </a:spcBef>
              <a:spcAft>
                <a:spcPts val="0"/>
              </a:spcAft>
              <a:buNone/>
            </a:pPr>
            <a:r>
              <a:rPr lang="en-US" sz="1050" dirty="0">
                <a:solidFill>
                  <a:schemeClr val="dk1"/>
                </a:solidFill>
                <a:latin typeface="IBM Plex Sans JP" panose="020B0503050203000203" pitchFamily="50" charset="-128"/>
                <a:ea typeface="IBM Plex Sans JP" panose="020B0503050203000203" pitchFamily="50" charset="-128"/>
                <a:cs typeface="IBM Plex Sans JP"/>
                <a:sym typeface="IBM Plex Sans JP"/>
              </a:rPr>
              <a:t>Blend Filament </a:t>
            </a:r>
            <a:r>
              <a:rPr lang="en-US" sz="1050" dirty="0" err="1">
                <a:solidFill>
                  <a:schemeClr val="dk1"/>
                </a:solidFill>
                <a:latin typeface="IBM Plex Sans JP" panose="020B0503050203000203" pitchFamily="50" charset="-128"/>
                <a:ea typeface="IBM Plex Sans JP" panose="020B0503050203000203" pitchFamily="50" charset="-128"/>
                <a:cs typeface="IBM Plex Sans JP"/>
                <a:sym typeface="IBM Plex Sans JP"/>
              </a:rPr>
              <a:t>同様に</a:t>
            </a:r>
            <a:r>
              <a:rPr lang="en-US" sz="1050" dirty="0">
                <a:solidFill>
                  <a:schemeClr val="dk1"/>
                </a:solidFill>
                <a:latin typeface="IBM Plex Sans JP" panose="020B0503050203000203" pitchFamily="50" charset="-128"/>
                <a:ea typeface="IBM Plex Sans JP" panose="020B0503050203000203" pitchFamily="50" charset="-128"/>
                <a:cs typeface="IBM Plex Sans JP"/>
                <a:sym typeface="IBM Plex Sans JP"/>
              </a:rPr>
              <a:t> 5%, 10%, 90%と 95%の混色仕 </a:t>
            </a:r>
            <a:r>
              <a:rPr lang="en-US" sz="1050" dirty="0" err="1">
                <a:solidFill>
                  <a:schemeClr val="dk1"/>
                </a:solidFill>
                <a:latin typeface="IBM Plex Sans JP" panose="020B0503050203000203" pitchFamily="50" charset="-128"/>
                <a:ea typeface="IBM Plex Sans JP" panose="020B0503050203000203" pitchFamily="50" charset="-128"/>
                <a:cs typeface="IBM Plex Sans JP"/>
                <a:sym typeface="IBM Plex Sans JP"/>
              </a:rPr>
              <a:t>様は同一となっています</a:t>
            </a:r>
            <a:r>
              <a:rPr lang="en-US" sz="1050" dirty="0">
                <a:solidFill>
                  <a:schemeClr val="dk1"/>
                </a:solidFill>
                <a:latin typeface="IBM Plex Sans JP" panose="020B0503050203000203" pitchFamily="50" charset="-128"/>
                <a:ea typeface="IBM Plex Sans JP" panose="020B0503050203000203" pitchFamily="50" charset="-128"/>
                <a:cs typeface="IBM Plex Sans JP"/>
                <a:sym typeface="IBM Plex Sans JP"/>
              </a:rPr>
              <a:t>。</a:t>
            </a:r>
            <a:endParaRPr sz="1050" dirty="0">
              <a:solidFill>
                <a:schemeClr val="dk1"/>
              </a:solidFill>
              <a:latin typeface="IBM Plex Sans JP" panose="020B0503050203000203" pitchFamily="50" charset="-128"/>
              <a:ea typeface="IBM Plex Sans JP" panose="020B0503050203000203" pitchFamily="50" charset="-128"/>
              <a:cs typeface="IBM Plex Sans JP"/>
              <a:sym typeface="IBM Plex Sans JP"/>
            </a:endParaRPr>
          </a:p>
          <a:p>
            <a:pPr marL="0" marR="0" lvl="0" indent="0" algn="l" rtl="0">
              <a:spcBef>
                <a:spcPts val="0"/>
              </a:spcBef>
              <a:spcAft>
                <a:spcPts val="0"/>
              </a:spcAft>
              <a:buNone/>
            </a:pPr>
            <a:endParaRPr sz="1050" dirty="0">
              <a:solidFill>
                <a:schemeClr val="dk1"/>
              </a:solidFill>
              <a:latin typeface="IBM Plex Sans JP" panose="020B0503050203000203" pitchFamily="50" charset="-128"/>
              <a:ea typeface="IBM Plex Sans JP" panose="020B0503050203000203" pitchFamily="50" charset="-128"/>
              <a:cs typeface="IBM Plex Sans JP"/>
              <a:sym typeface="IBM Plex Sans JP"/>
            </a:endParaRPr>
          </a:p>
          <a:p>
            <a:pPr marL="0" marR="0" lvl="0" indent="0" algn="l" rtl="0">
              <a:spcBef>
                <a:spcPts val="0"/>
              </a:spcBef>
              <a:spcAft>
                <a:spcPts val="0"/>
              </a:spcAft>
              <a:buNone/>
            </a:pPr>
            <a:r>
              <a:rPr lang="en-US" sz="1050" dirty="0">
                <a:solidFill>
                  <a:schemeClr val="dk1"/>
                </a:solidFill>
                <a:latin typeface="IBM Plex Sans JP" panose="020B0503050203000203" pitchFamily="50" charset="-128"/>
                <a:ea typeface="IBM Plex Sans JP" panose="020B0503050203000203" pitchFamily="50" charset="-128"/>
                <a:cs typeface="IBM Plex Sans JP"/>
                <a:sym typeface="IBM Plex Sans JP"/>
              </a:rPr>
              <a:t> ■ </a:t>
            </a:r>
            <a:r>
              <a:rPr lang="en-US" sz="1050" dirty="0" err="1">
                <a:solidFill>
                  <a:schemeClr val="dk1"/>
                </a:solidFill>
                <a:latin typeface="IBM Plex Sans JP" panose="020B0503050203000203" pitchFamily="50" charset="-128"/>
                <a:ea typeface="IBM Plex Sans JP" panose="020B0503050203000203" pitchFamily="50" charset="-128"/>
                <a:cs typeface="IBM Plex Sans JP"/>
                <a:sym typeface="IBM Plex Sans JP"/>
              </a:rPr>
              <a:t>Standard（標準版</a:t>
            </a:r>
            <a:r>
              <a:rPr lang="en-US" sz="1050" dirty="0">
                <a:solidFill>
                  <a:schemeClr val="dk1"/>
                </a:solidFill>
                <a:latin typeface="IBM Plex Sans JP" panose="020B0503050203000203" pitchFamily="50" charset="-128"/>
                <a:ea typeface="IBM Plex Sans JP" panose="020B0503050203000203" pitchFamily="50" charset="-128"/>
                <a:cs typeface="IBM Plex Sans JP"/>
                <a:sym typeface="IBM Plex Sans JP"/>
              </a:rPr>
              <a:t>） </a:t>
            </a:r>
            <a:endParaRPr sz="1050" dirty="0">
              <a:solidFill>
                <a:schemeClr val="dk1"/>
              </a:solidFill>
              <a:latin typeface="IBM Plex Sans JP" panose="020B0503050203000203" pitchFamily="50" charset="-128"/>
              <a:ea typeface="IBM Plex Sans JP" panose="020B0503050203000203" pitchFamily="50" charset="-128"/>
              <a:cs typeface="IBM Plex Sans JP"/>
              <a:sym typeface="IBM Plex Sans JP"/>
            </a:endParaRPr>
          </a:p>
          <a:p>
            <a:pPr marL="0" marR="0" lvl="0" indent="0" algn="l" rtl="0">
              <a:spcBef>
                <a:spcPts val="0"/>
              </a:spcBef>
              <a:spcAft>
                <a:spcPts val="0"/>
              </a:spcAft>
              <a:buNone/>
            </a:pPr>
            <a:endParaRPr sz="500" dirty="0">
              <a:solidFill>
                <a:schemeClr val="dk1"/>
              </a:solidFill>
              <a:latin typeface="IBM Plex Sans JP" panose="020B0503050203000203" pitchFamily="50" charset="-128"/>
              <a:ea typeface="IBM Plex Sans JP" panose="020B0503050203000203" pitchFamily="50" charset="-128"/>
              <a:cs typeface="IBM Plex Sans JP"/>
              <a:sym typeface="IBM Plex Sans JP"/>
            </a:endParaRPr>
          </a:p>
          <a:p>
            <a:pPr marL="0" marR="0" lvl="0" indent="0" algn="l" rtl="0">
              <a:spcBef>
                <a:spcPts val="0"/>
              </a:spcBef>
              <a:spcAft>
                <a:spcPts val="0"/>
              </a:spcAft>
              <a:buNone/>
            </a:pPr>
            <a:r>
              <a:rPr lang="en-US" sz="1050" dirty="0" err="1">
                <a:solidFill>
                  <a:schemeClr val="dk1"/>
                </a:solidFill>
                <a:latin typeface="IBM Plex Sans JP" panose="020B0503050203000203" pitchFamily="50" charset="-128"/>
                <a:ea typeface="IBM Plex Sans JP" panose="020B0503050203000203" pitchFamily="50" charset="-128"/>
                <a:cs typeface="IBM Plex Sans JP"/>
                <a:sym typeface="IBM Plex Sans JP"/>
              </a:rPr>
              <a:t>実際の混色比構成</a:t>
            </a:r>
            <a:r>
              <a:rPr lang="en-US" sz="1050" dirty="0">
                <a:solidFill>
                  <a:schemeClr val="dk1"/>
                </a:solidFill>
                <a:latin typeface="IBM Plex Sans JP" panose="020B0503050203000203" pitchFamily="50" charset="-128"/>
                <a:ea typeface="IBM Plex Sans JP" panose="020B0503050203000203" pitchFamily="50" charset="-128"/>
                <a:cs typeface="IBM Plex Sans JP"/>
                <a:sym typeface="IBM Plex Sans JP"/>
              </a:rPr>
              <a:t>：  0, 5, 10, 15, 20, 25, 30, 35, 40, 45, 50, 55, 60, 65, 70, 75, 80, </a:t>
            </a:r>
            <a:endParaRPr sz="1050" dirty="0">
              <a:solidFill>
                <a:schemeClr val="dk1"/>
              </a:solidFill>
              <a:latin typeface="IBM Plex Sans JP" panose="020B0503050203000203" pitchFamily="50" charset="-128"/>
              <a:ea typeface="IBM Plex Sans JP" panose="020B0503050203000203" pitchFamily="50" charset="-128"/>
              <a:cs typeface="IBM Plex Sans JP"/>
              <a:sym typeface="IBM Plex Sans JP"/>
            </a:endParaRPr>
          </a:p>
          <a:p>
            <a:pPr marL="0" marR="0" lvl="0" indent="0" algn="l" rtl="0">
              <a:spcBef>
                <a:spcPts val="0"/>
              </a:spcBef>
              <a:spcAft>
                <a:spcPts val="0"/>
              </a:spcAft>
              <a:buNone/>
            </a:pPr>
            <a:r>
              <a:rPr lang="en-US" sz="1050" dirty="0">
                <a:solidFill>
                  <a:schemeClr val="dk1"/>
                </a:solidFill>
                <a:latin typeface="IBM Plex Sans JP" panose="020B0503050203000203" pitchFamily="50" charset="-128"/>
                <a:ea typeface="IBM Plex Sans JP" panose="020B0503050203000203" pitchFamily="50" charset="-128"/>
                <a:cs typeface="IBM Plex Sans JP"/>
                <a:sym typeface="IBM Plex Sans JP"/>
              </a:rPr>
              <a:t>　　　　　　　　　  85, 90, 95, 100%（</a:t>
            </a:r>
            <a:r>
              <a:rPr lang="en-US" sz="1050" dirty="0" err="1">
                <a:solidFill>
                  <a:schemeClr val="dk1"/>
                </a:solidFill>
                <a:latin typeface="IBM Plex Sans JP" panose="020B0503050203000203" pitchFamily="50" charset="-128"/>
                <a:ea typeface="IBM Plex Sans JP" panose="020B0503050203000203" pitchFamily="50" charset="-128"/>
                <a:cs typeface="IBM Plex Sans JP"/>
                <a:sym typeface="IBM Plex Sans JP"/>
              </a:rPr>
              <a:t>合計</a:t>
            </a:r>
            <a:r>
              <a:rPr lang="en-US" sz="1050" dirty="0">
                <a:solidFill>
                  <a:schemeClr val="dk1"/>
                </a:solidFill>
                <a:latin typeface="IBM Plex Sans JP" panose="020B0503050203000203" pitchFamily="50" charset="-128"/>
                <a:ea typeface="IBM Plex Sans JP" panose="020B0503050203000203" pitchFamily="50" charset="-128"/>
                <a:cs typeface="IBM Plex Sans JP"/>
                <a:sym typeface="IBM Plex Sans JP"/>
              </a:rPr>
              <a:t> 21 </a:t>
            </a:r>
            <a:r>
              <a:rPr lang="en-US" sz="1050" dirty="0" err="1">
                <a:solidFill>
                  <a:schemeClr val="dk1"/>
                </a:solidFill>
                <a:latin typeface="IBM Plex Sans JP" panose="020B0503050203000203" pitchFamily="50" charset="-128"/>
                <a:ea typeface="IBM Plex Sans JP" panose="020B0503050203000203" pitchFamily="50" charset="-128"/>
                <a:cs typeface="IBM Plex Sans JP"/>
                <a:sym typeface="IBM Plex Sans JP"/>
              </a:rPr>
              <a:t>段階</a:t>
            </a:r>
            <a:r>
              <a:rPr lang="en-US" sz="1050" dirty="0">
                <a:solidFill>
                  <a:schemeClr val="dk1"/>
                </a:solidFill>
                <a:latin typeface="IBM Plex Sans JP" panose="020B0503050203000203" pitchFamily="50" charset="-128"/>
                <a:ea typeface="IBM Plex Sans JP" panose="020B0503050203000203" pitchFamily="50" charset="-128"/>
                <a:cs typeface="IBM Plex Sans JP"/>
                <a:sym typeface="IBM Plex Sans JP"/>
              </a:rPr>
              <a:t>） </a:t>
            </a:r>
            <a:endParaRPr sz="1050" dirty="0">
              <a:solidFill>
                <a:schemeClr val="dk1"/>
              </a:solidFill>
              <a:latin typeface="IBM Plex Sans JP" panose="020B0503050203000203" pitchFamily="50" charset="-128"/>
              <a:ea typeface="IBM Plex Sans JP" panose="020B0503050203000203" pitchFamily="50" charset="-128"/>
              <a:cs typeface="IBM Plex Sans JP"/>
              <a:sym typeface="IBM Plex Sans JP"/>
            </a:endParaRPr>
          </a:p>
          <a:p>
            <a:pPr marL="0" marR="0" lvl="0" indent="0" algn="l" rtl="0">
              <a:spcBef>
                <a:spcPts val="0"/>
              </a:spcBef>
              <a:spcAft>
                <a:spcPts val="0"/>
              </a:spcAft>
              <a:buNone/>
            </a:pPr>
            <a:endParaRPr sz="600" dirty="0">
              <a:solidFill>
                <a:schemeClr val="dk1"/>
              </a:solidFill>
              <a:latin typeface="IBM Plex Sans JP" panose="020B0503050203000203" pitchFamily="50" charset="-128"/>
              <a:ea typeface="IBM Plex Sans JP" panose="020B0503050203000203" pitchFamily="50" charset="-128"/>
              <a:cs typeface="IBM Plex Sans JP"/>
              <a:sym typeface="IBM Plex Sans JP"/>
            </a:endParaRPr>
          </a:p>
          <a:p>
            <a:pPr marL="0" marR="0" lvl="0" indent="0" algn="l" rtl="0">
              <a:spcBef>
                <a:spcPts val="0"/>
              </a:spcBef>
              <a:spcAft>
                <a:spcPts val="0"/>
              </a:spcAft>
              <a:buNone/>
            </a:pPr>
            <a:endParaRPr sz="1050" b="1" dirty="0">
              <a:solidFill>
                <a:schemeClr val="dk1"/>
              </a:solidFill>
              <a:latin typeface="IBM Plex Sans JP" panose="020B0503050203000203" pitchFamily="50" charset="-128"/>
              <a:ea typeface="IBM Plex Sans JP" panose="020B0503050203000203" pitchFamily="50" charset="-128"/>
              <a:cs typeface="IBM Plex Sans JP"/>
              <a:sym typeface="IBM Plex Sans JP"/>
            </a:endParaRPr>
          </a:p>
        </p:txBody>
      </p:sp>
      <p:pic>
        <p:nvPicPr>
          <p:cNvPr id="3" name="図 2">
            <a:extLst>
              <a:ext uri="{FF2B5EF4-FFF2-40B4-BE49-F238E27FC236}">
                <a16:creationId xmlns:a16="http://schemas.microsoft.com/office/drawing/2014/main" id="{B9B189F7-37AC-95D2-BFF8-D0C670EECDF6}"/>
              </a:ext>
            </a:extLst>
          </p:cNvPr>
          <p:cNvPicPr>
            <a:picLocks noChangeAspect="1"/>
          </p:cNvPicPr>
          <p:nvPr/>
        </p:nvPicPr>
        <p:blipFill>
          <a:blip r:embed="rId3"/>
          <a:stretch>
            <a:fillRect/>
          </a:stretch>
        </p:blipFill>
        <p:spPr>
          <a:xfrm>
            <a:off x="900412" y="951926"/>
            <a:ext cx="360247" cy="347282"/>
          </a:xfrm>
          <a:prstGeom prst="rect">
            <a:avLst/>
          </a:prstGeom>
        </p:spPr>
      </p:pic>
    </p:spTree>
    <p:extLst>
      <p:ext uri="{BB962C8B-B14F-4D97-AF65-F5344CB8AC3E}">
        <p14:creationId xmlns:p14="http://schemas.microsoft.com/office/powerpoint/2010/main" val="4168718281"/>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131">
          <a:extLst>
            <a:ext uri="{FF2B5EF4-FFF2-40B4-BE49-F238E27FC236}">
              <a16:creationId xmlns:a16="http://schemas.microsoft.com/office/drawing/2014/main" id="{EAC5F398-8242-B9B8-06C4-65C34A60A9EB}"/>
            </a:ext>
          </a:extLst>
        </p:cNvPr>
        <p:cNvGrpSpPr/>
        <p:nvPr/>
      </p:nvGrpSpPr>
      <p:grpSpPr>
        <a:xfrm>
          <a:off x="0" y="0"/>
          <a:ext cx="0" cy="0"/>
          <a:chOff x="0" y="0"/>
          <a:chExt cx="0" cy="0"/>
        </a:xfrm>
      </p:grpSpPr>
      <p:sp>
        <p:nvSpPr>
          <p:cNvPr id="132" name="Google Shape;132;p15">
            <a:extLst>
              <a:ext uri="{FF2B5EF4-FFF2-40B4-BE49-F238E27FC236}">
                <a16:creationId xmlns:a16="http://schemas.microsoft.com/office/drawing/2014/main" id="{B933A5A1-ADE2-41DD-19CD-1482695C82B0}"/>
              </a:ext>
            </a:extLst>
          </p:cNvPr>
          <p:cNvSpPr/>
          <p:nvPr/>
        </p:nvSpPr>
        <p:spPr>
          <a:xfrm>
            <a:off x="33951" y="45268"/>
            <a:ext cx="6790099" cy="9053465"/>
          </a:xfrm>
          <a:prstGeom prst="rect">
            <a:avLst/>
          </a:prstGeom>
          <a:gradFill>
            <a:gsLst>
              <a:gs pos="0">
                <a:srgbClr val="EE00B0"/>
              </a:gs>
              <a:gs pos="10000">
                <a:srgbClr val="EE00B0"/>
              </a:gs>
              <a:gs pos="50000">
                <a:srgbClr val="6200E8"/>
              </a:gs>
              <a:gs pos="90000">
                <a:srgbClr val="0095E5"/>
              </a:gs>
              <a:gs pos="100000">
                <a:srgbClr val="0095E5"/>
              </a:gs>
            </a:gsLst>
            <a:lin ang="1800000" scaled="0"/>
          </a:gra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Arial"/>
              <a:ea typeface="Arial"/>
              <a:cs typeface="Arial"/>
              <a:sym typeface="Arial"/>
            </a:endParaRPr>
          </a:p>
        </p:txBody>
      </p:sp>
      <p:sp>
        <p:nvSpPr>
          <p:cNvPr id="6" name="フリーフォーム: 図形 5">
            <a:extLst>
              <a:ext uri="{FF2B5EF4-FFF2-40B4-BE49-F238E27FC236}">
                <a16:creationId xmlns:a16="http://schemas.microsoft.com/office/drawing/2014/main" id="{3C435D93-18B2-3883-B94D-C1B0CD63E50A}"/>
              </a:ext>
            </a:extLst>
          </p:cNvPr>
          <p:cNvSpPr/>
          <p:nvPr/>
        </p:nvSpPr>
        <p:spPr>
          <a:xfrm>
            <a:off x="0" y="0"/>
            <a:ext cx="6858000" cy="9144000"/>
          </a:xfrm>
          <a:custGeom>
            <a:avLst/>
            <a:gdLst>
              <a:gd name="csX0" fmla="*/ 3732954 w 6858000"/>
              <a:gd name="csY0" fmla="*/ 8661917 h 9144000"/>
              <a:gd name="csX1" fmla="*/ 3732954 w 6858000"/>
              <a:gd name="csY1" fmla="*/ 8715917 h 9144000"/>
              <a:gd name="csX2" fmla="*/ 6324954 w 6858000"/>
              <a:gd name="csY2" fmla="*/ 8715917 h 9144000"/>
              <a:gd name="csX3" fmla="*/ 6324954 w 6858000"/>
              <a:gd name="csY3" fmla="*/ 8661917 h 9144000"/>
              <a:gd name="csX4" fmla="*/ 552648 w 6858000"/>
              <a:gd name="csY4" fmla="*/ 8661917 h 9144000"/>
              <a:gd name="csX5" fmla="*/ 552648 w 6858000"/>
              <a:gd name="csY5" fmla="*/ 8715917 h 9144000"/>
              <a:gd name="csX6" fmla="*/ 3144648 w 6858000"/>
              <a:gd name="csY6" fmla="*/ 8715917 h 9144000"/>
              <a:gd name="csX7" fmla="*/ 3144648 w 6858000"/>
              <a:gd name="csY7" fmla="*/ 8661917 h 9144000"/>
              <a:gd name="csX8" fmla="*/ 661256 w 6858000"/>
              <a:gd name="csY8" fmla="*/ 6574353 h 9144000"/>
              <a:gd name="csX9" fmla="*/ 558956 w 6858000"/>
              <a:gd name="csY9" fmla="*/ 6676653 h 9144000"/>
              <a:gd name="csX10" fmla="*/ 661256 w 6858000"/>
              <a:gd name="csY10" fmla="*/ 6778953 h 9144000"/>
              <a:gd name="csX11" fmla="*/ 763556 w 6858000"/>
              <a:gd name="csY11" fmla="*/ 6676653 h 9144000"/>
              <a:gd name="csX12" fmla="*/ 661256 w 6858000"/>
              <a:gd name="csY12" fmla="*/ 6574353 h 9144000"/>
              <a:gd name="csX13" fmla="*/ 666623 w 6858000"/>
              <a:gd name="csY13" fmla="*/ 1917067 h 9144000"/>
              <a:gd name="csX14" fmla="*/ 603773 w 6858000"/>
              <a:gd name="csY14" fmla="*/ 1978417 h 9144000"/>
              <a:gd name="csX15" fmla="*/ 666623 w 6858000"/>
              <a:gd name="csY15" fmla="*/ 2039767 h 9144000"/>
              <a:gd name="csX16" fmla="*/ 729473 w 6858000"/>
              <a:gd name="csY16" fmla="*/ 1978417 h 9144000"/>
              <a:gd name="csX17" fmla="*/ 666623 w 6858000"/>
              <a:gd name="csY17" fmla="*/ 1917067 h 9144000"/>
              <a:gd name="csX18" fmla="*/ 552647 w 6858000"/>
              <a:gd name="csY18" fmla="*/ 452468 h 9144000"/>
              <a:gd name="csX19" fmla="*/ 552647 w 6858000"/>
              <a:gd name="csY19" fmla="*/ 506468 h 9144000"/>
              <a:gd name="csX20" fmla="*/ 6308840 w 6858000"/>
              <a:gd name="csY20" fmla="*/ 506468 h 9144000"/>
              <a:gd name="csX21" fmla="*/ 6308840 w 6858000"/>
              <a:gd name="csY21" fmla="*/ 452468 h 9144000"/>
              <a:gd name="csX22" fmla="*/ 0 w 6858000"/>
              <a:gd name="csY22" fmla="*/ 0 h 9144000"/>
              <a:gd name="csX23" fmla="*/ 6858000 w 6858000"/>
              <a:gd name="csY23" fmla="*/ 0 h 9144000"/>
              <a:gd name="csX24" fmla="*/ 6858000 w 6858000"/>
              <a:gd name="csY24" fmla="*/ 9144000 h 9144000"/>
              <a:gd name="csX25" fmla="*/ 0 w 6858000"/>
              <a:gd name="csY25" fmla="*/ 9144000 h 91440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Lst>
            <a:rect l="l" t="t" r="r" b="b"/>
            <a:pathLst>
              <a:path w="6858000" h="9144000">
                <a:moveTo>
                  <a:pt x="3732954" y="8661917"/>
                </a:moveTo>
                <a:lnTo>
                  <a:pt x="3732954" y="8715917"/>
                </a:lnTo>
                <a:lnTo>
                  <a:pt x="6324954" y="8715917"/>
                </a:lnTo>
                <a:lnTo>
                  <a:pt x="6324954" y="8661917"/>
                </a:lnTo>
                <a:close/>
                <a:moveTo>
                  <a:pt x="552648" y="8661917"/>
                </a:moveTo>
                <a:lnTo>
                  <a:pt x="552648" y="8715917"/>
                </a:lnTo>
                <a:lnTo>
                  <a:pt x="3144648" y="8715917"/>
                </a:lnTo>
                <a:lnTo>
                  <a:pt x="3144648" y="8661917"/>
                </a:lnTo>
                <a:close/>
                <a:moveTo>
                  <a:pt x="661256" y="6574353"/>
                </a:moveTo>
                <a:cubicBezTo>
                  <a:pt x="604757" y="6574353"/>
                  <a:pt x="558956" y="6620154"/>
                  <a:pt x="558956" y="6676653"/>
                </a:cubicBezTo>
                <a:cubicBezTo>
                  <a:pt x="558956" y="6733152"/>
                  <a:pt x="604757" y="6778953"/>
                  <a:pt x="661256" y="6778953"/>
                </a:cubicBezTo>
                <a:cubicBezTo>
                  <a:pt x="717755" y="6778953"/>
                  <a:pt x="763556" y="6733152"/>
                  <a:pt x="763556" y="6676653"/>
                </a:cubicBezTo>
                <a:cubicBezTo>
                  <a:pt x="763556" y="6620154"/>
                  <a:pt x="717755" y="6574353"/>
                  <a:pt x="661256" y="6574353"/>
                </a:cubicBezTo>
                <a:close/>
                <a:moveTo>
                  <a:pt x="666623" y="1917067"/>
                </a:moveTo>
                <a:cubicBezTo>
                  <a:pt x="631912" y="1917067"/>
                  <a:pt x="603773" y="1944534"/>
                  <a:pt x="603773" y="1978417"/>
                </a:cubicBezTo>
                <a:cubicBezTo>
                  <a:pt x="603773" y="2012300"/>
                  <a:pt x="631912" y="2039767"/>
                  <a:pt x="666623" y="2039767"/>
                </a:cubicBezTo>
                <a:cubicBezTo>
                  <a:pt x="701334" y="2039767"/>
                  <a:pt x="729473" y="2012300"/>
                  <a:pt x="729473" y="1978417"/>
                </a:cubicBezTo>
                <a:cubicBezTo>
                  <a:pt x="729473" y="1944534"/>
                  <a:pt x="701334" y="1917067"/>
                  <a:pt x="666623" y="1917067"/>
                </a:cubicBezTo>
                <a:close/>
                <a:moveTo>
                  <a:pt x="552647" y="452468"/>
                </a:moveTo>
                <a:lnTo>
                  <a:pt x="552647" y="506468"/>
                </a:lnTo>
                <a:lnTo>
                  <a:pt x="6308840" y="506468"/>
                </a:lnTo>
                <a:lnTo>
                  <a:pt x="6308840" y="452468"/>
                </a:lnTo>
                <a:close/>
                <a:moveTo>
                  <a:pt x="0" y="0"/>
                </a:moveTo>
                <a:lnTo>
                  <a:pt x="6858000" y="0"/>
                </a:lnTo>
                <a:lnTo>
                  <a:pt x="6858000" y="9144000"/>
                </a:lnTo>
                <a:lnTo>
                  <a:pt x="0" y="9144000"/>
                </a:lnTo>
                <a:close/>
              </a:path>
            </a:pathLst>
          </a:custGeom>
          <a:solidFill>
            <a:schemeClr val="lt1"/>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Arial"/>
              <a:ea typeface="Arial"/>
              <a:cs typeface="Arial"/>
              <a:sym typeface="Arial"/>
            </a:endParaRPr>
          </a:p>
        </p:txBody>
      </p:sp>
      <p:sp>
        <p:nvSpPr>
          <p:cNvPr id="142" name="Google Shape;142;p15">
            <a:extLst>
              <a:ext uri="{FF2B5EF4-FFF2-40B4-BE49-F238E27FC236}">
                <a16:creationId xmlns:a16="http://schemas.microsoft.com/office/drawing/2014/main" id="{35C49BEA-95B9-D6F7-CDC6-5283970D6B96}"/>
              </a:ext>
            </a:extLst>
          </p:cNvPr>
          <p:cNvSpPr txBox="1"/>
          <p:nvPr/>
        </p:nvSpPr>
        <p:spPr>
          <a:xfrm>
            <a:off x="3163826" y="8511531"/>
            <a:ext cx="575734" cy="369332"/>
          </a:xfrm>
          <a:prstGeom prst="rect">
            <a:avLst/>
          </a:prstGeom>
          <a:noFill/>
          <a:ln>
            <a:noFill/>
          </a:ln>
        </p:spPr>
        <p:txBody>
          <a:bodyPr spcFirstLastPara="1" wrap="square" lIns="91425" tIns="45700" rIns="91425" bIns="45700" anchor="ctr" anchorCtr="0">
            <a:spAutoFit/>
          </a:bodyPr>
          <a:lstStyle/>
          <a:p>
            <a:pPr marL="0" marR="0" lvl="0" indent="0" algn="ctr" rtl="0">
              <a:spcBef>
                <a:spcPts val="0"/>
              </a:spcBef>
              <a:spcAft>
                <a:spcPts val="0"/>
              </a:spcAft>
              <a:buNone/>
            </a:pPr>
            <a:r>
              <a:rPr lang="en-US" sz="1800">
                <a:solidFill>
                  <a:schemeClr val="dk1"/>
                </a:solidFill>
                <a:latin typeface="Arial"/>
                <a:ea typeface="Arial"/>
                <a:cs typeface="Arial"/>
                <a:sym typeface="Arial"/>
              </a:rPr>
              <a:t>2</a:t>
            </a:r>
            <a:endParaRPr sz="1800">
              <a:solidFill>
                <a:schemeClr val="dk1"/>
              </a:solidFill>
              <a:latin typeface="Arial"/>
              <a:ea typeface="Arial"/>
              <a:cs typeface="Arial"/>
              <a:sym typeface="Arial"/>
            </a:endParaRPr>
          </a:p>
        </p:txBody>
      </p:sp>
      <p:sp>
        <p:nvSpPr>
          <p:cNvPr id="144" name="Google Shape;144;p15">
            <a:extLst>
              <a:ext uri="{FF2B5EF4-FFF2-40B4-BE49-F238E27FC236}">
                <a16:creationId xmlns:a16="http://schemas.microsoft.com/office/drawing/2014/main" id="{46F9B053-FCF5-C6C3-7536-250BE45CACC0}"/>
              </a:ext>
            </a:extLst>
          </p:cNvPr>
          <p:cNvSpPr txBox="1"/>
          <p:nvPr/>
        </p:nvSpPr>
        <p:spPr>
          <a:xfrm>
            <a:off x="668508" y="1840366"/>
            <a:ext cx="5649600" cy="1631945"/>
          </a:xfrm>
          <a:prstGeom prst="rect">
            <a:avLst/>
          </a:prstGeom>
          <a:noFill/>
          <a:ln>
            <a:noFill/>
          </a:ln>
        </p:spPr>
        <p:txBody>
          <a:bodyPr spcFirstLastPara="1" wrap="square" lIns="91425" tIns="45700" rIns="91425" bIns="45700" anchor="t" anchorCtr="0">
            <a:spAutoFit/>
          </a:bodyPr>
          <a:lstStyle/>
          <a:p>
            <a:pPr marL="0" marR="0" lvl="0" indent="0" algn="l" rtl="0">
              <a:lnSpc>
                <a:spcPct val="115000"/>
              </a:lnSpc>
              <a:spcBef>
                <a:spcPts val="0"/>
              </a:spcBef>
              <a:spcAft>
                <a:spcPts val="0"/>
              </a:spcAft>
              <a:buNone/>
            </a:pPr>
            <a:r>
              <a:rPr lang="en-US" sz="1200" b="1" dirty="0">
                <a:solidFill>
                  <a:schemeClr val="dk1"/>
                </a:solidFill>
                <a:latin typeface="IBM Plex Sans JP" panose="020B0503050203000203" pitchFamily="50" charset="-128"/>
                <a:ea typeface="IBM Plex Sans JP" panose="020B0503050203000203" pitchFamily="50" charset="-128"/>
                <a:cs typeface="IBM Plex Sans JP"/>
                <a:sym typeface="IBM Plex Sans JP"/>
              </a:rPr>
              <a:t>3.2 Check Tower（1 </a:t>
            </a:r>
            <a:r>
              <a:rPr lang="en-US" sz="1200" b="1" dirty="0" err="1">
                <a:solidFill>
                  <a:schemeClr val="dk1"/>
                </a:solidFill>
                <a:latin typeface="IBM Plex Sans JP" panose="020B0503050203000203" pitchFamily="50" charset="-128"/>
                <a:ea typeface="IBM Plex Sans JP" panose="020B0503050203000203" pitchFamily="50" charset="-128"/>
                <a:cs typeface="IBM Plex Sans JP"/>
                <a:sym typeface="IBM Plex Sans JP"/>
              </a:rPr>
              <a:t>種類</a:t>
            </a:r>
            <a:r>
              <a:rPr lang="en-US" sz="1200" b="1" dirty="0">
                <a:solidFill>
                  <a:schemeClr val="dk1"/>
                </a:solidFill>
                <a:latin typeface="IBM Plex Sans JP" panose="020B0503050203000203" pitchFamily="50" charset="-128"/>
                <a:ea typeface="IBM Plex Sans JP" panose="020B0503050203000203" pitchFamily="50" charset="-128"/>
                <a:cs typeface="IBM Plex Sans JP"/>
                <a:sym typeface="IBM Plex Sans JP"/>
              </a:rPr>
              <a:t>）</a:t>
            </a:r>
            <a:endParaRPr sz="1200" b="1" dirty="0">
              <a:solidFill>
                <a:schemeClr val="dk1"/>
              </a:solidFill>
              <a:latin typeface="IBM Plex Sans JP" panose="020B0503050203000203" pitchFamily="50" charset="-128"/>
              <a:ea typeface="IBM Plex Sans JP" panose="020B0503050203000203" pitchFamily="50" charset="-128"/>
              <a:cs typeface="IBM Plex Sans JP"/>
              <a:sym typeface="IBM Plex Sans JP"/>
            </a:endParaRPr>
          </a:p>
          <a:p>
            <a:pPr marL="0" marR="0" lvl="0" indent="0" algn="l" rtl="0">
              <a:lnSpc>
                <a:spcPct val="115000"/>
              </a:lnSpc>
              <a:spcBef>
                <a:spcPts val="0"/>
              </a:spcBef>
              <a:spcAft>
                <a:spcPts val="0"/>
              </a:spcAft>
              <a:buNone/>
            </a:pPr>
            <a:r>
              <a:rPr lang="en-US" sz="1000" dirty="0">
                <a:solidFill>
                  <a:schemeClr val="dk1"/>
                </a:solidFill>
                <a:latin typeface="IBM Plex Sans JP" panose="020B0503050203000203" pitchFamily="50" charset="-128"/>
                <a:ea typeface="IBM Plex Sans JP" panose="020B0503050203000203" pitchFamily="50" charset="-128"/>
                <a:cs typeface="IBM Plex Sans JP"/>
                <a:sym typeface="IBM Plex Sans JP"/>
              </a:rPr>
              <a:t> </a:t>
            </a:r>
            <a:endParaRPr sz="1000" dirty="0">
              <a:solidFill>
                <a:schemeClr val="dk1"/>
              </a:solidFill>
              <a:latin typeface="IBM Plex Sans JP" panose="020B0503050203000203" pitchFamily="50" charset="-128"/>
              <a:ea typeface="IBM Plex Sans JP" panose="020B0503050203000203" pitchFamily="50" charset="-128"/>
              <a:cs typeface="IBM Plex Sans JP"/>
              <a:sym typeface="IBM Plex Sans JP"/>
            </a:endParaRPr>
          </a:p>
          <a:p>
            <a:pPr marL="0" marR="0" lvl="0" indent="0" algn="l" rtl="0">
              <a:lnSpc>
                <a:spcPct val="115000"/>
              </a:lnSpc>
              <a:spcBef>
                <a:spcPts val="0"/>
              </a:spcBef>
              <a:spcAft>
                <a:spcPts val="0"/>
              </a:spcAft>
              <a:buNone/>
            </a:pPr>
            <a:r>
              <a:rPr lang="en-US" sz="1000" dirty="0" err="1">
                <a:solidFill>
                  <a:schemeClr val="dk1"/>
                </a:solidFill>
                <a:latin typeface="IBM Plex Sans JP" panose="020B0503050203000203" pitchFamily="50" charset="-128"/>
                <a:ea typeface="IBM Plex Sans JP" panose="020B0503050203000203" pitchFamily="50" charset="-128"/>
                <a:cs typeface="IBM Plex Sans JP"/>
                <a:sym typeface="IBM Plex Sans JP"/>
              </a:rPr>
              <a:t>チェックフィラメントで印刷する評価用タワーです</a:t>
            </a:r>
            <a:r>
              <a:rPr lang="en-US" sz="1000" dirty="0">
                <a:solidFill>
                  <a:schemeClr val="dk1"/>
                </a:solidFill>
                <a:latin typeface="IBM Plex Sans JP" panose="020B0503050203000203" pitchFamily="50" charset="-128"/>
                <a:ea typeface="IBM Plex Sans JP" panose="020B0503050203000203" pitchFamily="50" charset="-128"/>
                <a:cs typeface="IBM Plex Sans JP"/>
                <a:sym typeface="IBM Plex Sans JP"/>
              </a:rPr>
              <a:t>。 </a:t>
            </a:r>
            <a:r>
              <a:rPr lang="en-US" sz="1000" dirty="0" err="1">
                <a:solidFill>
                  <a:schemeClr val="dk1"/>
                </a:solidFill>
                <a:latin typeface="IBM Plex Sans JP" panose="020B0503050203000203" pitchFamily="50" charset="-128"/>
                <a:ea typeface="IBM Plex Sans JP" panose="020B0503050203000203" pitchFamily="50" charset="-128"/>
                <a:cs typeface="IBM Plex Sans JP"/>
                <a:sym typeface="IBM Plex Sans JP"/>
              </a:rPr>
              <a:t>チェックフィラメントと縦に長いタワー形状によって混色比が分かりやすく変化してゆきます</a:t>
            </a:r>
            <a:r>
              <a:rPr lang="en-US" sz="1000" dirty="0">
                <a:solidFill>
                  <a:schemeClr val="dk1"/>
                </a:solidFill>
                <a:latin typeface="IBM Plex Sans JP" panose="020B0503050203000203" pitchFamily="50" charset="-128"/>
                <a:ea typeface="IBM Plex Sans JP" panose="020B0503050203000203" pitchFamily="50" charset="-128"/>
                <a:cs typeface="IBM Plex Sans JP"/>
                <a:sym typeface="IBM Plex Sans JP"/>
              </a:rPr>
              <a:t>。  </a:t>
            </a:r>
            <a:endParaRPr sz="1000" dirty="0">
              <a:solidFill>
                <a:schemeClr val="dk1"/>
              </a:solidFill>
              <a:latin typeface="IBM Plex Sans JP" panose="020B0503050203000203" pitchFamily="50" charset="-128"/>
              <a:ea typeface="IBM Plex Sans JP" panose="020B0503050203000203" pitchFamily="50" charset="-128"/>
              <a:cs typeface="IBM Plex Sans JP"/>
              <a:sym typeface="IBM Plex Sans JP"/>
            </a:endParaRPr>
          </a:p>
          <a:p>
            <a:pPr marL="0" marR="0" lvl="0" indent="0" algn="l" rtl="0">
              <a:lnSpc>
                <a:spcPct val="115000"/>
              </a:lnSpc>
              <a:spcBef>
                <a:spcPts val="0"/>
              </a:spcBef>
              <a:spcAft>
                <a:spcPts val="0"/>
              </a:spcAft>
              <a:buNone/>
            </a:pPr>
            <a:endParaRPr sz="500" dirty="0">
              <a:solidFill>
                <a:schemeClr val="dk1"/>
              </a:solidFill>
              <a:latin typeface="IBM Plex Sans JP" panose="020B0503050203000203" pitchFamily="50" charset="-128"/>
              <a:ea typeface="IBM Plex Sans JP" panose="020B0503050203000203" pitchFamily="50" charset="-128"/>
              <a:cs typeface="IBM Plex Sans JP"/>
              <a:sym typeface="IBM Plex Sans JP"/>
            </a:endParaRPr>
          </a:p>
          <a:p>
            <a:pPr marL="457200" marR="0" lvl="0" indent="-292100" algn="l" rtl="0">
              <a:lnSpc>
                <a:spcPct val="115000"/>
              </a:lnSpc>
              <a:spcBef>
                <a:spcPts val="0"/>
              </a:spcBef>
              <a:spcAft>
                <a:spcPts val="0"/>
              </a:spcAft>
              <a:buClr>
                <a:schemeClr val="dk1"/>
              </a:buClr>
              <a:buSzPts val="1000"/>
              <a:buFont typeface="Arial" panose="020B0604020202020204" pitchFamily="34" charset="0"/>
              <a:buChar char="•"/>
            </a:pPr>
            <a:r>
              <a:rPr lang="en-US" sz="1000" dirty="0" err="1">
                <a:solidFill>
                  <a:schemeClr val="dk1"/>
                </a:solidFill>
                <a:latin typeface="IBM Plex Sans JP" panose="020B0503050203000203" pitchFamily="50" charset="-128"/>
                <a:ea typeface="IBM Plex Sans JP" panose="020B0503050203000203" pitchFamily="50" charset="-128"/>
                <a:cs typeface="IBM Plex Sans JP"/>
                <a:sym typeface="IBM Plex Sans JP"/>
              </a:rPr>
              <a:t>各混合比の切り替わり高さと同じ間隔でノッチを設けています</a:t>
            </a:r>
            <a:r>
              <a:rPr lang="en-US" sz="1000" dirty="0">
                <a:solidFill>
                  <a:schemeClr val="dk1"/>
                </a:solidFill>
                <a:latin typeface="IBM Plex Sans JP" panose="020B0503050203000203" pitchFamily="50" charset="-128"/>
                <a:ea typeface="IBM Plex Sans JP" panose="020B0503050203000203" pitchFamily="50" charset="-128"/>
                <a:cs typeface="IBM Plex Sans JP"/>
                <a:sym typeface="IBM Plex Sans JP"/>
              </a:rPr>
              <a:t>。  </a:t>
            </a:r>
            <a:endParaRPr sz="1000" dirty="0">
              <a:solidFill>
                <a:schemeClr val="dk1"/>
              </a:solidFill>
              <a:latin typeface="IBM Plex Sans JP" panose="020B0503050203000203" pitchFamily="50" charset="-128"/>
              <a:ea typeface="IBM Plex Sans JP" panose="020B0503050203000203" pitchFamily="50" charset="-128"/>
              <a:cs typeface="IBM Plex Sans JP"/>
              <a:sym typeface="IBM Plex Sans JP"/>
            </a:endParaRPr>
          </a:p>
          <a:p>
            <a:pPr marL="457200" marR="0" lvl="0" indent="-292100" algn="l" rtl="0">
              <a:lnSpc>
                <a:spcPct val="115000"/>
              </a:lnSpc>
              <a:spcBef>
                <a:spcPts val="0"/>
              </a:spcBef>
              <a:spcAft>
                <a:spcPts val="0"/>
              </a:spcAft>
              <a:buClr>
                <a:schemeClr val="dk1"/>
              </a:buClr>
              <a:buSzPts val="1000"/>
              <a:buFont typeface="Arial" panose="020B0604020202020204" pitchFamily="34" charset="0"/>
              <a:buChar char="•"/>
            </a:pPr>
            <a:r>
              <a:rPr lang="en-US" sz="1000" dirty="0">
                <a:solidFill>
                  <a:schemeClr val="dk1"/>
                </a:solidFill>
                <a:latin typeface="IBM Plex Sans JP" panose="020B0503050203000203" pitchFamily="50" charset="-128"/>
                <a:ea typeface="IBM Plex Sans JP" panose="020B0503050203000203" pitchFamily="50" charset="-128"/>
                <a:cs typeface="IBM Plex Sans JP"/>
                <a:sym typeface="IBM Plex Sans JP"/>
              </a:rPr>
              <a:t>20％・25%と45％・50％・55%と75%・80％の4か所に大きいノッチがあります。  </a:t>
            </a:r>
            <a:endParaRPr sz="1000" dirty="0">
              <a:solidFill>
                <a:schemeClr val="dk1"/>
              </a:solidFill>
              <a:latin typeface="IBM Plex Sans JP" panose="020B0503050203000203" pitchFamily="50" charset="-128"/>
              <a:ea typeface="IBM Plex Sans JP" panose="020B0503050203000203" pitchFamily="50" charset="-128"/>
              <a:cs typeface="IBM Plex Sans JP"/>
              <a:sym typeface="IBM Plex Sans JP"/>
            </a:endParaRPr>
          </a:p>
          <a:p>
            <a:pPr marL="457200" marR="0" lvl="0" indent="-292100" algn="l" rtl="0">
              <a:lnSpc>
                <a:spcPct val="115000"/>
              </a:lnSpc>
              <a:spcBef>
                <a:spcPts val="0"/>
              </a:spcBef>
              <a:spcAft>
                <a:spcPts val="0"/>
              </a:spcAft>
              <a:buClr>
                <a:schemeClr val="dk1"/>
              </a:buClr>
              <a:buSzPts val="1000"/>
              <a:buFont typeface="Arial" panose="020B0604020202020204" pitchFamily="34" charset="0"/>
              <a:buChar char="•"/>
            </a:pPr>
            <a:r>
              <a:rPr lang="en-US" sz="1000" dirty="0" err="1">
                <a:solidFill>
                  <a:schemeClr val="dk1"/>
                </a:solidFill>
                <a:latin typeface="IBM Plex Sans JP" panose="020B0503050203000203" pitchFamily="50" charset="-128"/>
                <a:ea typeface="IBM Plex Sans JP" panose="020B0503050203000203" pitchFamily="50" charset="-128"/>
                <a:cs typeface="IBM Plex Sans JP"/>
                <a:sym typeface="IBM Plex Sans JP"/>
              </a:rPr>
              <a:t>混色フィラメントは印刷時にツールヘッドの動く方向で色変化が起こりえます</a:t>
            </a:r>
            <a:r>
              <a:rPr lang="en-US" sz="1000" dirty="0">
                <a:solidFill>
                  <a:schemeClr val="dk1"/>
                </a:solidFill>
                <a:latin typeface="IBM Plex Sans JP" panose="020B0503050203000203" pitchFamily="50" charset="-128"/>
                <a:ea typeface="IBM Plex Sans JP" panose="020B0503050203000203" pitchFamily="50" charset="-128"/>
                <a:cs typeface="IBM Plex Sans JP"/>
                <a:sym typeface="IBM Plex Sans JP"/>
              </a:rPr>
              <a:t>。</a:t>
            </a:r>
            <a:endParaRPr sz="1000" dirty="0">
              <a:solidFill>
                <a:schemeClr val="dk1"/>
              </a:solidFill>
              <a:latin typeface="IBM Plex Sans JP" panose="020B0503050203000203" pitchFamily="50" charset="-128"/>
              <a:ea typeface="IBM Plex Sans JP" panose="020B0503050203000203" pitchFamily="50" charset="-128"/>
              <a:cs typeface="IBM Plex Sans JP"/>
              <a:sym typeface="IBM Plex Sans JP"/>
            </a:endParaRPr>
          </a:p>
          <a:p>
            <a:pPr marL="457200" marR="0" lvl="0" algn="l" rtl="0">
              <a:lnSpc>
                <a:spcPct val="115000"/>
              </a:lnSpc>
              <a:spcBef>
                <a:spcPts val="0"/>
              </a:spcBef>
              <a:spcAft>
                <a:spcPts val="0"/>
              </a:spcAft>
            </a:pPr>
            <a:r>
              <a:rPr lang="en-US" sz="1000" dirty="0">
                <a:solidFill>
                  <a:schemeClr val="dk1"/>
                </a:solidFill>
                <a:latin typeface="IBM Plex Sans JP" panose="020B0503050203000203" pitchFamily="50" charset="-128"/>
                <a:ea typeface="IBM Plex Sans JP" panose="020B0503050203000203" pitchFamily="50" charset="-128"/>
                <a:cs typeface="IBM Plex Sans JP"/>
                <a:sym typeface="IBM Plex Sans JP"/>
              </a:rPr>
              <a:t>4面を測定可能面としているので、 </a:t>
            </a:r>
            <a:r>
              <a:rPr lang="en-US" sz="1000" dirty="0" err="1">
                <a:solidFill>
                  <a:schemeClr val="dk1"/>
                </a:solidFill>
                <a:latin typeface="IBM Plex Sans JP" panose="020B0503050203000203" pitchFamily="50" charset="-128"/>
                <a:ea typeface="IBM Plex Sans JP" panose="020B0503050203000203" pitchFamily="50" charset="-128"/>
                <a:cs typeface="IBM Plex Sans JP"/>
                <a:sym typeface="IBM Plex Sans JP"/>
              </a:rPr>
              <a:t>方向による色の違いが確認できます</a:t>
            </a:r>
            <a:r>
              <a:rPr lang="en-US" sz="1000" dirty="0">
                <a:solidFill>
                  <a:schemeClr val="dk1"/>
                </a:solidFill>
                <a:latin typeface="IBM Plex Sans JP" panose="020B0503050203000203" pitchFamily="50" charset="-128"/>
                <a:ea typeface="IBM Plex Sans JP" panose="020B0503050203000203" pitchFamily="50" charset="-128"/>
                <a:cs typeface="IBM Plex Sans JP"/>
                <a:sym typeface="IBM Plex Sans JP"/>
              </a:rPr>
              <a:t>。 </a:t>
            </a:r>
            <a:endParaRPr sz="500" b="1" dirty="0">
              <a:solidFill>
                <a:schemeClr val="dk1"/>
              </a:solidFill>
              <a:latin typeface="IBM Plex Sans JP" panose="020B0503050203000203" pitchFamily="50" charset="-128"/>
              <a:ea typeface="IBM Plex Sans JP" panose="020B0503050203000203" pitchFamily="50" charset="-128"/>
              <a:cs typeface="IBM Plex Sans JP"/>
              <a:sym typeface="IBM Plex Sans JP"/>
            </a:endParaRPr>
          </a:p>
        </p:txBody>
      </p:sp>
      <p:sp>
        <p:nvSpPr>
          <p:cNvPr id="145" name="Google Shape;145;p15">
            <a:extLst>
              <a:ext uri="{FF2B5EF4-FFF2-40B4-BE49-F238E27FC236}">
                <a16:creationId xmlns:a16="http://schemas.microsoft.com/office/drawing/2014/main" id="{7ECE004C-038F-5332-EC81-07EEA1C60DD4}"/>
              </a:ext>
            </a:extLst>
          </p:cNvPr>
          <p:cNvSpPr txBox="1"/>
          <p:nvPr/>
        </p:nvSpPr>
        <p:spPr>
          <a:xfrm>
            <a:off x="770844" y="6508819"/>
            <a:ext cx="2379300" cy="4002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000" b="1" dirty="0">
                <a:solidFill>
                  <a:schemeClr val="dk1"/>
                </a:solidFill>
                <a:latin typeface="IBM Plex Sans JP" panose="020B0503050203000203" pitchFamily="50" charset="-128"/>
                <a:ea typeface="IBM Plex Sans JP" panose="020B0503050203000203" pitchFamily="50" charset="-128"/>
                <a:cs typeface="IBM Plex Sans JP SemiBold"/>
                <a:sym typeface="IBM Plex Sans JP SemiBold"/>
              </a:rPr>
              <a:t>4. </a:t>
            </a:r>
            <a:r>
              <a:rPr lang="en-US" sz="2000" b="1" dirty="0" err="1">
                <a:solidFill>
                  <a:schemeClr val="dk1"/>
                </a:solidFill>
                <a:latin typeface="IBM Plex Sans JP" panose="020B0503050203000203" pitchFamily="50" charset="-128"/>
                <a:ea typeface="IBM Plex Sans JP" panose="020B0503050203000203" pitchFamily="50" charset="-128"/>
                <a:cs typeface="IBM Plex Sans JP SemiBold"/>
                <a:sym typeface="IBM Plex Sans JP SemiBold"/>
              </a:rPr>
              <a:t>推奨使用手順</a:t>
            </a:r>
            <a:r>
              <a:rPr lang="en-US" sz="2000" b="1" dirty="0">
                <a:solidFill>
                  <a:schemeClr val="dk1"/>
                </a:solidFill>
                <a:latin typeface="IBM Plex Sans JP" panose="020B0503050203000203" pitchFamily="50" charset="-128"/>
                <a:ea typeface="IBM Plex Sans JP" panose="020B0503050203000203" pitchFamily="50" charset="-128"/>
                <a:cs typeface="IBM Plex Sans JP SemiBold"/>
                <a:sym typeface="IBM Plex Sans JP SemiBold"/>
              </a:rPr>
              <a:t> </a:t>
            </a:r>
            <a:endParaRPr sz="2800" b="1" dirty="0">
              <a:solidFill>
                <a:schemeClr val="dk1"/>
              </a:solidFill>
              <a:latin typeface="IBM Plex Sans JP" panose="020B0503050203000203" pitchFamily="50" charset="-128"/>
              <a:ea typeface="IBM Plex Sans JP" panose="020B0503050203000203" pitchFamily="50" charset="-128"/>
              <a:cs typeface="IBM Plex Sans JP SemiBold"/>
              <a:sym typeface="IBM Plex Sans JP SemiBold"/>
            </a:endParaRPr>
          </a:p>
        </p:txBody>
      </p:sp>
      <p:sp>
        <p:nvSpPr>
          <p:cNvPr id="146" name="Google Shape;146;p15">
            <a:extLst>
              <a:ext uri="{FF2B5EF4-FFF2-40B4-BE49-F238E27FC236}">
                <a16:creationId xmlns:a16="http://schemas.microsoft.com/office/drawing/2014/main" id="{59FF1AC1-6289-5138-2BAA-94324F63E3A6}"/>
              </a:ext>
            </a:extLst>
          </p:cNvPr>
          <p:cNvSpPr txBox="1"/>
          <p:nvPr/>
        </p:nvSpPr>
        <p:spPr>
          <a:xfrm>
            <a:off x="668509" y="6986390"/>
            <a:ext cx="5642100" cy="1246455"/>
          </a:xfrm>
          <a:prstGeom prst="rect">
            <a:avLst/>
          </a:prstGeom>
          <a:noFill/>
          <a:ln>
            <a:noFill/>
          </a:ln>
        </p:spPr>
        <p:txBody>
          <a:bodyPr spcFirstLastPara="1" wrap="square" lIns="91425" tIns="45700" rIns="91425" bIns="45700" anchor="t" anchorCtr="0">
            <a:spAutoFit/>
          </a:bodyPr>
          <a:lstStyle/>
          <a:p>
            <a:pPr marL="457200" marR="0" lvl="0" indent="-292100" algn="l" rtl="0">
              <a:lnSpc>
                <a:spcPct val="150000"/>
              </a:lnSpc>
              <a:spcBef>
                <a:spcPts val="0"/>
              </a:spcBef>
              <a:spcAft>
                <a:spcPts val="0"/>
              </a:spcAft>
              <a:buClr>
                <a:schemeClr val="dk1"/>
              </a:buClr>
              <a:buSzPts val="1000"/>
              <a:buFont typeface="IBM Plex Sans JP"/>
              <a:buAutoNum type="arabicPeriod"/>
            </a:pPr>
            <a:r>
              <a:rPr lang="en-US" sz="1000">
                <a:solidFill>
                  <a:schemeClr val="dk1"/>
                </a:solidFill>
                <a:latin typeface="IBM Plex Sans JP" panose="020B0503050203000203" pitchFamily="50" charset="-128"/>
                <a:ea typeface="IBM Plex Sans JP" panose="020B0503050203000203" pitchFamily="50" charset="-128"/>
                <a:cs typeface="IBM Plex Sans JP"/>
                <a:sym typeface="IBM Plex Sans JP"/>
              </a:rPr>
              <a:t>欲しい色を実現できそうな2色のフィラメントを選定する </a:t>
            </a:r>
            <a:endParaRPr sz="1000">
              <a:solidFill>
                <a:schemeClr val="dk1"/>
              </a:solidFill>
              <a:latin typeface="IBM Plex Sans JP" panose="020B0503050203000203" pitchFamily="50" charset="-128"/>
              <a:ea typeface="IBM Plex Sans JP" panose="020B0503050203000203" pitchFamily="50" charset="-128"/>
              <a:cs typeface="IBM Plex Sans JP"/>
              <a:sym typeface="IBM Plex Sans JP"/>
            </a:endParaRPr>
          </a:p>
          <a:p>
            <a:pPr marL="457200" marR="0" lvl="0" indent="-292100" algn="l" rtl="0">
              <a:lnSpc>
                <a:spcPct val="150000"/>
              </a:lnSpc>
              <a:spcBef>
                <a:spcPts val="0"/>
              </a:spcBef>
              <a:spcAft>
                <a:spcPts val="0"/>
              </a:spcAft>
              <a:buClr>
                <a:schemeClr val="dk1"/>
              </a:buClr>
              <a:buSzPts val="1000"/>
              <a:buFont typeface="IBM Plex Sans JP"/>
              <a:buAutoNum type="arabicPeriod"/>
            </a:pPr>
            <a:r>
              <a:rPr lang="en-US" sz="1000">
                <a:solidFill>
                  <a:schemeClr val="dk1"/>
                </a:solidFill>
                <a:latin typeface="IBM Plex Sans JP" panose="020B0503050203000203" pitchFamily="50" charset="-128"/>
                <a:ea typeface="IBM Plex Sans JP" panose="020B0503050203000203" pitchFamily="50" charset="-128"/>
                <a:cs typeface="IBM Plex Sans JP"/>
                <a:sym typeface="IBM Plex Sans JP"/>
              </a:rPr>
              <a:t>1のフィラメントを用いてCheck Filament を印刷する </a:t>
            </a:r>
            <a:endParaRPr sz="1000">
              <a:solidFill>
                <a:schemeClr val="dk1"/>
              </a:solidFill>
              <a:latin typeface="IBM Plex Sans JP" panose="020B0503050203000203" pitchFamily="50" charset="-128"/>
              <a:ea typeface="IBM Plex Sans JP" panose="020B0503050203000203" pitchFamily="50" charset="-128"/>
              <a:cs typeface="IBM Plex Sans JP"/>
              <a:sym typeface="IBM Plex Sans JP"/>
            </a:endParaRPr>
          </a:p>
          <a:p>
            <a:pPr marL="457200" marR="0" lvl="0" indent="-292100" algn="l" rtl="0">
              <a:lnSpc>
                <a:spcPct val="150000"/>
              </a:lnSpc>
              <a:spcBef>
                <a:spcPts val="0"/>
              </a:spcBef>
              <a:spcAft>
                <a:spcPts val="0"/>
              </a:spcAft>
              <a:buClr>
                <a:schemeClr val="dk1"/>
              </a:buClr>
              <a:buSzPts val="1000"/>
              <a:buFont typeface="IBM Plex Sans JP"/>
              <a:buAutoNum type="arabicPeriod"/>
            </a:pPr>
            <a:r>
              <a:rPr lang="en-US" sz="1000">
                <a:solidFill>
                  <a:schemeClr val="dk1"/>
                </a:solidFill>
                <a:latin typeface="IBM Plex Sans JP" panose="020B0503050203000203" pitchFamily="50" charset="-128"/>
                <a:ea typeface="IBM Plex Sans JP" panose="020B0503050203000203" pitchFamily="50" charset="-128"/>
                <a:cs typeface="IBM Plex Sans JP"/>
                <a:sym typeface="IBM Plex Sans JP"/>
              </a:rPr>
              <a:t>Check Filament によってCheck Tower を印刷し、求める色に近いう混合比を確認する </a:t>
            </a:r>
            <a:endParaRPr sz="1000">
              <a:solidFill>
                <a:schemeClr val="dk1"/>
              </a:solidFill>
              <a:latin typeface="IBM Plex Sans JP" panose="020B0503050203000203" pitchFamily="50" charset="-128"/>
              <a:ea typeface="IBM Plex Sans JP" panose="020B0503050203000203" pitchFamily="50" charset="-128"/>
              <a:cs typeface="IBM Plex Sans JP"/>
              <a:sym typeface="IBM Plex Sans JP"/>
            </a:endParaRPr>
          </a:p>
          <a:p>
            <a:pPr marL="457200" marR="0" lvl="0" indent="-292100" algn="l" rtl="0">
              <a:lnSpc>
                <a:spcPct val="150000"/>
              </a:lnSpc>
              <a:spcBef>
                <a:spcPts val="0"/>
              </a:spcBef>
              <a:spcAft>
                <a:spcPts val="0"/>
              </a:spcAft>
              <a:buClr>
                <a:schemeClr val="dk1"/>
              </a:buClr>
              <a:buSzPts val="1000"/>
              <a:buFont typeface="IBM Plex Sans JP"/>
              <a:buAutoNum type="arabicPeriod"/>
            </a:pPr>
            <a:r>
              <a:rPr lang="en-US" sz="1000">
                <a:solidFill>
                  <a:schemeClr val="dk1"/>
                </a:solidFill>
                <a:latin typeface="IBM Plex Sans JP" panose="020B0503050203000203" pitchFamily="50" charset="-128"/>
                <a:ea typeface="IBM Plex Sans JP" panose="020B0503050203000203" pitchFamily="50" charset="-128"/>
                <a:cs typeface="IBM Plex Sans JP"/>
                <a:sym typeface="IBM Plex Sans JP"/>
              </a:rPr>
              <a:t>必要に応じ ３の混合比のS4モデルを印刷し近似形状をテストプリントする </a:t>
            </a:r>
            <a:endParaRPr sz="1000">
              <a:solidFill>
                <a:schemeClr val="dk1"/>
              </a:solidFill>
              <a:latin typeface="IBM Plex Sans JP" panose="020B0503050203000203" pitchFamily="50" charset="-128"/>
              <a:ea typeface="IBM Plex Sans JP" panose="020B0503050203000203" pitchFamily="50" charset="-128"/>
              <a:cs typeface="IBM Plex Sans JP"/>
              <a:sym typeface="IBM Plex Sans JP"/>
            </a:endParaRPr>
          </a:p>
          <a:p>
            <a:pPr marL="457200" marR="0" lvl="0" indent="-292100" algn="l" rtl="0">
              <a:lnSpc>
                <a:spcPct val="150000"/>
              </a:lnSpc>
              <a:spcBef>
                <a:spcPts val="0"/>
              </a:spcBef>
              <a:spcAft>
                <a:spcPts val="0"/>
              </a:spcAft>
              <a:buClr>
                <a:schemeClr val="dk1"/>
              </a:buClr>
              <a:buSzPts val="1000"/>
              <a:buFont typeface="IBM Plex Sans JP"/>
              <a:buAutoNum type="arabicPeriod"/>
            </a:pPr>
            <a:r>
              <a:rPr lang="en-US" sz="1000">
                <a:solidFill>
                  <a:schemeClr val="dk1"/>
                </a:solidFill>
                <a:latin typeface="IBM Plex Sans JP" panose="020B0503050203000203" pitchFamily="50" charset="-128"/>
                <a:ea typeface="IBM Plex Sans JP" panose="020B0503050203000203" pitchFamily="50" charset="-128"/>
                <a:cs typeface="IBM Plex Sans JP"/>
                <a:sym typeface="IBM Plex Sans JP"/>
              </a:rPr>
              <a:t>問題なければ 必要量の Blend Filament を生成する </a:t>
            </a:r>
            <a:endParaRPr sz="1000" b="1">
              <a:solidFill>
                <a:schemeClr val="dk1"/>
              </a:solidFill>
              <a:latin typeface="IBM Plex Sans JP" panose="020B0503050203000203" pitchFamily="50" charset="-128"/>
              <a:ea typeface="IBM Plex Sans JP" panose="020B0503050203000203" pitchFamily="50" charset="-128"/>
              <a:cs typeface="IBM Plex Sans JP"/>
              <a:sym typeface="IBM Plex Sans JP"/>
            </a:endParaRPr>
          </a:p>
        </p:txBody>
      </p:sp>
      <p:pic>
        <p:nvPicPr>
          <p:cNvPr id="148" name="Google Shape;148;p15">
            <a:extLst>
              <a:ext uri="{FF2B5EF4-FFF2-40B4-BE49-F238E27FC236}">
                <a16:creationId xmlns:a16="http://schemas.microsoft.com/office/drawing/2014/main" id="{DE70665F-143D-2FF3-A80C-4F4AD2C2AECA}"/>
              </a:ext>
            </a:extLst>
          </p:cNvPr>
          <p:cNvPicPr preferRelativeResize="0"/>
          <p:nvPr/>
        </p:nvPicPr>
        <p:blipFill>
          <a:blip r:embed="rId3">
            <a:alphaModFix/>
          </a:blip>
          <a:stretch>
            <a:fillRect/>
          </a:stretch>
        </p:blipFill>
        <p:spPr>
          <a:xfrm>
            <a:off x="555784" y="3508488"/>
            <a:ext cx="5756199" cy="2717241"/>
          </a:xfrm>
          <a:prstGeom prst="rect">
            <a:avLst/>
          </a:prstGeom>
          <a:noFill/>
          <a:ln>
            <a:noFill/>
          </a:ln>
        </p:spPr>
      </p:pic>
      <p:sp>
        <p:nvSpPr>
          <p:cNvPr id="149" name="Google Shape;149;p15">
            <a:extLst>
              <a:ext uri="{FF2B5EF4-FFF2-40B4-BE49-F238E27FC236}">
                <a16:creationId xmlns:a16="http://schemas.microsoft.com/office/drawing/2014/main" id="{52BAF34B-98A2-46ED-C7BD-753A5A9B4C46}"/>
              </a:ext>
            </a:extLst>
          </p:cNvPr>
          <p:cNvSpPr txBox="1"/>
          <p:nvPr/>
        </p:nvSpPr>
        <p:spPr>
          <a:xfrm>
            <a:off x="668489" y="602850"/>
            <a:ext cx="5649600" cy="9324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endParaRPr sz="600" dirty="0">
              <a:solidFill>
                <a:schemeClr val="dk1"/>
              </a:solidFill>
              <a:latin typeface="IBM Plex Sans JP" panose="020B0503050203000203" pitchFamily="50" charset="-128"/>
              <a:ea typeface="IBM Plex Sans JP" panose="020B0503050203000203" pitchFamily="50" charset="-128"/>
              <a:cs typeface="IBM Plex Sans JP"/>
              <a:sym typeface="IBM Plex Sans JP"/>
            </a:endParaRPr>
          </a:p>
          <a:p>
            <a:pPr marL="0" marR="0" lvl="0" indent="0" algn="l" rtl="0">
              <a:spcBef>
                <a:spcPts val="0"/>
              </a:spcBef>
              <a:spcAft>
                <a:spcPts val="0"/>
              </a:spcAft>
              <a:buNone/>
            </a:pPr>
            <a:r>
              <a:rPr lang="en-US" sz="1050" dirty="0">
                <a:solidFill>
                  <a:schemeClr val="dk1"/>
                </a:solidFill>
                <a:latin typeface="IBM Plex Sans JP" panose="020B0503050203000203" pitchFamily="50" charset="-128"/>
                <a:ea typeface="IBM Plex Sans JP" panose="020B0503050203000203" pitchFamily="50" charset="-128"/>
                <a:cs typeface="IBM Plex Sans JP"/>
                <a:sym typeface="IBM Plex Sans JP"/>
              </a:rPr>
              <a:t>■ </a:t>
            </a:r>
            <a:r>
              <a:rPr lang="en-US" sz="1050" dirty="0" err="1">
                <a:solidFill>
                  <a:schemeClr val="dk1"/>
                </a:solidFill>
                <a:latin typeface="IBM Plex Sans JP" panose="020B0503050203000203" pitchFamily="50" charset="-128"/>
                <a:ea typeface="IBM Plex Sans JP" panose="020B0503050203000203" pitchFamily="50" charset="-128"/>
                <a:cs typeface="IBM Plex Sans JP"/>
                <a:sym typeface="IBM Plex Sans JP"/>
              </a:rPr>
              <a:t>Detail（精密版</a:t>
            </a:r>
            <a:r>
              <a:rPr lang="en-US" sz="1050" dirty="0">
                <a:solidFill>
                  <a:schemeClr val="dk1"/>
                </a:solidFill>
                <a:latin typeface="IBM Plex Sans JP" panose="020B0503050203000203" pitchFamily="50" charset="-128"/>
                <a:ea typeface="IBM Plex Sans JP" panose="020B0503050203000203" pitchFamily="50" charset="-128"/>
                <a:cs typeface="IBM Plex Sans JP"/>
                <a:sym typeface="IBM Plex Sans JP"/>
              </a:rPr>
              <a:t>）</a:t>
            </a:r>
            <a:endParaRPr sz="1050" dirty="0">
              <a:solidFill>
                <a:schemeClr val="dk1"/>
              </a:solidFill>
              <a:latin typeface="IBM Plex Sans JP" panose="020B0503050203000203" pitchFamily="50" charset="-128"/>
              <a:ea typeface="IBM Plex Sans JP" panose="020B0503050203000203" pitchFamily="50" charset="-128"/>
              <a:cs typeface="IBM Plex Sans JP"/>
              <a:sym typeface="IBM Plex Sans JP"/>
            </a:endParaRPr>
          </a:p>
          <a:p>
            <a:pPr marL="0" marR="0" lvl="0" indent="0" algn="l" rtl="0">
              <a:spcBef>
                <a:spcPts val="0"/>
              </a:spcBef>
              <a:spcAft>
                <a:spcPts val="0"/>
              </a:spcAft>
              <a:buNone/>
            </a:pPr>
            <a:endParaRPr sz="500" dirty="0">
              <a:solidFill>
                <a:schemeClr val="dk1"/>
              </a:solidFill>
              <a:latin typeface="IBM Plex Sans JP" panose="020B0503050203000203" pitchFamily="50" charset="-128"/>
              <a:ea typeface="IBM Plex Sans JP" panose="020B0503050203000203" pitchFamily="50" charset="-128"/>
              <a:cs typeface="IBM Plex Sans JP"/>
              <a:sym typeface="IBM Plex Sans JP"/>
            </a:endParaRPr>
          </a:p>
          <a:p>
            <a:pPr marL="0" marR="0" lvl="0" indent="0" algn="l" rtl="0">
              <a:spcBef>
                <a:spcPts val="0"/>
              </a:spcBef>
              <a:spcAft>
                <a:spcPts val="0"/>
              </a:spcAft>
              <a:buNone/>
            </a:pPr>
            <a:r>
              <a:rPr lang="en-US" sz="1050" dirty="0">
                <a:solidFill>
                  <a:schemeClr val="dk1"/>
                </a:solidFill>
                <a:latin typeface="IBM Plex Sans JP" panose="020B0503050203000203" pitchFamily="50" charset="-128"/>
                <a:ea typeface="IBM Plex Sans JP" panose="020B0503050203000203" pitchFamily="50" charset="-128"/>
                <a:cs typeface="IBM Plex Sans JP"/>
                <a:sym typeface="IBM Plex Sans JP"/>
              </a:rPr>
              <a:t> </a:t>
            </a:r>
            <a:r>
              <a:rPr lang="en-US" sz="1050" dirty="0" err="1">
                <a:solidFill>
                  <a:schemeClr val="dk1"/>
                </a:solidFill>
                <a:latin typeface="IBM Plex Sans JP" panose="020B0503050203000203" pitchFamily="50" charset="-128"/>
                <a:ea typeface="IBM Plex Sans JP" panose="020B0503050203000203" pitchFamily="50" charset="-128"/>
                <a:cs typeface="IBM Plex Sans JP"/>
                <a:sym typeface="IBM Plex Sans JP"/>
              </a:rPr>
              <a:t>実際の混色比構成</a:t>
            </a:r>
            <a:r>
              <a:rPr lang="en-US" sz="1050" dirty="0">
                <a:solidFill>
                  <a:schemeClr val="dk1"/>
                </a:solidFill>
                <a:latin typeface="IBM Plex Sans JP" panose="020B0503050203000203" pitchFamily="50" charset="-128"/>
                <a:ea typeface="IBM Plex Sans JP" panose="020B0503050203000203" pitchFamily="50" charset="-128"/>
                <a:cs typeface="IBM Plex Sans JP"/>
                <a:sym typeface="IBM Plex Sans JP"/>
              </a:rPr>
              <a:t>：  0, 1, 2, 3, 4, 5, 6, 7, 8, 9, 10%（</a:t>
            </a:r>
            <a:r>
              <a:rPr lang="en-US" sz="1050" dirty="0" err="1">
                <a:solidFill>
                  <a:schemeClr val="dk1"/>
                </a:solidFill>
                <a:latin typeface="IBM Plex Sans JP" panose="020B0503050203000203" pitchFamily="50" charset="-128"/>
                <a:ea typeface="IBM Plex Sans JP" panose="020B0503050203000203" pitchFamily="50" charset="-128"/>
                <a:cs typeface="IBM Plex Sans JP"/>
                <a:sym typeface="IBM Plex Sans JP"/>
              </a:rPr>
              <a:t>低比率領域</a:t>
            </a:r>
            <a:r>
              <a:rPr lang="en-US" sz="1050" dirty="0">
                <a:solidFill>
                  <a:schemeClr val="dk1"/>
                </a:solidFill>
                <a:latin typeface="IBM Plex Sans JP" panose="020B0503050203000203" pitchFamily="50" charset="-128"/>
                <a:ea typeface="IBM Plex Sans JP" panose="020B0503050203000203" pitchFamily="50" charset="-128"/>
                <a:cs typeface="IBM Plex Sans JP"/>
                <a:sym typeface="IBM Plex Sans JP"/>
              </a:rPr>
              <a:t> 10段） </a:t>
            </a:r>
            <a:endParaRPr sz="1050" dirty="0">
              <a:solidFill>
                <a:schemeClr val="dk1"/>
              </a:solidFill>
              <a:latin typeface="IBM Plex Sans JP" panose="020B0503050203000203" pitchFamily="50" charset="-128"/>
              <a:ea typeface="IBM Plex Sans JP" panose="020B0503050203000203" pitchFamily="50" charset="-128"/>
              <a:cs typeface="IBM Plex Sans JP"/>
              <a:sym typeface="IBM Plex Sans JP"/>
            </a:endParaRPr>
          </a:p>
          <a:p>
            <a:pPr marL="0" marR="0" lvl="0" indent="0" algn="l" rtl="0">
              <a:lnSpc>
                <a:spcPct val="115000"/>
              </a:lnSpc>
              <a:spcBef>
                <a:spcPts val="0"/>
              </a:spcBef>
              <a:spcAft>
                <a:spcPts val="0"/>
              </a:spcAft>
              <a:buNone/>
            </a:pPr>
            <a:r>
              <a:rPr lang="en-US" sz="1050" dirty="0">
                <a:solidFill>
                  <a:schemeClr val="dk1"/>
                </a:solidFill>
                <a:latin typeface="IBM Plex Sans JP" panose="020B0503050203000203" pitchFamily="50" charset="-128"/>
                <a:ea typeface="IBM Plex Sans JP" panose="020B0503050203000203" pitchFamily="50" charset="-128"/>
                <a:cs typeface="IBM Plex Sans JP"/>
                <a:sym typeface="IBM Plex Sans JP"/>
              </a:rPr>
              <a:t>                                       90, 91, 92, 93, 94, 95, 96, 97, 98, 99, 100%（</a:t>
            </a:r>
            <a:r>
              <a:rPr lang="en-US" sz="1050" dirty="0" err="1">
                <a:solidFill>
                  <a:schemeClr val="dk1"/>
                </a:solidFill>
                <a:latin typeface="IBM Plex Sans JP" panose="020B0503050203000203" pitchFamily="50" charset="-128"/>
                <a:ea typeface="IBM Plex Sans JP" panose="020B0503050203000203" pitchFamily="50" charset="-128"/>
                <a:cs typeface="IBM Plex Sans JP"/>
                <a:sym typeface="IBM Plex Sans JP"/>
              </a:rPr>
              <a:t>高比率領域</a:t>
            </a:r>
            <a:r>
              <a:rPr lang="en-US" sz="1050" dirty="0">
                <a:solidFill>
                  <a:schemeClr val="dk1"/>
                </a:solidFill>
                <a:latin typeface="IBM Plex Sans JP" panose="020B0503050203000203" pitchFamily="50" charset="-128"/>
                <a:ea typeface="IBM Plex Sans JP" panose="020B0503050203000203" pitchFamily="50" charset="-128"/>
                <a:cs typeface="IBM Plex Sans JP"/>
                <a:sym typeface="IBM Plex Sans JP"/>
              </a:rPr>
              <a:t> 10 段）</a:t>
            </a:r>
            <a:endParaRPr sz="1050" dirty="0">
              <a:solidFill>
                <a:schemeClr val="dk1"/>
              </a:solidFill>
              <a:latin typeface="IBM Plex Sans JP" panose="020B0503050203000203" pitchFamily="50" charset="-128"/>
              <a:ea typeface="IBM Plex Sans JP" panose="020B0503050203000203" pitchFamily="50" charset="-128"/>
              <a:cs typeface="IBM Plex Sans JP"/>
              <a:sym typeface="IBM Plex Sans JP"/>
            </a:endParaRPr>
          </a:p>
          <a:p>
            <a:pPr marL="0" marR="0" lvl="0" indent="0" algn="l" rtl="0">
              <a:spcBef>
                <a:spcPts val="0"/>
              </a:spcBef>
              <a:spcAft>
                <a:spcPts val="0"/>
              </a:spcAft>
              <a:buNone/>
            </a:pPr>
            <a:r>
              <a:rPr lang="en-US" sz="1050" dirty="0">
                <a:solidFill>
                  <a:schemeClr val="dk1"/>
                </a:solidFill>
                <a:latin typeface="IBM Plex Sans JP" panose="020B0503050203000203" pitchFamily="50" charset="-128"/>
                <a:ea typeface="IBM Plex Sans JP" panose="020B0503050203000203" pitchFamily="50" charset="-128"/>
                <a:cs typeface="IBM Plex Sans JP"/>
                <a:sym typeface="IBM Plex Sans JP"/>
              </a:rPr>
              <a:t>                                       中央に10％と90%を連続的につなぐ部分が1段あります。  </a:t>
            </a:r>
            <a:endParaRPr sz="1050" b="1" dirty="0">
              <a:solidFill>
                <a:schemeClr val="dk1"/>
              </a:solidFill>
              <a:latin typeface="IBM Plex Sans JP" panose="020B0503050203000203" pitchFamily="50" charset="-128"/>
              <a:ea typeface="IBM Plex Sans JP" panose="020B0503050203000203" pitchFamily="50" charset="-128"/>
              <a:cs typeface="IBM Plex Sans JP"/>
              <a:sym typeface="IBM Plex Sans JP"/>
            </a:endParaRPr>
          </a:p>
        </p:txBody>
      </p:sp>
    </p:spTree>
    <p:extLst>
      <p:ext uri="{BB962C8B-B14F-4D97-AF65-F5344CB8AC3E}">
        <p14:creationId xmlns:p14="http://schemas.microsoft.com/office/powerpoint/2010/main" val="2907040636"/>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153">
          <a:extLst>
            <a:ext uri="{FF2B5EF4-FFF2-40B4-BE49-F238E27FC236}">
              <a16:creationId xmlns:a16="http://schemas.microsoft.com/office/drawing/2014/main" id="{4F6213CE-1FF8-9558-BA4A-3303D6EED6D7}"/>
            </a:ext>
          </a:extLst>
        </p:cNvPr>
        <p:cNvGrpSpPr/>
        <p:nvPr/>
      </p:nvGrpSpPr>
      <p:grpSpPr>
        <a:xfrm>
          <a:off x="0" y="0"/>
          <a:ext cx="0" cy="0"/>
          <a:chOff x="0" y="0"/>
          <a:chExt cx="0" cy="0"/>
        </a:xfrm>
      </p:grpSpPr>
      <p:sp>
        <p:nvSpPr>
          <p:cNvPr id="154" name="Google Shape;154;p16">
            <a:extLst>
              <a:ext uri="{FF2B5EF4-FFF2-40B4-BE49-F238E27FC236}">
                <a16:creationId xmlns:a16="http://schemas.microsoft.com/office/drawing/2014/main" id="{10674015-AEEC-106C-C761-21FCC6374283}"/>
              </a:ext>
            </a:extLst>
          </p:cNvPr>
          <p:cNvSpPr/>
          <p:nvPr/>
        </p:nvSpPr>
        <p:spPr>
          <a:xfrm>
            <a:off x="51086" y="45268"/>
            <a:ext cx="6790099" cy="9053465"/>
          </a:xfrm>
          <a:prstGeom prst="rect">
            <a:avLst/>
          </a:prstGeom>
          <a:gradFill>
            <a:gsLst>
              <a:gs pos="0">
                <a:srgbClr val="EE00B0"/>
              </a:gs>
              <a:gs pos="10000">
                <a:srgbClr val="EE00B0"/>
              </a:gs>
              <a:gs pos="50000">
                <a:srgbClr val="6200E8"/>
              </a:gs>
              <a:gs pos="90000">
                <a:srgbClr val="0095E5"/>
              </a:gs>
              <a:gs pos="100000">
                <a:srgbClr val="0095E5"/>
              </a:gs>
            </a:gsLst>
            <a:lin ang="1800000" scaled="0"/>
          </a:gra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Arial"/>
              <a:ea typeface="Arial"/>
              <a:cs typeface="Arial"/>
              <a:sym typeface="Arial"/>
            </a:endParaRPr>
          </a:p>
        </p:txBody>
      </p:sp>
      <p:sp>
        <p:nvSpPr>
          <p:cNvPr id="8" name="フリーフォーム: 図形 7">
            <a:extLst>
              <a:ext uri="{FF2B5EF4-FFF2-40B4-BE49-F238E27FC236}">
                <a16:creationId xmlns:a16="http://schemas.microsoft.com/office/drawing/2014/main" id="{135AEA7E-FAF8-7665-DE6C-75BBB6545593}"/>
              </a:ext>
            </a:extLst>
          </p:cNvPr>
          <p:cNvSpPr/>
          <p:nvPr/>
        </p:nvSpPr>
        <p:spPr>
          <a:xfrm>
            <a:off x="17051" y="5531"/>
            <a:ext cx="6858000" cy="9144000"/>
          </a:xfrm>
          <a:custGeom>
            <a:avLst/>
            <a:gdLst>
              <a:gd name="csX0" fmla="*/ 3717793 w 6858000"/>
              <a:gd name="csY0" fmla="*/ 8656386 h 9144000"/>
              <a:gd name="csX1" fmla="*/ 3717793 w 6858000"/>
              <a:gd name="csY1" fmla="*/ 8710386 h 9144000"/>
              <a:gd name="csX2" fmla="*/ 6309793 w 6858000"/>
              <a:gd name="csY2" fmla="*/ 8710386 h 9144000"/>
              <a:gd name="csX3" fmla="*/ 6309793 w 6858000"/>
              <a:gd name="csY3" fmla="*/ 8656386 h 9144000"/>
              <a:gd name="csX4" fmla="*/ 537487 w 6858000"/>
              <a:gd name="csY4" fmla="*/ 8656386 h 9144000"/>
              <a:gd name="csX5" fmla="*/ 537487 w 6858000"/>
              <a:gd name="csY5" fmla="*/ 8710386 h 9144000"/>
              <a:gd name="csX6" fmla="*/ 3129487 w 6858000"/>
              <a:gd name="csY6" fmla="*/ 8710386 h 9144000"/>
              <a:gd name="csX7" fmla="*/ 3129487 w 6858000"/>
              <a:gd name="csY7" fmla="*/ 8656386 h 9144000"/>
              <a:gd name="csX8" fmla="*/ 646045 w 6858000"/>
              <a:gd name="csY8" fmla="*/ 4683402 h 9144000"/>
              <a:gd name="csX9" fmla="*/ 543745 w 6858000"/>
              <a:gd name="csY9" fmla="*/ 4785702 h 9144000"/>
              <a:gd name="csX10" fmla="*/ 646045 w 6858000"/>
              <a:gd name="csY10" fmla="*/ 4888002 h 9144000"/>
              <a:gd name="csX11" fmla="*/ 748345 w 6858000"/>
              <a:gd name="csY11" fmla="*/ 4785702 h 9144000"/>
              <a:gd name="csX12" fmla="*/ 646045 w 6858000"/>
              <a:gd name="csY12" fmla="*/ 4683402 h 9144000"/>
              <a:gd name="csX13" fmla="*/ 636349 w 6858000"/>
              <a:gd name="csY13" fmla="*/ 2712143 h 9144000"/>
              <a:gd name="csX14" fmla="*/ 573499 w 6858000"/>
              <a:gd name="csY14" fmla="*/ 2773493 h 9144000"/>
              <a:gd name="csX15" fmla="*/ 636349 w 6858000"/>
              <a:gd name="csY15" fmla="*/ 2834843 h 9144000"/>
              <a:gd name="csX16" fmla="*/ 699199 w 6858000"/>
              <a:gd name="csY16" fmla="*/ 2773493 h 9144000"/>
              <a:gd name="csX17" fmla="*/ 636349 w 6858000"/>
              <a:gd name="csY17" fmla="*/ 2712143 h 9144000"/>
              <a:gd name="csX18" fmla="*/ 651462 w 6858000"/>
              <a:gd name="csY18" fmla="*/ 1159564 h 9144000"/>
              <a:gd name="csX19" fmla="*/ 588612 w 6858000"/>
              <a:gd name="csY19" fmla="*/ 1220914 h 9144000"/>
              <a:gd name="csX20" fmla="*/ 651462 w 6858000"/>
              <a:gd name="csY20" fmla="*/ 1282264 h 9144000"/>
              <a:gd name="csX21" fmla="*/ 714312 w 6858000"/>
              <a:gd name="csY21" fmla="*/ 1220914 h 9144000"/>
              <a:gd name="csX22" fmla="*/ 651462 w 6858000"/>
              <a:gd name="csY22" fmla="*/ 1159564 h 9144000"/>
              <a:gd name="csX23" fmla="*/ 642037 w 6858000"/>
              <a:gd name="csY23" fmla="*/ 671102 h 9144000"/>
              <a:gd name="csX24" fmla="*/ 539737 w 6858000"/>
              <a:gd name="csY24" fmla="*/ 773402 h 9144000"/>
              <a:gd name="csX25" fmla="*/ 642037 w 6858000"/>
              <a:gd name="csY25" fmla="*/ 875702 h 9144000"/>
              <a:gd name="csX26" fmla="*/ 744337 w 6858000"/>
              <a:gd name="csY26" fmla="*/ 773402 h 9144000"/>
              <a:gd name="csX27" fmla="*/ 642037 w 6858000"/>
              <a:gd name="csY27" fmla="*/ 671102 h 9144000"/>
              <a:gd name="csX28" fmla="*/ 537486 w 6858000"/>
              <a:gd name="csY28" fmla="*/ 446937 h 9144000"/>
              <a:gd name="csX29" fmla="*/ 537486 w 6858000"/>
              <a:gd name="csY29" fmla="*/ 500937 h 9144000"/>
              <a:gd name="csX30" fmla="*/ 6293679 w 6858000"/>
              <a:gd name="csY30" fmla="*/ 500937 h 9144000"/>
              <a:gd name="csX31" fmla="*/ 6293679 w 6858000"/>
              <a:gd name="csY31" fmla="*/ 446937 h 9144000"/>
              <a:gd name="csX32" fmla="*/ 0 w 6858000"/>
              <a:gd name="csY32" fmla="*/ 0 h 9144000"/>
              <a:gd name="csX33" fmla="*/ 6858000 w 6858000"/>
              <a:gd name="csY33" fmla="*/ 0 h 9144000"/>
              <a:gd name="csX34" fmla="*/ 6858000 w 6858000"/>
              <a:gd name="csY34" fmla="*/ 9144000 h 9144000"/>
              <a:gd name="csX35" fmla="*/ 0 w 6858000"/>
              <a:gd name="csY35" fmla="*/ 9144000 h 91440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6858000" h="9144000">
                <a:moveTo>
                  <a:pt x="3717793" y="8656386"/>
                </a:moveTo>
                <a:lnTo>
                  <a:pt x="3717793" y="8710386"/>
                </a:lnTo>
                <a:lnTo>
                  <a:pt x="6309793" y="8710386"/>
                </a:lnTo>
                <a:lnTo>
                  <a:pt x="6309793" y="8656386"/>
                </a:lnTo>
                <a:close/>
                <a:moveTo>
                  <a:pt x="537487" y="8656386"/>
                </a:moveTo>
                <a:lnTo>
                  <a:pt x="537487" y="8710386"/>
                </a:lnTo>
                <a:lnTo>
                  <a:pt x="3129487" y="8710386"/>
                </a:lnTo>
                <a:lnTo>
                  <a:pt x="3129487" y="8656386"/>
                </a:lnTo>
                <a:close/>
                <a:moveTo>
                  <a:pt x="646045" y="4683402"/>
                </a:moveTo>
                <a:cubicBezTo>
                  <a:pt x="589546" y="4683402"/>
                  <a:pt x="543745" y="4729203"/>
                  <a:pt x="543745" y="4785702"/>
                </a:cubicBezTo>
                <a:cubicBezTo>
                  <a:pt x="543745" y="4842201"/>
                  <a:pt x="589546" y="4888002"/>
                  <a:pt x="646045" y="4888002"/>
                </a:cubicBezTo>
                <a:cubicBezTo>
                  <a:pt x="702544" y="4888002"/>
                  <a:pt x="748345" y="4842201"/>
                  <a:pt x="748345" y="4785702"/>
                </a:cubicBezTo>
                <a:cubicBezTo>
                  <a:pt x="748345" y="4729203"/>
                  <a:pt x="702544" y="4683402"/>
                  <a:pt x="646045" y="4683402"/>
                </a:cubicBezTo>
                <a:close/>
                <a:moveTo>
                  <a:pt x="636349" y="2712143"/>
                </a:moveTo>
                <a:cubicBezTo>
                  <a:pt x="601638" y="2712143"/>
                  <a:pt x="573499" y="2739610"/>
                  <a:pt x="573499" y="2773493"/>
                </a:cubicBezTo>
                <a:cubicBezTo>
                  <a:pt x="573499" y="2807376"/>
                  <a:pt x="601638" y="2834843"/>
                  <a:pt x="636349" y="2834843"/>
                </a:cubicBezTo>
                <a:cubicBezTo>
                  <a:pt x="671060" y="2834843"/>
                  <a:pt x="699199" y="2807376"/>
                  <a:pt x="699199" y="2773493"/>
                </a:cubicBezTo>
                <a:cubicBezTo>
                  <a:pt x="699199" y="2739610"/>
                  <a:pt x="671060" y="2712143"/>
                  <a:pt x="636349" y="2712143"/>
                </a:cubicBezTo>
                <a:close/>
                <a:moveTo>
                  <a:pt x="651462" y="1159564"/>
                </a:moveTo>
                <a:cubicBezTo>
                  <a:pt x="616751" y="1159564"/>
                  <a:pt x="588612" y="1187031"/>
                  <a:pt x="588612" y="1220914"/>
                </a:cubicBezTo>
                <a:cubicBezTo>
                  <a:pt x="588612" y="1254797"/>
                  <a:pt x="616751" y="1282264"/>
                  <a:pt x="651462" y="1282264"/>
                </a:cubicBezTo>
                <a:cubicBezTo>
                  <a:pt x="686173" y="1282264"/>
                  <a:pt x="714312" y="1254797"/>
                  <a:pt x="714312" y="1220914"/>
                </a:cubicBezTo>
                <a:cubicBezTo>
                  <a:pt x="714312" y="1187031"/>
                  <a:pt x="686173" y="1159564"/>
                  <a:pt x="651462" y="1159564"/>
                </a:cubicBezTo>
                <a:close/>
                <a:moveTo>
                  <a:pt x="642037" y="671102"/>
                </a:moveTo>
                <a:cubicBezTo>
                  <a:pt x="585538" y="671102"/>
                  <a:pt x="539737" y="716903"/>
                  <a:pt x="539737" y="773402"/>
                </a:cubicBezTo>
                <a:cubicBezTo>
                  <a:pt x="539737" y="829901"/>
                  <a:pt x="585538" y="875702"/>
                  <a:pt x="642037" y="875702"/>
                </a:cubicBezTo>
                <a:cubicBezTo>
                  <a:pt x="698536" y="875702"/>
                  <a:pt x="744337" y="829901"/>
                  <a:pt x="744337" y="773402"/>
                </a:cubicBezTo>
                <a:cubicBezTo>
                  <a:pt x="744337" y="716903"/>
                  <a:pt x="698536" y="671102"/>
                  <a:pt x="642037" y="671102"/>
                </a:cubicBezTo>
                <a:close/>
                <a:moveTo>
                  <a:pt x="537486" y="446937"/>
                </a:moveTo>
                <a:lnTo>
                  <a:pt x="537486" y="500937"/>
                </a:lnTo>
                <a:lnTo>
                  <a:pt x="6293679" y="500937"/>
                </a:lnTo>
                <a:lnTo>
                  <a:pt x="6293679" y="446937"/>
                </a:lnTo>
                <a:close/>
                <a:moveTo>
                  <a:pt x="0" y="0"/>
                </a:moveTo>
                <a:lnTo>
                  <a:pt x="6858000" y="0"/>
                </a:lnTo>
                <a:lnTo>
                  <a:pt x="6858000" y="9144000"/>
                </a:lnTo>
                <a:lnTo>
                  <a:pt x="0" y="9144000"/>
                </a:lnTo>
                <a:close/>
              </a:path>
            </a:pathLst>
          </a:custGeom>
          <a:solidFill>
            <a:schemeClr val="lt1"/>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Arial"/>
              <a:ea typeface="Arial"/>
              <a:cs typeface="Arial"/>
              <a:sym typeface="Arial"/>
            </a:endParaRPr>
          </a:p>
        </p:txBody>
      </p:sp>
      <p:sp>
        <p:nvSpPr>
          <p:cNvPr id="164" name="Google Shape;164;p16">
            <a:extLst>
              <a:ext uri="{FF2B5EF4-FFF2-40B4-BE49-F238E27FC236}">
                <a16:creationId xmlns:a16="http://schemas.microsoft.com/office/drawing/2014/main" id="{96275870-1463-FD60-4FA2-4A4169FD9226}"/>
              </a:ext>
            </a:extLst>
          </p:cNvPr>
          <p:cNvSpPr txBox="1"/>
          <p:nvPr/>
        </p:nvSpPr>
        <p:spPr>
          <a:xfrm>
            <a:off x="3163826" y="8511531"/>
            <a:ext cx="575734" cy="369332"/>
          </a:xfrm>
          <a:prstGeom prst="rect">
            <a:avLst/>
          </a:prstGeom>
          <a:noFill/>
          <a:ln>
            <a:noFill/>
          </a:ln>
        </p:spPr>
        <p:txBody>
          <a:bodyPr spcFirstLastPara="1" wrap="square" lIns="91425" tIns="45700" rIns="91425" bIns="45700" anchor="ctr" anchorCtr="0">
            <a:spAutoFit/>
          </a:bodyPr>
          <a:lstStyle/>
          <a:p>
            <a:pPr marL="0" marR="0" lvl="0" indent="0" algn="ctr" rtl="0">
              <a:spcBef>
                <a:spcPts val="0"/>
              </a:spcBef>
              <a:spcAft>
                <a:spcPts val="0"/>
              </a:spcAft>
              <a:buNone/>
            </a:pPr>
            <a:r>
              <a:rPr lang="en-US" sz="1800">
                <a:solidFill>
                  <a:schemeClr val="dk1"/>
                </a:solidFill>
                <a:latin typeface="Arial"/>
                <a:ea typeface="Arial"/>
                <a:cs typeface="Arial"/>
                <a:sym typeface="Arial"/>
              </a:rPr>
              <a:t>3</a:t>
            </a:r>
            <a:endParaRPr sz="1800">
              <a:solidFill>
                <a:schemeClr val="dk1"/>
              </a:solidFill>
              <a:latin typeface="Arial"/>
              <a:ea typeface="Arial"/>
              <a:cs typeface="Arial"/>
              <a:sym typeface="Arial"/>
            </a:endParaRPr>
          </a:p>
        </p:txBody>
      </p:sp>
      <p:sp>
        <p:nvSpPr>
          <p:cNvPr id="166" name="Google Shape;166;p16">
            <a:extLst>
              <a:ext uri="{FF2B5EF4-FFF2-40B4-BE49-F238E27FC236}">
                <a16:creationId xmlns:a16="http://schemas.microsoft.com/office/drawing/2014/main" id="{485DB195-9781-F281-8557-159DD1B05CF4}"/>
              </a:ext>
            </a:extLst>
          </p:cNvPr>
          <p:cNvSpPr txBox="1"/>
          <p:nvPr/>
        </p:nvSpPr>
        <p:spPr>
          <a:xfrm>
            <a:off x="770844" y="4624760"/>
            <a:ext cx="2739900" cy="4002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000" b="1">
                <a:solidFill>
                  <a:schemeClr val="dk1"/>
                </a:solidFill>
                <a:latin typeface="IBM Plex Sans JP" panose="020B0503050203000203" pitchFamily="50" charset="-128"/>
                <a:ea typeface="IBM Plex Sans JP" panose="020B0503050203000203" pitchFamily="50" charset="-128"/>
                <a:cs typeface="IBM Plex Sans JP SemiBold"/>
                <a:sym typeface="IBM Plex Sans JP SemiBold"/>
              </a:rPr>
              <a:t>6. 外部測定ツール </a:t>
            </a:r>
            <a:endParaRPr sz="2400" b="1">
              <a:solidFill>
                <a:schemeClr val="dk1"/>
              </a:solidFill>
              <a:latin typeface="IBM Plex Sans JP" panose="020B0503050203000203" pitchFamily="50" charset="-128"/>
              <a:ea typeface="IBM Plex Sans JP" panose="020B0503050203000203" pitchFamily="50" charset="-128"/>
              <a:cs typeface="IBM Plex Sans JP SemiBold"/>
              <a:sym typeface="IBM Plex Sans JP SemiBold"/>
            </a:endParaRPr>
          </a:p>
        </p:txBody>
      </p:sp>
      <p:sp>
        <p:nvSpPr>
          <p:cNvPr id="167" name="Google Shape;167;p16">
            <a:extLst>
              <a:ext uri="{FF2B5EF4-FFF2-40B4-BE49-F238E27FC236}">
                <a16:creationId xmlns:a16="http://schemas.microsoft.com/office/drawing/2014/main" id="{22E51384-E490-3F3A-13B4-589D4E2018B6}"/>
              </a:ext>
            </a:extLst>
          </p:cNvPr>
          <p:cNvSpPr txBox="1"/>
          <p:nvPr/>
        </p:nvSpPr>
        <p:spPr>
          <a:xfrm>
            <a:off x="668508" y="5047700"/>
            <a:ext cx="5649600" cy="2021282"/>
          </a:xfrm>
          <a:prstGeom prst="rect">
            <a:avLst/>
          </a:prstGeom>
          <a:noFill/>
          <a:ln>
            <a:noFill/>
          </a:ln>
        </p:spPr>
        <p:txBody>
          <a:bodyPr spcFirstLastPara="1" wrap="square" lIns="91425" tIns="45700" rIns="91425" bIns="45700" anchor="t" anchorCtr="0">
            <a:spAutoFit/>
          </a:bodyPr>
          <a:lstStyle/>
          <a:p>
            <a:pPr marL="0" marR="0" lvl="0" indent="0" algn="l" rtl="0">
              <a:lnSpc>
                <a:spcPct val="115000"/>
              </a:lnSpc>
              <a:spcBef>
                <a:spcPts val="0"/>
              </a:spcBef>
              <a:spcAft>
                <a:spcPts val="0"/>
              </a:spcAft>
              <a:buNone/>
            </a:pPr>
            <a:r>
              <a:rPr lang="en-US" sz="1000" dirty="0">
                <a:solidFill>
                  <a:schemeClr val="dk1"/>
                </a:solidFill>
                <a:latin typeface="IBM Plex Sans JP" panose="020B0503050203000203" pitchFamily="50" charset="-128"/>
                <a:ea typeface="IBM Plex Sans JP" panose="020B0503050203000203" pitchFamily="50" charset="-128"/>
                <a:cs typeface="IBM Plex Sans JP"/>
                <a:sym typeface="IBM Plex Sans JP"/>
              </a:rPr>
              <a:t>Blend Color Checker </a:t>
            </a:r>
            <a:r>
              <a:rPr lang="en-US" sz="1000" dirty="0" err="1">
                <a:solidFill>
                  <a:schemeClr val="dk1"/>
                </a:solidFill>
                <a:latin typeface="IBM Plex Sans JP" panose="020B0503050203000203" pitchFamily="50" charset="-128"/>
                <a:ea typeface="IBM Plex Sans JP" panose="020B0503050203000203" pitchFamily="50" charset="-128"/>
                <a:cs typeface="IBM Plex Sans JP"/>
                <a:sym typeface="IBM Plex Sans JP"/>
              </a:rPr>
              <a:t>は、色計測機</a:t>
            </a:r>
            <a:r>
              <a:rPr lang="en-US" sz="1000" dirty="0">
                <a:solidFill>
                  <a:schemeClr val="dk1"/>
                </a:solidFill>
                <a:latin typeface="IBM Plex Sans JP" panose="020B0503050203000203" pitchFamily="50" charset="-128"/>
                <a:ea typeface="IBM Plex Sans JP" panose="020B0503050203000203" pitchFamily="50" charset="-128"/>
                <a:cs typeface="IBM Plex Sans JP"/>
                <a:sym typeface="IBM Plex Sans JP"/>
              </a:rPr>
              <a:t> NIX MINI 3 </a:t>
            </a:r>
            <a:r>
              <a:rPr lang="en-US" sz="1000" dirty="0" err="1">
                <a:solidFill>
                  <a:schemeClr val="dk1"/>
                </a:solidFill>
                <a:latin typeface="IBM Plex Sans JP" panose="020B0503050203000203" pitchFamily="50" charset="-128"/>
                <a:ea typeface="IBM Plex Sans JP" panose="020B0503050203000203" pitchFamily="50" charset="-128"/>
                <a:cs typeface="IBM Plex Sans JP"/>
                <a:sym typeface="IBM Plex Sans JP"/>
              </a:rPr>
              <a:t>を使用した数値的な色評価のため、以下の最適化を行っています</a:t>
            </a:r>
            <a:r>
              <a:rPr lang="en-US" sz="1000" dirty="0">
                <a:solidFill>
                  <a:schemeClr val="dk1"/>
                </a:solidFill>
                <a:latin typeface="IBM Plex Sans JP" panose="020B0503050203000203" pitchFamily="50" charset="-128"/>
                <a:ea typeface="IBM Plex Sans JP" panose="020B0503050203000203" pitchFamily="50" charset="-128"/>
                <a:cs typeface="IBM Plex Sans JP"/>
                <a:sym typeface="IBM Plex Sans JP"/>
              </a:rPr>
              <a:t>。 </a:t>
            </a:r>
            <a:endParaRPr sz="1000" dirty="0">
              <a:solidFill>
                <a:schemeClr val="dk1"/>
              </a:solidFill>
              <a:latin typeface="IBM Plex Sans JP" panose="020B0503050203000203" pitchFamily="50" charset="-128"/>
              <a:ea typeface="IBM Plex Sans JP" panose="020B0503050203000203" pitchFamily="50" charset="-128"/>
              <a:cs typeface="IBM Plex Sans JP"/>
              <a:sym typeface="IBM Plex Sans JP"/>
            </a:endParaRPr>
          </a:p>
          <a:p>
            <a:pPr marL="0" marR="0" lvl="0" indent="0" algn="l" rtl="0">
              <a:lnSpc>
                <a:spcPct val="115000"/>
              </a:lnSpc>
              <a:spcBef>
                <a:spcPts val="0"/>
              </a:spcBef>
              <a:spcAft>
                <a:spcPts val="0"/>
              </a:spcAft>
              <a:buNone/>
            </a:pPr>
            <a:endParaRPr sz="500" dirty="0">
              <a:solidFill>
                <a:schemeClr val="dk1"/>
              </a:solidFill>
              <a:latin typeface="IBM Plex Sans JP" panose="020B0503050203000203" pitchFamily="50" charset="-128"/>
              <a:ea typeface="IBM Plex Sans JP" panose="020B0503050203000203" pitchFamily="50" charset="-128"/>
              <a:cs typeface="IBM Plex Sans JP"/>
              <a:sym typeface="IBM Plex Sans JP"/>
            </a:endParaRPr>
          </a:p>
          <a:p>
            <a:pPr marL="457200" marR="0" lvl="0" indent="-292100" algn="l" rtl="0">
              <a:lnSpc>
                <a:spcPct val="115000"/>
              </a:lnSpc>
              <a:spcBef>
                <a:spcPts val="0"/>
              </a:spcBef>
              <a:spcAft>
                <a:spcPts val="0"/>
              </a:spcAft>
              <a:buClr>
                <a:schemeClr val="dk1"/>
              </a:buClr>
              <a:buSzPts val="1000"/>
              <a:buFont typeface="Arial" panose="020B0604020202020204" pitchFamily="34" charset="0"/>
              <a:buChar char="•"/>
            </a:pPr>
            <a:r>
              <a:rPr lang="en-US" sz="1000" dirty="0" err="1">
                <a:solidFill>
                  <a:schemeClr val="dk1"/>
                </a:solidFill>
                <a:latin typeface="IBM Plex Sans JP" panose="020B0503050203000203" pitchFamily="50" charset="-128"/>
                <a:ea typeface="IBM Plex Sans JP" panose="020B0503050203000203" pitchFamily="50" charset="-128"/>
                <a:cs typeface="IBM Plex Sans JP"/>
                <a:sym typeface="IBM Plex Sans JP"/>
              </a:rPr>
              <a:t>セグメント幅の最適化</a:t>
            </a:r>
            <a:r>
              <a:rPr lang="en-US" sz="1000" dirty="0">
                <a:solidFill>
                  <a:schemeClr val="dk1"/>
                </a:solidFill>
                <a:latin typeface="IBM Plex Sans JP" panose="020B0503050203000203" pitchFamily="50" charset="-128"/>
                <a:ea typeface="IBM Plex Sans JP" panose="020B0503050203000203" pitchFamily="50" charset="-128"/>
                <a:cs typeface="IBM Plex Sans JP"/>
                <a:sym typeface="IBM Plex Sans JP"/>
              </a:rPr>
              <a:t> </a:t>
            </a:r>
            <a:endParaRPr sz="1000" dirty="0">
              <a:solidFill>
                <a:schemeClr val="dk1"/>
              </a:solidFill>
              <a:latin typeface="IBM Plex Sans JP" panose="020B0503050203000203" pitchFamily="50" charset="-128"/>
              <a:ea typeface="IBM Plex Sans JP" panose="020B0503050203000203" pitchFamily="50" charset="-128"/>
              <a:cs typeface="IBM Plex Sans JP"/>
              <a:sym typeface="IBM Plex Sans JP"/>
            </a:endParaRPr>
          </a:p>
          <a:p>
            <a:pPr marL="457200" marR="0" lvl="0" algn="l" rtl="0">
              <a:lnSpc>
                <a:spcPct val="115000"/>
              </a:lnSpc>
              <a:spcBef>
                <a:spcPts val="0"/>
              </a:spcBef>
              <a:spcAft>
                <a:spcPts val="0"/>
              </a:spcAft>
            </a:pPr>
            <a:r>
              <a:rPr lang="en-US" sz="900" dirty="0">
                <a:solidFill>
                  <a:schemeClr val="dk1"/>
                </a:solidFill>
                <a:latin typeface="IBM Plex Sans JP" panose="020B0503050203000203" pitchFamily="50" charset="-128"/>
                <a:ea typeface="IBM Plex Sans JP" panose="020B0503050203000203" pitchFamily="50" charset="-128"/>
                <a:cs typeface="IBM Plex Sans JP"/>
                <a:sym typeface="IBM Plex Sans JP"/>
              </a:rPr>
              <a:t>NIX MINI 3 </a:t>
            </a:r>
            <a:r>
              <a:rPr lang="en-US" sz="900" dirty="0" err="1">
                <a:solidFill>
                  <a:schemeClr val="dk1"/>
                </a:solidFill>
                <a:latin typeface="IBM Plex Sans JP" panose="020B0503050203000203" pitchFamily="50" charset="-128"/>
                <a:ea typeface="IBM Plex Sans JP" panose="020B0503050203000203" pitchFamily="50" charset="-128"/>
                <a:cs typeface="IBM Plex Sans JP"/>
                <a:sym typeface="IBM Plex Sans JP"/>
              </a:rPr>
              <a:t>の測定口径に対して十分な測定面積が確保できる幅で設計されています。測定部の一辺とノッチの</a:t>
            </a:r>
            <a:r>
              <a:rPr lang="en-US" sz="900" dirty="0">
                <a:solidFill>
                  <a:schemeClr val="dk1"/>
                </a:solidFill>
                <a:latin typeface="IBM Plex Sans JP" panose="020B0503050203000203" pitchFamily="50" charset="-128"/>
                <a:ea typeface="IBM Plex Sans JP" panose="020B0503050203000203" pitchFamily="50" charset="-128"/>
                <a:cs typeface="IBM Plex Sans JP"/>
                <a:sym typeface="IBM Plex Sans JP"/>
              </a:rPr>
              <a:t> </a:t>
            </a:r>
            <a:r>
              <a:rPr lang="en-US" sz="900" dirty="0" err="1">
                <a:solidFill>
                  <a:schemeClr val="dk1"/>
                </a:solidFill>
                <a:latin typeface="IBM Plex Sans JP" panose="020B0503050203000203" pitchFamily="50" charset="-128"/>
                <a:ea typeface="IBM Plex Sans JP" panose="020B0503050203000203" pitchFamily="50" charset="-128"/>
                <a:cs typeface="IBM Plex Sans JP"/>
                <a:sym typeface="IBM Plex Sans JP"/>
              </a:rPr>
              <a:t>幅をそろえていますので、一致するように取り付けて測定する事で測定ミスを防ぎます</a:t>
            </a:r>
            <a:r>
              <a:rPr lang="en-US" sz="900" dirty="0">
                <a:solidFill>
                  <a:schemeClr val="dk1"/>
                </a:solidFill>
                <a:latin typeface="IBM Plex Sans JP" panose="020B0503050203000203" pitchFamily="50" charset="-128"/>
                <a:ea typeface="IBM Plex Sans JP" panose="020B0503050203000203" pitchFamily="50" charset="-128"/>
                <a:cs typeface="IBM Plex Sans JP"/>
                <a:sym typeface="IBM Plex Sans JP"/>
              </a:rPr>
              <a:t>。  </a:t>
            </a:r>
            <a:endParaRPr sz="900" dirty="0">
              <a:solidFill>
                <a:schemeClr val="dk1"/>
              </a:solidFill>
              <a:latin typeface="IBM Plex Sans JP" panose="020B0503050203000203" pitchFamily="50" charset="-128"/>
              <a:ea typeface="IBM Plex Sans JP" panose="020B0503050203000203" pitchFamily="50" charset="-128"/>
              <a:cs typeface="IBM Plex Sans JP"/>
              <a:sym typeface="IBM Plex Sans JP"/>
            </a:endParaRPr>
          </a:p>
          <a:p>
            <a:pPr marL="457200" marR="0" lvl="0" indent="-292100" algn="l" rtl="0">
              <a:lnSpc>
                <a:spcPct val="115000"/>
              </a:lnSpc>
              <a:spcBef>
                <a:spcPts val="0"/>
              </a:spcBef>
              <a:spcAft>
                <a:spcPts val="0"/>
              </a:spcAft>
              <a:buClr>
                <a:schemeClr val="dk1"/>
              </a:buClr>
              <a:buSzPts val="1000"/>
              <a:buFont typeface="Arial" panose="020B0604020202020204" pitchFamily="34" charset="0"/>
              <a:buChar char="•"/>
            </a:pPr>
            <a:r>
              <a:rPr lang="en-US" sz="1000" dirty="0" err="1">
                <a:solidFill>
                  <a:schemeClr val="dk1"/>
                </a:solidFill>
                <a:latin typeface="IBM Plex Sans JP" panose="020B0503050203000203" pitchFamily="50" charset="-128"/>
                <a:ea typeface="IBM Plex Sans JP" panose="020B0503050203000203" pitchFamily="50" charset="-128"/>
                <a:cs typeface="IBM Plex Sans JP"/>
                <a:sym typeface="IBM Plex Sans JP"/>
              </a:rPr>
              <a:t>タワーの幅の最適化</a:t>
            </a:r>
            <a:r>
              <a:rPr lang="en-US" sz="1000" dirty="0">
                <a:solidFill>
                  <a:schemeClr val="dk1"/>
                </a:solidFill>
                <a:latin typeface="IBM Plex Sans JP" panose="020B0503050203000203" pitchFamily="50" charset="-128"/>
                <a:ea typeface="IBM Plex Sans JP" panose="020B0503050203000203" pitchFamily="50" charset="-128"/>
                <a:cs typeface="IBM Plex Sans JP"/>
                <a:sym typeface="IBM Plex Sans JP"/>
              </a:rPr>
              <a:t> </a:t>
            </a:r>
            <a:endParaRPr sz="1000" dirty="0">
              <a:solidFill>
                <a:schemeClr val="dk1"/>
              </a:solidFill>
              <a:latin typeface="IBM Plex Sans JP" panose="020B0503050203000203" pitchFamily="50" charset="-128"/>
              <a:ea typeface="IBM Plex Sans JP" panose="020B0503050203000203" pitchFamily="50" charset="-128"/>
              <a:cs typeface="IBM Plex Sans JP"/>
              <a:sym typeface="IBM Plex Sans JP"/>
            </a:endParaRPr>
          </a:p>
          <a:p>
            <a:pPr marL="457200" marR="0" lvl="0" algn="l" rtl="0">
              <a:lnSpc>
                <a:spcPct val="115000"/>
              </a:lnSpc>
              <a:spcBef>
                <a:spcPts val="0"/>
              </a:spcBef>
              <a:spcAft>
                <a:spcPts val="0"/>
              </a:spcAft>
            </a:pPr>
            <a:r>
              <a:rPr lang="en-US" sz="900" dirty="0" err="1">
                <a:solidFill>
                  <a:schemeClr val="dk1"/>
                </a:solidFill>
                <a:latin typeface="IBM Plex Sans JP" panose="020B0503050203000203" pitchFamily="50" charset="-128"/>
                <a:ea typeface="IBM Plex Sans JP" panose="020B0503050203000203" pitchFamily="50" charset="-128"/>
                <a:cs typeface="IBM Plex Sans JP"/>
                <a:sym typeface="IBM Plex Sans JP"/>
              </a:rPr>
              <a:t>タワーの幅はNIX</a:t>
            </a:r>
            <a:r>
              <a:rPr lang="en-US" sz="900" dirty="0">
                <a:solidFill>
                  <a:schemeClr val="dk1"/>
                </a:solidFill>
                <a:latin typeface="IBM Plex Sans JP" panose="020B0503050203000203" pitchFamily="50" charset="-128"/>
                <a:ea typeface="IBM Plex Sans JP" panose="020B0503050203000203" pitchFamily="50" charset="-128"/>
                <a:cs typeface="IBM Plex Sans JP"/>
                <a:sym typeface="IBM Plex Sans JP"/>
              </a:rPr>
              <a:t> MINI3の感光部を覆うことが出来る幅としており、エラーを防ぎます。  </a:t>
            </a:r>
            <a:endParaRPr sz="900" dirty="0">
              <a:solidFill>
                <a:schemeClr val="dk1"/>
              </a:solidFill>
              <a:latin typeface="IBM Plex Sans JP" panose="020B0503050203000203" pitchFamily="50" charset="-128"/>
              <a:ea typeface="IBM Plex Sans JP" panose="020B0503050203000203" pitchFamily="50" charset="-128"/>
              <a:cs typeface="IBM Plex Sans JP"/>
              <a:sym typeface="IBM Plex Sans JP"/>
            </a:endParaRPr>
          </a:p>
          <a:p>
            <a:pPr marL="457200" marR="0" lvl="0" indent="-292100" algn="l" rtl="0">
              <a:lnSpc>
                <a:spcPct val="115000"/>
              </a:lnSpc>
              <a:spcBef>
                <a:spcPts val="0"/>
              </a:spcBef>
              <a:spcAft>
                <a:spcPts val="0"/>
              </a:spcAft>
              <a:buClr>
                <a:schemeClr val="dk1"/>
              </a:buClr>
              <a:buSzPts val="1000"/>
              <a:buFont typeface="Arial" panose="020B0604020202020204" pitchFamily="34" charset="0"/>
              <a:buChar char="•"/>
            </a:pPr>
            <a:r>
              <a:rPr lang="en-US" sz="1000" dirty="0" err="1">
                <a:solidFill>
                  <a:schemeClr val="dk1"/>
                </a:solidFill>
                <a:latin typeface="IBM Plex Sans JP" panose="020B0503050203000203" pitchFamily="50" charset="-128"/>
                <a:ea typeface="IBM Plex Sans JP" panose="020B0503050203000203" pitchFamily="50" charset="-128"/>
                <a:cs typeface="IBM Plex Sans JP"/>
                <a:sym typeface="IBM Plex Sans JP"/>
              </a:rPr>
              <a:t>最上面に記号を記載</a:t>
            </a:r>
            <a:r>
              <a:rPr lang="en-US" sz="1000" dirty="0">
                <a:solidFill>
                  <a:schemeClr val="dk1"/>
                </a:solidFill>
                <a:latin typeface="IBM Plex Sans JP" panose="020B0503050203000203" pitchFamily="50" charset="-128"/>
                <a:ea typeface="IBM Plex Sans JP" panose="020B0503050203000203" pitchFamily="50" charset="-128"/>
                <a:cs typeface="IBM Plex Sans JP"/>
                <a:sym typeface="IBM Plex Sans JP"/>
              </a:rPr>
              <a:t> </a:t>
            </a:r>
            <a:endParaRPr sz="1000" dirty="0">
              <a:solidFill>
                <a:schemeClr val="dk1"/>
              </a:solidFill>
              <a:latin typeface="IBM Plex Sans JP" panose="020B0503050203000203" pitchFamily="50" charset="-128"/>
              <a:ea typeface="IBM Plex Sans JP" panose="020B0503050203000203" pitchFamily="50" charset="-128"/>
              <a:cs typeface="IBM Plex Sans JP"/>
              <a:sym typeface="IBM Plex Sans JP"/>
            </a:endParaRPr>
          </a:p>
          <a:p>
            <a:pPr marL="457200" marR="0" lvl="0" algn="l" rtl="0">
              <a:lnSpc>
                <a:spcPct val="115000"/>
              </a:lnSpc>
              <a:spcBef>
                <a:spcPts val="0"/>
              </a:spcBef>
              <a:spcAft>
                <a:spcPts val="0"/>
              </a:spcAft>
            </a:pPr>
            <a:r>
              <a:rPr lang="en-US" sz="900" dirty="0">
                <a:solidFill>
                  <a:schemeClr val="dk1"/>
                </a:solidFill>
                <a:latin typeface="IBM Plex Sans JP" panose="020B0503050203000203" pitchFamily="50" charset="-128"/>
                <a:ea typeface="IBM Plex Sans JP" panose="020B0503050203000203" pitchFamily="50" charset="-128"/>
                <a:cs typeface="IBM Plex Sans JP"/>
                <a:sym typeface="IBM Plex Sans JP"/>
              </a:rPr>
              <a:t>4 </a:t>
            </a:r>
            <a:r>
              <a:rPr lang="en-US" sz="900" dirty="0" err="1">
                <a:solidFill>
                  <a:schemeClr val="dk1"/>
                </a:solidFill>
                <a:latin typeface="IBM Plex Sans JP" panose="020B0503050203000203" pitchFamily="50" charset="-128"/>
                <a:ea typeface="IBM Plex Sans JP" panose="020B0503050203000203" pitchFamily="50" charset="-128"/>
                <a:cs typeface="IBM Plex Sans JP"/>
                <a:sym typeface="IBM Plex Sans JP"/>
              </a:rPr>
              <a:t>面の測定結果を残す際にどこの面を測定したのかわかるように最上面に各面に対応するアルファベットを記載</a:t>
            </a:r>
            <a:r>
              <a:rPr lang="en-US" sz="900" dirty="0">
                <a:solidFill>
                  <a:schemeClr val="dk1"/>
                </a:solidFill>
                <a:latin typeface="IBM Plex Sans JP" panose="020B0503050203000203" pitchFamily="50" charset="-128"/>
                <a:ea typeface="IBM Plex Sans JP" panose="020B0503050203000203" pitchFamily="50" charset="-128"/>
                <a:cs typeface="IBM Plex Sans JP"/>
                <a:sym typeface="IBM Plex Sans JP"/>
              </a:rPr>
              <a:t> </a:t>
            </a:r>
            <a:r>
              <a:rPr lang="en-US" sz="900" dirty="0" err="1">
                <a:solidFill>
                  <a:schemeClr val="dk1"/>
                </a:solidFill>
                <a:latin typeface="IBM Plex Sans JP" panose="020B0503050203000203" pitchFamily="50" charset="-128"/>
                <a:ea typeface="IBM Plex Sans JP" panose="020B0503050203000203" pitchFamily="50" charset="-128"/>
                <a:cs typeface="IBM Plex Sans JP"/>
                <a:sym typeface="IBM Plex Sans JP"/>
              </a:rPr>
              <a:t>しています。測定時の整理にご活用ください</a:t>
            </a:r>
            <a:r>
              <a:rPr lang="en-US" sz="900" dirty="0">
                <a:solidFill>
                  <a:schemeClr val="dk1"/>
                </a:solidFill>
                <a:latin typeface="IBM Plex Sans JP" panose="020B0503050203000203" pitchFamily="50" charset="-128"/>
                <a:ea typeface="IBM Plex Sans JP" panose="020B0503050203000203" pitchFamily="50" charset="-128"/>
                <a:cs typeface="IBM Plex Sans JP"/>
                <a:sym typeface="IBM Plex Sans JP"/>
              </a:rPr>
              <a:t>。 .</a:t>
            </a:r>
            <a:endParaRPr sz="900" b="1" dirty="0">
              <a:solidFill>
                <a:schemeClr val="dk1"/>
              </a:solidFill>
              <a:latin typeface="IBM Plex Sans JP" panose="020B0503050203000203" pitchFamily="50" charset="-128"/>
              <a:ea typeface="IBM Plex Sans JP" panose="020B0503050203000203" pitchFamily="50" charset="-128"/>
              <a:cs typeface="IBM Plex Sans JP"/>
              <a:sym typeface="IBM Plex Sans JP"/>
            </a:endParaRPr>
          </a:p>
        </p:txBody>
      </p:sp>
      <p:sp>
        <p:nvSpPr>
          <p:cNvPr id="168" name="Google Shape;168;p16">
            <a:extLst>
              <a:ext uri="{FF2B5EF4-FFF2-40B4-BE49-F238E27FC236}">
                <a16:creationId xmlns:a16="http://schemas.microsoft.com/office/drawing/2014/main" id="{1F80980B-41CE-7A97-C307-495078A73E33}"/>
              </a:ext>
            </a:extLst>
          </p:cNvPr>
          <p:cNvSpPr txBox="1"/>
          <p:nvPr/>
        </p:nvSpPr>
        <p:spPr>
          <a:xfrm>
            <a:off x="681821" y="2638082"/>
            <a:ext cx="5642100" cy="1773522"/>
          </a:xfrm>
          <a:prstGeom prst="rect">
            <a:avLst/>
          </a:prstGeom>
          <a:noFill/>
          <a:ln>
            <a:noFill/>
          </a:ln>
        </p:spPr>
        <p:txBody>
          <a:bodyPr spcFirstLastPara="1" wrap="square" lIns="91425" tIns="45700" rIns="91425" bIns="45700" anchor="t" anchorCtr="0">
            <a:spAutoFit/>
          </a:bodyPr>
          <a:lstStyle/>
          <a:p>
            <a:pPr marL="0" marR="0" lvl="0" indent="0" algn="l" rtl="0">
              <a:lnSpc>
                <a:spcPct val="115000"/>
              </a:lnSpc>
              <a:spcBef>
                <a:spcPts val="0"/>
              </a:spcBef>
              <a:spcAft>
                <a:spcPts val="0"/>
              </a:spcAft>
              <a:buNone/>
            </a:pPr>
            <a:r>
              <a:rPr lang="en-US" sz="1200" b="1" dirty="0" err="1">
                <a:solidFill>
                  <a:schemeClr val="dk1"/>
                </a:solidFill>
                <a:latin typeface="IBM Plex Sans JP" panose="020B0503050203000203" pitchFamily="50" charset="-128"/>
                <a:ea typeface="IBM Plex Sans JP" panose="020B0503050203000203" pitchFamily="50" charset="-128"/>
                <a:cs typeface="IBM Plex Sans JP"/>
                <a:sym typeface="IBM Plex Sans JP"/>
              </a:rPr>
              <a:t>CHeck</a:t>
            </a:r>
            <a:r>
              <a:rPr lang="en-US" sz="1200" b="1" dirty="0">
                <a:solidFill>
                  <a:schemeClr val="dk1"/>
                </a:solidFill>
                <a:latin typeface="IBM Plex Sans JP" panose="020B0503050203000203" pitchFamily="50" charset="-128"/>
                <a:ea typeface="IBM Plex Sans JP" panose="020B0503050203000203" pitchFamily="50" charset="-128"/>
                <a:cs typeface="IBM Plex Sans JP"/>
                <a:sym typeface="IBM Plex Sans JP"/>
              </a:rPr>
              <a:t> Tower </a:t>
            </a:r>
            <a:r>
              <a:rPr lang="en-US" sz="1200" b="1" dirty="0" err="1">
                <a:solidFill>
                  <a:schemeClr val="dk1"/>
                </a:solidFill>
                <a:latin typeface="IBM Plex Sans JP" panose="020B0503050203000203" pitchFamily="50" charset="-128"/>
                <a:ea typeface="IBM Plex Sans JP" panose="020B0503050203000203" pitchFamily="50" charset="-128"/>
                <a:cs typeface="IBM Plex Sans JP"/>
                <a:sym typeface="IBM Plex Sans JP"/>
              </a:rPr>
              <a:t>印刷時</a:t>
            </a:r>
            <a:r>
              <a:rPr lang="en-US" sz="1200" b="1" dirty="0">
                <a:solidFill>
                  <a:schemeClr val="dk1"/>
                </a:solidFill>
                <a:latin typeface="IBM Plex Sans JP" panose="020B0503050203000203" pitchFamily="50" charset="-128"/>
                <a:ea typeface="IBM Plex Sans JP" panose="020B0503050203000203" pitchFamily="50" charset="-128"/>
                <a:cs typeface="IBM Plex Sans JP"/>
                <a:sym typeface="IBM Plex Sans JP"/>
              </a:rPr>
              <a:t>  </a:t>
            </a:r>
            <a:endParaRPr sz="1200" b="1" dirty="0">
              <a:solidFill>
                <a:schemeClr val="dk1"/>
              </a:solidFill>
              <a:latin typeface="IBM Plex Sans JP" panose="020B0503050203000203" pitchFamily="50" charset="-128"/>
              <a:ea typeface="IBM Plex Sans JP" panose="020B0503050203000203" pitchFamily="50" charset="-128"/>
              <a:cs typeface="IBM Plex Sans JP"/>
              <a:sym typeface="IBM Plex Sans JP"/>
            </a:endParaRPr>
          </a:p>
          <a:p>
            <a:pPr marL="0" marR="0" lvl="0" indent="0" algn="l" rtl="0">
              <a:lnSpc>
                <a:spcPct val="115000"/>
              </a:lnSpc>
              <a:spcBef>
                <a:spcPts val="0"/>
              </a:spcBef>
              <a:spcAft>
                <a:spcPts val="0"/>
              </a:spcAft>
              <a:buNone/>
            </a:pPr>
            <a:endParaRPr sz="500" dirty="0">
              <a:solidFill>
                <a:schemeClr val="dk1"/>
              </a:solidFill>
              <a:latin typeface="IBM Plex Sans JP" panose="020B0503050203000203" pitchFamily="50" charset="-128"/>
              <a:ea typeface="IBM Plex Sans JP" panose="020B0503050203000203" pitchFamily="50" charset="-128"/>
              <a:cs typeface="IBM Plex Sans JP"/>
              <a:sym typeface="IBM Plex Sans JP"/>
            </a:endParaRPr>
          </a:p>
          <a:p>
            <a:pPr marL="457200" marR="0" lvl="0" indent="-292100" algn="l" rtl="0">
              <a:lnSpc>
                <a:spcPct val="115000"/>
              </a:lnSpc>
              <a:spcBef>
                <a:spcPts val="0"/>
              </a:spcBef>
              <a:spcAft>
                <a:spcPts val="0"/>
              </a:spcAft>
              <a:buClr>
                <a:schemeClr val="dk1"/>
              </a:buClr>
              <a:buSzPts val="1000"/>
              <a:buFont typeface="Arial" panose="020B0604020202020204" pitchFamily="34" charset="0"/>
              <a:buChar char="•"/>
            </a:pPr>
            <a:r>
              <a:rPr lang="en-US" sz="1000" dirty="0" err="1">
                <a:solidFill>
                  <a:schemeClr val="dk1"/>
                </a:solidFill>
                <a:latin typeface="IBM Plex Sans JP" panose="020B0503050203000203" pitchFamily="50" charset="-128"/>
                <a:ea typeface="IBM Plex Sans JP" panose="020B0503050203000203" pitchFamily="50" charset="-128"/>
                <a:cs typeface="IBM Plex Sans JP"/>
                <a:sym typeface="IBM Plex Sans JP"/>
              </a:rPr>
              <a:t>使用前にCheck</a:t>
            </a:r>
            <a:r>
              <a:rPr lang="en-US" sz="1000" dirty="0">
                <a:solidFill>
                  <a:schemeClr val="dk1"/>
                </a:solidFill>
                <a:latin typeface="IBM Plex Sans JP" panose="020B0503050203000203" pitchFamily="50" charset="-128"/>
                <a:ea typeface="IBM Plex Sans JP" panose="020B0503050203000203" pitchFamily="50" charset="-128"/>
                <a:cs typeface="IBM Plex Sans JP"/>
                <a:sym typeface="IBM Plex Sans JP"/>
              </a:rPr>
              <a:t> </a:t>
            </a:r>
            <a:r>
              <a:rPr lang="en-US" sz="1000" dirty="0" err="1">
                <a:solidFill>
                  <a:schemeClr val="dk1"/>
                </a:solidFill>
                <a:latin typeface="IBM Plex Sans JP" panose="020B0503050203000203" pitchFamily="50" charset="-128"/>
                <a:ea typeface="IBM Plex Sans JP" panose="020B0503050203000203" pitchFamily="50" charset="-128"/>
                <a:cs typeface="IBM Plex Sans JP"/>
                <a:sym typeface="IBM Plex Sans JP"/>
              </a:rPr>
              <a:t>Filamentのブリムを外してください</a:t>
            </a:r>
            <a:r>
              <a:rPr lang="en-US" sz="1000" dirty="0">
                <a:solidFill>
                  <a:schemeClr val="dk1"/>
                </a:solidFill>
                <a:latin typeface="IBM Plex Sans JP" panose="020B0503050203000203" pitchFamily="50" charset="-128"/>
                <a:ea typeface="IBM Plex Sans JP" panose="020B0503050203000203" pitchFamily="50" charset="-128"/>
                <a:cs typeface="IBM Plex Sans JP"/>
                <a:sym typeface="IBM Plex Sans JP"/>
              </a:rPr>
              <a:t>。  </a:t>
            </a:r>
            <a:endParaRPr sz="1000" dirty="0">
              <a:solidFill>
                <a:schemeClr val="dk1"/>
              </a:solidFill>
              <a:latin typeface="IBM Plex Sans JP" panose="020B0503050203000203" pitchFamily="50" charset="-128"/>
              <a:ea typeface="IBM Plex Sans JP" panose="020B0503050203000203" pitchFamily="50" charset="-128"/>
              <a:cs typeface="IBM Plex Sans JP"/>
              <a:sym typeface="IBM Plex Sans JP"/>
            </a:endParaRPr>
          </a:p>
          <a:p>
            <a:pPr marL="457200" marR="0" lvl="0" indent="-292100" algn="l" rtl="0">
              <a:lnSpc>
                <a:spcPct val="115000"/>
              </a:lnSpc>
              <a:spcBef>
                <a:spcPts val="0"/>
              </a:spcBef>
              <a:spcAft>
                <a:spcPts val="0"/>
              </a:spcAft>
              <a:buClr>
                <a:schemeClr val="dk1"/>
              </a:buClr>
              <a:buSzPts val="1000"/>
              <a:buFont typeface="Arial" panose="020B0604020202020204" pitchFamily="34" charset="0"/>
              <a:buChar char="•"/>
            </a:pPr>
            <a:r>
              <a:rPr lang="en-US" sz="1000" dirty="0" err="1">
                <a:solidFill>
                  <a:schemeClr val="dk1"/>
                </a:solidFill>
                <a:latin typeface="IBM Plex Sans JP" panose="020B0503050203000203" pitchFamily="50" charset="-128"/>
                <a:ea typeface="IBM Plex Sans JP" panose="020B0503050203000203" pitchFamily="50" charset="-128"/>
                <a:cs typeface="IBM Plex Sans JP"/>
                <a:sym typeface="IBM Plex Sans JP"/>
              </a:rPr>
              <a:t>ブリムにINと書かれている側がロード側となります</a:t>
            </a:r>
            <a:r>
              <a:rPr lang="en-US" sz="1000" dirty="0">
                <a:solidFill>
                  <a:schemeClr val="dk1"/>
                </a:solidFill>
                <a:latin typeface="IBM Plex Sans JP" panose="020B0503050203000203" pitchFamily="50" charset="-128"/>
                <a:ea typeface="IBM Plex Sans JP" panose="020B0503050203000203" pitchFamily="50" charset="-128"/>
                <a:cs typeface="IBM Plex Sans JP"/>
                <a:sym typeface="IBM Plex Sans JP"/>
              </a:rPr>
              <a:t>。  </a:t>
            </a:r>
            <a:endParaRPr sz="1000" dirty="0">
              <a:solidFill>
                <a:schemeClr val="dk1"/>
              </a:solidFill>
              <a:latin typeface="IBM Plex Sans JP" panose="020B0503050203000203" pitchFamily="50" charset="-128"/>
              <a:ea typeface="IBM Plex Sans JP" panose="020B0503050203000203" pitchFamily="50" charset="-128"/>
              <a:cs typeface="IBM Plex Sans JP"/>
              <a:sym typeface="IBM Plex Sans JP"/>
            </a:endParaRPr>
          </a:p>
          <a:p>
            <a:pPr marL="457200" marR="0" lvl="0" indent="-292100" algn="l" rtl="0">
              <a:lnSpc>
                <a:spcPct val="115000"/>
              </a:lnSpc>
              <a:spcBef>
                <a:spcPts val="0"/>
              </a:spcBef>
              <a:spcAft>
                <a:spcPts val="0"/>
              </a:spcAft>
              <a:buClr>
                <a:schemeClr val="dk1"/>
              </a:buClr>
              <a:buSzPts val="1000"/>
              <a:buFont typeface="Arial" panose="020B0604020202020204" pitchFamily="34" charset="0"/>
              <a:buChar char="•"/>
            </a:pPr>
            <a:r>
              <a:rPr lang="en-US" sz="1000" dirty="0" err="1">
                <a:solidFill>
                  <a:schemeClr val="dk1"/>
                </a:solidFill>
                <a:latin typeface="IBM Plex Sans JP" panose="020B0503050203000203" pitchFamily="50" charset="-128"/>
                <a:ea typeface="IBM Plex Sans JP" panose="020B0503050203000203" pitchFamily="50" charset="-128"/>
                <a:cs typeface="IBM Plex Sans JP"/>
                <a:sym typeface="IBM Plex Sans JP"/>
              </a:rPr>
              <a:t>バリなどがある場合はニッパーやカッターで除去してください</a:t>
            </a:r>
            <a:r>
              <a:rPr lang="en-US" sz="1000" dirty="0">
                <a:solidFill>
                  <a:schemeClr val="dk1"/>
                </a:solidFill>
                <a:latin typeface="IBM Plex Sans JP" panose="020B0503050203000203" pitchFamily="50" charset="-128"/>
                <a:ea typeface="IBM Plex Sans JP" panose="020B0503050203000203" pitchFamily="50" charset="-128"/>
                <a:cs typeface="IBM Plex Sans JP"/>
                <a:sym typeface="IBM Plex Sans JP"/>
              </a:rPr>
              <a:t>。  </a:t>
            </a:r>
            <a:endParaRPr sz="1000" dirty="0">
              <a:solidFill>
                <a:schemeClr val="dk1"/>
              </a:solidFill>
              <a:latin typeface="IBM Plex Sans JP" panose="020B0503050203000203" pitchFamily="50" charset="-128"/>
              <a:ea typeface="IBM Plex Sans JP" panose="020B0503050203000203" pitchFamily="50" charset="-128"/>
              <a:cs typeface="IBM Plex Sans JP"/>
              <a:sym typeface="IBM Plex Sans JP"/>
            </a:endParaRPr>
          </a:p>
          <a:p>
            <a:pPr marL="457200" marR="0" lvl="0" indent="-292100" algn="l" rtl="0">
              <a:lnSpc>
                <a:spcPct val="115000"/>
              </a:lnSpc>
              <a:spcBef>
                <a:spcPts val="0"/>
              </a:spcBef>
              <a:spcAft>
                <a:spcPts val="0"/>
              </a:spcAft>
              <a:buClr>
                <a:schemeClr val="dk1"/>
              </a:buClr>
              <a:buSzPts val="1000"/>
              <a:buFont typeface="Arial" panose="020B0604020202020204" pitchFamily="34" charset="0"/>
              <a:buChar char="•"/>
            </a:pPr>
            <a:r>
              <a:rPr lang="en-US" sz="1000" dirty="0">
                <a:solidFill>
                  <a:schemeClr val="dk1"/>
                </a:solidFill>
                <a:latin typeface="IBM Plex Sans JP" panose="020B0503050203000203" pitchFamily="50" charset="-128"/>
                <a:ea typeface="IBM Plex Sans JP" panose="020B0503050203000203" pitchFamily="50" charset="-128"/>
                <a:cs typeface="IBM Plex Sans JP"/>
                <a:sym typeface="IBM Plex Sans JP"/>
              </a:rPr>
              <a:t>Check Filament </a:t>
            </a:r>
            <a:r>
              <a:rPr lang="en-US" sz="1000" dirty="0" err="1">
                <a:solidFill>
                  <a:schemeClr val="dk1"/>
                </a:solidFill>
                <a:latin typeface="IBM Plex Sans JP" panose="020B0503050203000203" pitchFamily="50" charset="-128"/>
                <a:ea typeface="IBM Plex Sans JP" panose="020B0503050203000203" pitchFamily="50" charset="-128"/>
                <a:cs typeface="IBM Plex Sans JP"/>
                <a:sym typeface="IBM Plex Sans JP"/>
              </a:rPr>
              <a:t>は外部スプールからロードしてください</a:t>
            </a:r>
            <a:r>
              <a:rPr lang="en-US" sz="1000" dirty="0">
                <a:solidFill>
                  <a:schemeClr val="dk1"/>
                </a:solidFill>
                <a:latin typeface="IBM Plex Sans JP" panose="020B0503050203000203" pitchFamily="50" charset="-128"/>
                <a:ea typeface="IBM Plex Sans JP" panose="020B0503050203000203" pitchFamily="50" charset="-128"/>
                <a:cs typeface="IBM Plex Sans JP"/>
                <a:sym typeface="IBM Plex Sans JP"/>
              </a:rPr>
              <a:t>。</a:t>
            </a:r>
            <a:endParaRPr sz="1000" dirty="0">
              <a:solidFill>
                <a:schemeClr val="dk1"/>
              </a:solidFill>
              <a:latin typeface="IBM Plex Sans JP" panose="020B0503050203000203" pitchFamily="50" charset="-128"/>
              <a:ea typeface="IBM Plex Sans JP" panose="020B0503050203000203" pitchFamily="50" charset="-128"/>
              <a:cs typeface="IBM Plex Sans JP"/>
              <a:sym typeface="IBM Plex Sans JP"/>
            </a:endParaRPr>
          </a:p>
          <a:p>
            <a:pPr marL="457200" marR="0" lvl="0" algn="l" rtl="0">
              <a:lnSpc>
                <a:spcPct val="115000"/>
              </a:lnSpc>
              <a:spcBef>
                <a:spcPts val="0"/>
              </a:spcBef>
              <a:spcAft>
                <a:spcPts val="0"/>
              </a:spcAft>
            </a:pPr>
            <a:r>
              <a:rPr lang="en-US" sz="900" dirty="0">
                <a:solidFill>
                  <a:schemeClr val="dk1"/>
                </a:solidFill>
                <a:latin typeface="IBM Plex Sans JP" panose="020B0503050203000203" pitchFamily="50" charset="-128"/>
                <a:ea typeface="IBM Plex Sans JP" panose="020B0503050203000203" pitchFamily="50" charset="-128"/>
                <a:cs typeface="IBM Plex Sans JP"/>
                <a:sym typeface="IBM Plex Sans JP"/>
              </a:rPr>
              <a:t>(AMS </a:t>
            </a:r>
            <a:r>
              <a:rPr lang="en-US" sz="900" dirty="0" err="1">
                <a:solidFill>
                  <a:schemeClr val="dk1"/>
                </a:solidFill>
                <a:latin typeface="IBM Plex Sans JP" panose="020B0503050203000203" pitchFamily="50" charset="-128"/>
                <a:ea typeface="IBM Plex Sans JP" panose="020B0503050203000203" pitchFamily="50" charset="-128"/>
                <a:cs typeface="IBM Plex Sans JP"/>
                <a:sym typeface="IBM Plex Sans JP"/>
              </a:rPr>
              <a:t>は単色印刷中でも、内部処理の都合で</a:t>
            </a:r>
            <a:r>
              <a:rPr lang="en-US" sz="900" dirty="0">
                <a:solidFill>
                  <a:schemeClr val="dk1"/>
                </a:solidFill>
                <a:latin typeface="IBM Plex Sans JP" panose="020B0503050203000203" pitchFamily="50" charset="-128"/>
                <a:ea typeface="IBM Plex Sans JP" panose="020B0503050203000203" pitchFamily="50" charset="-128"/>
                <a:cs typeface="IBM Plex Sans JP"/>
                <a:sym typeface="IBM Plex Sans JP"/>
              </a:rPr>
              <a:t> </a:t>
            </a:r>
            <a:r>
              <a:rPr lang="en-US" sz="900" dirty="0" err="1">
                <a:solidFill>
                  <a:schemeClr val="dk1"/>
                </a:solidFill>
                <a:latin typeface="IBM Plex Sans JP" panose="020B0503050203000203" pitchFamily="50" charset="-128"/>
                <a:ea typeface="IBM Plex Sans JP" panose="020B0503050203000203" pitchFamily="50" charset="-128"/>
                <a:cs typeface="IBM Plex Sans JP"/>
                <a:sym typeface="IBM Plex Sans JP"/>
              </a:rPr>
              <a:t>意図しな</a:t>
            </a:r>
            <a:r>
              <a:rPr lang="en-US" sz="900" dirty="0">
                <a:solidFill>
                  <a:schemeClr val="dk1"/>
                </a:solidFill>
                <a:latin typeface="IBM Plex Sans JP" panose="020B0503050203000203" pitchFamily="50" charset="-128"/>
                <a:ea typeface="IBM Plex Sans JP" panose="020B0503050203000203" pitchFamily="50" charset="-128"/>
                <a:cs typeface="IBM Plex Sans JP"/>
                <a:sym typeface="IBM Plex Sans JP"/>
              </a:rPr>
              <a:t> </a:t>
            </a:r>
            <a:r>
              <a:rPr lang="en-US" sz="900" dirty="0" err="1">
                <a:solidFill>
                  <a:schemeClr val="dk1"/>
                </a:solidFill>
                <a:latin typeface="IBM Plex Sans JP" panose="020B0503050203000203" pitchFamily="50" charset="-128"/>
                <a:ea typeface="IBM Plex Sans JP" panose="020B0503050203000203" pitchFamily="50" charset="-128"/>
                <a:cs typeface="IBM Plex Sans JP"/>
                <a:sym typeface="IBM Plex Sans JP"/>
              </a:rPr>
              <a:t>いパージ</a:t>
            </a:r>
            <a:r>
              <a:rPr lang="en-US" sz="900" dirty="0">
                <a:solidFill>
                  <a:schemeClr val="dk1"/>
                </a:solidFill>
                <a:latin typeface="IBM Plex Sans JP" panose="020B0503050203000203" pitchFamily="50" charset="-128"/>
                <a:ea typeface="IBM Plex Sans JP" panose="020B0503050203000203" pitchFamily="50" charset="-128"/>
                <a:cs typeface="IBM Plex Sans JP"/>
                <a:sym typeface="IBM Plex Sans JP"/>
              </a:rPr>
              <a:t> </a:t>
            </a:r>
            <a:r>
              <a:rPr lang="en-US" sz="900" dirty="0" err="1">
                <a:solidFill>
                  <a:schemeClr val="dk1"/>
                </a:solidFill>
                <a:latin typeface="IBM Plex Sans JP" panose="020B0503050203000203" pitchFamily="50" charset="-128"/>
                <a:ea typeface="IBM Plex Sans JP" panose="020B0503050203000203" pitchFamily="50" charset="-128"/>
                <a:cs typeface="IBM Plex Sans JP"/>
                <a:sym typeface="IBM Plex Sans JP"/>
              </a:rPr>
              <a:t>を行う場合があります</a:t>
            </a:r>
            <a:r>
              <a:rPr lang="en-US" sz="900" dirty="0">
                <a:solidFill>
                  <a:schemeClr val="dk1"/>
                </a:solidFill>
                <a:latin typeface="IBM Plex Sans JP" panose="020B0503050203000203" pitchFamily="50" charset="-128"/>
                <a:ea typeface="IBM Plex Sans JP" panose="020B0503050203000203" pitchFamily="50" charset="-128"/>
                <a:cs typeface="IBM Plex Sans JP"/>
                <a:sym typeface="IBM Plex Sans JP"/>
              </a:rPr>
              <a:t>。 </a:t>
            </a:r>
            <a:r>
              <a:rPr lang="en-US" sz="900" dirty="0" err="1">
                <a:solidFill>
                  <a:schemeClr val="dk1"/>
                </a:solidFill>
                <a:latin typeface="IBM Plex Sans JP" panose="020B0503050203000203" pitchFamily="50" charset="-128"/>
                <a:ea typeface="IBM Plex Sans JP" panose="020B0503050203000203" pitchFamily="50" charset="-128"/>
                <a:cs typeface="IBM Plex Sans JP"/>
                <a:sym typeface="IBM Plex Sans JP"/>
              </a:rPr>
              <a:t>これによる混色比の切り替え間隔の短縮を避けることが目的です</a:t>
            </a:r>
            <a:r>
              <a:rPr lang="en-US" sz="900" dirty="0">
                <a:solidFill>
                  <a:schemeClr val="dk1"/>
                </a:solidFill>
                <a:latin typeface="IBM Plex Sans JP" panose="020B0503050203000203" pitchFamily="50" charset="-128"/>
                <a:ea typeface="IBM Plex Sans JP" panose="020B0503050203000203" pitchFamily="50" charset="-128"/>
                <a:cs typeface="IBM Plex Sans JP"/>
                <a:sym typeface="IBM Plex Sans JP"/>
              </a:rPr>
              <a:t>。)</a:t>
            </a:r>
            <a:endParaRPr sz="900" dirty="0">
              <a:solidFill>
                <a:schemeClr val="dk1"/>
              </a:solidFill>
              <a:latin typeface="IBM Plex Sans JP" panose="020B0503050203000203" pitchFamily="50" charset="-128"/>
              <a:ea typeface="IBM Plex Sans JP" panose="020B0503050203000203" pitchFamily="50" charset="-128"/>
              <a:cs typeface="IBM Plex Sans JP"/>
              <a:sym typeface="IBM Plex Sans JP"/>
            </a:endParaRPr>
          </a:p>
          <a:p>
            <a:pPr marL="457200" marR="0" lvl="0" indent="-292100" algn="l" rtl="0">
              <a:lnSpc>
                <a:spcPct val="115000"/>
              </a:lnSpc>
              <a:spcBef>
                <a:spcPts val="0"/>
              </a:spcBef>
              <a:spcAft>
                <a:spcPts val="0"/>
              </a:spcAft>
              <a:buClr>
                <a:schemeClr val="dk1"/>
              </a:buClr>
              <a:buSzPts val="1000"/>
              <a:buFont typeface="Arial" panose="020B0604020202020204" pitchFamily="34" charset="0"/>
              <a:buChar char="•"/>
            </a:pPr>
            <a:r>
              <a:rPr lang="en-US" sz="1000" dirty="0" err="1">
                <a:solidFill>
                  <a:schemeClr val="dk1"/>
                </a:solidFill>
                <a:latin typeface="IBM Plex Sans JP" panose="020B0503050203000203" pitchFamily="50" charset="-128"/>
                <a:ea typeface="IBM Plex Sans JP" panose="020B0503050203000203" pitchFamily="50" charset="-128"/>
                <a:cs typeface="IBM Plex Sans JP"/>
                <a:sym typeface="IBM Plex Sans JP"/>
              </a:rPr>
              <a:t>スタートパージ量やラインパージ量は一定ではなく、混色比の切替位置とノッチの位置はずれることがあります</a:t>
            </a:r>
            <a:r>
              <a:rPr lang="en-US" sz="1000" dirty="0">
                <a:solidFill>
                  <a:schemeClr val="dk1"/>
                </a:solidFill>
                <a:latin typeface="IBM Plex Sans JP" panose="020B0503050203000203" pitchFamily="50" charset="-128"/>
                <a:ea typeface="IBM Plex Sans JP" panose="020B0503050203000203" pitchFamily="50" charset="-128"/>
                <a:cs typeface="IBM Plex Sans JP"/>
                <a:sym typeface="IBM Plex Sans JP"/>
              </a:rPr>
              <a:t>。  </a:t>
            </a:r>
            <a:endParaRPr sz="1000" dirty="0">
              <a:solidFill>
                <a:schemeClr val="dk1"/>
              </a:solidFill>
              <a:latin typeface="IBM Plex Sans JP" panose="020B0503050203000203" pitchFamily="50" charset="-128"/>
              <a:ea typeface="IBM Plex Sans JP" panose="020B0503050203000203" pitchFamily="50" charset="-128"/>
              <a:cs typeface="IBM Plex Sans JP"/>
              <a:sym typeface="IBM Plex Sans JP"/>
            </a:endParaRPr>
          </a:p>
        </p:txBody>
      </p:sp>
      <p:pic>
        <p:nvPicPr>
          <p:cNvPr id="170" name="Google Shape;170;p16">
            <a:extLst>
              <a:ext uri="{FF2B5EF4-FFF2-40B4-BE49-F238E27FC236}">
                <a16:creationId xmlns:a16="http://schemas.microsoft.com/office/drawing/2014/main" id="{E97B2E69-57C8-79D9-6D8F-37A7582F8376}"/>
              </a:ext>
            </a:extLst>
          </p:cNvPr>
          <p:cNvPicPr preferRelativeResize="0"/>
          <p:nvPr/>
        </p:nvPicPr>
        <p:blipFill>
          <a:blip r:embed="rId3">
            <a:alphaModFix/>
          </a:blip>
          <a:stretch>
            <a:fillRect/>
          </a:stretch>
        </p:blipFill>
        <p:spPr>
          <a:xfrm>
            <a:off x="1117634" y="7048700"/>
            <a:ext cx="4632492" cy="1414500"/>
          </a:xfrm>
          <a:prstGeom prst="rect">
            <a:avLst/>
          </a:prstGeom>
          <a:noFill/>
          <a:ln>
            <a:noFill/>
          </a:ln>
        </p:spPr>
      </p:pic>
      <p:sp>
        <p:nvSpPr>
          <p:cNvPr id="172" name="Google Shape;172;p16">
            <a:extLst>
              <a:ext uri="{FF2B5EF4-FFF2-40B4-BE49-F238E27FC236}">
                <a16:creationId xmlns:a16="http://schemas.microsoft.com/office/drawing/2014/main" id="{8E41893F-8FDD-0361-5689-B6B7A99CAD01}"/>
              </a:ext>
            </a:extLst>
          </p:cNvPr>
          <p:cNvSpPr txBox="1"/>
          <p:nvPr/>
        </p:nvSpPr>
        <p:spPr>
          <a:xfrm>
            <a:off x="761456" y="616833"/>
            <a:ext cx="2379300" cy="4002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000" b="1" dirty="0">
                <a:solidFill>
                  <a:schemeClr val="dk1"/>
                </a:solidFill>
                <a:latin typeface="IBM Plex Sans JP" panose="020B0503050203000203" pitchFamily="50" charset="-128"/>
                <a:ea typeface="IBM Plex Sans JP" panose="020B0503050203000203" pitchFamily="50" charset="-128"/>
                <a:cs typeface="IBM Plex Sans JP SemiBold"/>
                <a:sym typeface="IBM Plex Sans JP SemiBold"/>
              </a:rPr>
              <a:t>5. </a:t>
            </a:r>
            <a:r>
              <a:rPr lang="en-US" sz="2000" b="1" dirty="0" err="1">
                <a:solidFill>
                  <a:schemeClr val="dk1"/>
                </a:solidFill>
                <a:latin typeface="IBM Plex Sans JP" panose="020B0503050203000203" pitchFamily="50" charset="-128"/>
                <a:ea typeface="IBM Plex Sans JP" panose="020B0503050203000203" pitchFamily="50" charset="-128"/>
                <a:cs typeface="IBM Plex Sans JP SemiBold"/>
                <a:sym typeface="IBM Plex Sans JP SemiBold"/>
              </a:rPr>
              <a:t>印刷時の注意</a:t>
            </a:r>
            <a:r>
              <a:rPr lang="en-US" sz="2000" b="1" dirty="0">
                <a:solidFill>
                  <a:schemeClr val="dk1"/>
                </a:solidFill>
                <a:latin typeface="IBM Plex Sans JP" panose="020B0503050203000203" pitchFamily="50" charset="-128"/>
                <a:ea typeface="IBM Plex Sans JP" panose="020B0503050203000203" pitchFamily="50" charset="-128"/>
                <a:cs typeface="IBM Plex Sans JP SemiBold"/>
                <a:sym typeface="IBM Plex Sans JP SemiBold"/>
              </a:rPr>
              <a:t> </a:t>
            </a:r>
            <a:endParaRPr sz="2800" b="1" dirty="0">
              <a:solidFill>
                <a:schemeClr val="dk1"/>
              </a:solidFill>
              <a:latin typeface="IBM Plex Sans JP" panose="020B0503050203000203" pitchFamily="50" charset="-128"/>
              <a:ea typeface="IBM Plex Sans JP" panose="020B0503050203000203" pitchFamily="50" charset="-128"/>
              <a:cs typeface="IBM Plex Sans JP SemiBold"/>
              <a:sym typeface="IBM Plex Sans JP SemiBold"/>
            </a:endParaRPr>
          </a:p>
        </p:txBody>
      </p:sp>
      <p:sp>
        <p:nvSpPr>
          <p:cNvPr id="173" name="Google Shape;173;p16">
            <a:extLst>
              <a:ext uri="{FF2B5EF4-FFF2-40B4-BE49-F238E27FC236}">
                <a16:creationId xmlns:a16="http://schemas.microsoft.com/office/drawing/2014/main" id="{A30EA0B9-6B7E-D4C7-08F5-565710235B5C}"/>
              </a:ext>
            </a:extLst>
          </p:cNvPr>
          <p:cNvSpPr txBox="1"/>
          <p:nvPr/>
        </p:nvSpPr>
        <p:spPr>
          <a:xfrm>
            <a:off x="685827" y="1085502"/>
            <a:ext cx="5642100" cy="1437276"/>
          </a:xfrm>
          <a:prstGeom prst="rect">
            <a:avLst/>
          </a:prstGeom>
          <a:noFill/>
          <a:ln>
            <a:noFill/>
          </a:ln>
        </p:spPr>
        <p:txBody>
          <a:bodyPr spcFirstLastPara="1" wrap="square" lIns="91425" tIns="45700" rIns="91425" bIns="45700" anchor="t" anchorCtr="0">
            <a:spAutoFit/>
          </a:bodyPr>
          <a:lstStyle/>
          <a:p>
            <a:pPr marL="0" marR="0" lvl="0" indent="0" algn="l" rtl="0">
              <a:lnSpc>
                <a:spcPct val="115000"/>
              </a:lnSpc>
              <a:spcBef>
                <a:spcPts val="0"/>
              </a:spcBef>
              <a:spcAft>
                <a:spcPts val="0"/>
              </a:spcAft>
              <a:buNone/>
            </a:pPr>
            <a:r>
              <a:rPr lang="en-US" sz="1200" b="1" dirty="0">
                <a:solidFill>
                  <a:schemeClr val="dk1"/>
                </a:solidFill>
                <a:latin typeface="IBM Plex Sans JP" panose="020B0503050203000203" pitchFamily="50" charset="-128"/>
                <a:ea typeface="IBM Plex Sans JP" panose="020B0503050203000203" pitchFamily="50" charset="-128"/>
                <a:cs typeface="IBM Plex Sans JP"/>
                <a:sym typeface="IBM Plex Sans JP"/>
              </a:rPr>
              <a:t>5.1Check Filament </a:t>
            </a:r>
            <a:r>
              <a:rPr lang="en-US" sz="1200" b="1" dirty="0" err="1">
                <a:solidFill>
                  <a:schemeClr val="dk1"/>
                </a:solidFill>
                <a:latin typeface="IBM Plex Sans JP" panose="020B0503050203000203" pitchFamily="50" charset="-128"/>
                <a:ea typeface="IBM Plex Sans JP" panose="020B0503050203000203" pitchFamily="50" charset="-128"/>
                <a:cs typeface="IBM Plex Sans JP"/>
                <a:sym typeface="IBM Plex Sans JP"/>
              </a:rPr>
              <a:t>印刷時</a:t>
            </a:r>
            <a:r>
              <a:rPr lang="en-US" sz="1000" dirty="0">
                <a:solidFill>
                  <a:schemeClr val="dk1"/>
                </a:solidFill>
                <a:latin typeface="IBM Plex Sans JP" panose="020B0503050203000203" pitchFamily="50" charset="-128"/>
                <a:ea typeface="IBM Plex Sans JP" panose="020B0503050203000203" pitchFamily="50" charset="-128"/>
                <a:cs typeface="IBM Plex Sans JP"/>
                <a:sym typeface="IBM Plex Sans JP"/>
              </a:rPr>
              <a:t>  </a:t>
            </a:r>
            <a:endParaRPr sz="1000" dirty="0">
              <a:solidFill>
                <a:schemeClr val="dk1"/>
              </a:solidFill>
              <a:latin typeface="IBM Plex Sans JP" panose="020B0503050203000203" pitchFamily="50" charset="-128"/>
              <a:ea typeface="IBM Plex Sans JP" panose="020B0503050203000203" pitchFamily="50" charset="-128"/>
              <a:cs typeface="IBM Plex Sans JP"/>
              <a:sym typeface="IBM Plex Sans JP"/>
            </a:endParaRPr>
          </a:p>
          <a:p>
            <a:pPr marL="0" marR="0" lvl="0" indent="0" algn="l" rtl="0">
              <a:lnSpc>
                <a:spcPct val="115000"/>
              </a:lnSpc>
              <a:spcBef>
                <a:spcPts val="0"/>
              </a:spcBef>
              <a:spcAft>
                <a:spcPts val="0"/>
              </a:spcAft>
              <a:buNone/>
            </a:pPr>
            <a:endParaRPr sz="500" dirty="0">
              <a:solidFill>
                <a:schemeClr val="dk1"/>
              </a:solidFill>
              <a:latin typeface="IBM Plex Sans JP" panose="020B0503050203000203" pitchFamily="50" charset="-128"/>
              <a:ea typeface="IBM Plex Sans JP" panose="020B0503050203000203" pitchFamily="50" charset="-128"/>
              <a:cs typeface="IBM Plex Sans JP"/>
              <a:sym typeface="IBM Plex Sans JP"/>
            </a:endParaRPr>
          </a:p>
          <a:p>
            <a:pPr marL="457200" marR="0" lvl="0" indent="-292100" algn="l" rtl="0">
              <a:lnSpc>
                <a:spcPct val="115000"/>
              </a:lnSpc>
              <a:spcBef>
                <a:spcPts val="0"/>
              </a:spcBef>
              <a:spcAft>
                <a:spcPts val="0"/>
              </a:spcAft>
              <a:buClr>
                <a:schemeClr val="dk1"/>
              </a:buClr>
              <a:buSzPts val="1000"/>
              <a:buFont typeface="Arial" panose="020B0604020202020204" pitchFamily="34" charset="0"/>
              <a:buChar char="•"/>
            </a:pPr>
            <a:r>
              <a:rPr lang="en-US" sz="1000" dirty="0" err="1">
                <a:solidFill>
                  <a:schemeClr val="dk1"/>
                </a:solidFill>
                <a:latin typeface="IBM Plex Sans JP" panose="020B0503050203000203" pitchFamily="50" charset="-128"/>
                <a:ea typeface="IBM Plex Sans JP" panose="020B0503050203000203" pitchFamily="50" charset="-128"/>
                <a:cs typeface="IBM Plex Sans JP"/>
                <a:sym typeface="IBM Plex Sans JP"/>
              </a:rPr>
              <a:t>AMSが必須</a:t>
            </a:r>
            <a:r>
              <a:rPr lang="en-US" sz="1000" dirty="0">
                <a:solidFill>
                  <a:schemeClr val="dk1"/>
                </a:solidFill>
                <a:latin typeface="IBM Plex Sans JP" panose="020B0503050203000203" pitchFamily="50" charset="-128"/>
                <a:ea typeface="IBM Plex Sans JP" panose="020B0503050203000203" pitchFamily="50" charset="-128"/>
                <a:cs typeface="IBM Plex Sans JP"/>
                <a:sym typeface="IBM Plex Sans JP"/>
              </a:rPr>
              <a:t>  </a:t>
            </a:r>
            <a:endParaRPr sz="1000" dirty="0">
              <a:solidFill>
                <a:schemeClr val="dk1"/>
              </a:solidFill>
              <a:latin typeface="IBM Plex Sans JP" panose="020B0503050203000203" pitchFamily="50" charset="-128"/>
              <a:ea typeface="IBM Plex Sans JP" panose="020B0503050203000203" pitchFamily="50" charset="-128"/>
              <a:cs typeface="IBM Plex Sans JP"/>
              <a:sym typeface="IBM Plex Sans JP"/>
            </a:endParaRPr>
          </a:p>
          <a:p>
            <a:pPr marL="457200" marR="0" lvl="0" indent="-292100" algn="l" rtl="0">
              <a:lnSpc>
                <a:spcPct val="115000"/>
              </a:lnSpc>
              <a:spcBef>
                <a:spcPts val="0"/>
              </a:spcBef>
              <a:spcAft>
                <a:spcPts val="0"/>
              </a:spcAft>
              <a:buClr>
                <a:schemeClr val="dk1"/>
              </a:buClr>
              <a:buSzPts val="1000"/>
              <a:buFont typeface="Arial" panose="020B0604020202020204" pitchFamily="34" charset="0"/>
              <a:buChar char="•"/>
            </a:pPr>
            <a:r>
              <a:rPr lang="en-US" sz="1000" dirty="0">
                <a:solidFill>
                  <a:schemeClr val="dk1"/>
                </a:solidFill>
                <a:latin typeface="IBM Plex Sans JP" panose="020B0503050203000203" pitchFamily="50" charset="-128"/>
                <a:ea typeface="IBM Plex Sans JP" panose="020B0503050203000203" pitchFamily="50" charset="-128"/>
                <a:cs typeface="IBM Plex Sans JP"/>
                <a:sym typeface="IBM Plex Sans JP"/>
              </a:rPr>
              <a:t>0.4mmノズルが必須  </a:t>
            </a:r>
            <a:endParaRPr sz="1000" dirty="0">
              <a:solidFill>
                <a:schemeClr val="dk1"/>
              </a:solidFill>
              <a:latin typeface="IBM Plex Sans JP" panose="020B0503050203000203" pitchFamily="50" charset="-128"/>
              <a:ea typeface="IBM Plex Sans JP" panose="020B0503050203000203" pitchFamily="50" charset="-128"/>
              <a:cs typeface="IBM Plex Sans JP"/>
              <a:sym typeface="IBM Plex Sans JP"/>
            </a:endParaRPr>
          </a:p>
          <a:p>
            <a:pPr marL="457200" marR="0" lvl="0" indent="-292100" algn="l" rtl="0">
              <a:lnSpc>
                <a:spcPct val="115000"/>
              </a:lnSpc>
              <a:spcBef>
                <a:spcPts val="0"/>
              </a:spcBef>
              <a:spcAft>
                <a:spcPts val="0"/>
              </a:spcAft>
              <a:buClr>
                <a:schemeClr val="dk1"/>
              </a:buClr>
              <a:buSzPts val="1000"/>
              <a:buFont typeface="Arial" panose="020B0604020202020204" pitchFamily="34" charset="0"/>
              <a:buChar char="•"/>
            </a:pPr>
            <a:r>
              <a:rPr lang="en-US" sz="1000" dirty="0" err="1">
                <a:solidFill>
                  <a:schemeClr val="dk1"/>
                </a:solidFill>
                <a:latin typeface="IBM Plex Sans JP" panose="020B0503050203000203" pitchFamily="50" charset="-128"/>
                <a:ea typeface="IBM Plex Sans JP" panose="020B0503050203000203" pitchFamily="50" charset="-128"/>
                <a:cs typeface="IBM Plex Sans JP"/>
                <a:sym typeface="IBM Plex Sans JP"/>
              </a:rPr>
              <a:t>ビルドプレート：テクスチャード</a:t>
            </a:r>
            <a:r>
              <a:rPr lang="en-US" sz="1000" dirty="0">
                <a:solidFill>
                  <a:schemeClr val="dk1"/>
                </a:solidFill>
                <a:latin typeface="IBM Plex Sans JP" panose="020B0503050203000203" pitchFamily="50" charset="-128"/>
                <a:ea typeface="IBM Plex Sans JP" panose="020B0503050203000203" pitchFamily="50" charset="-128"/>
                <a:cs typeface="IBM Plex Sans JP"/>
                <a:sym typeface="IBM Plex Sans JP"/>
              </a:rPr>
              <a:t> </a:t>
            </a:r>
            <a:r>
              <a:rPr lang="en-US" sz="1000" dirty="0" err="1">
                <a:solidFill>
                  <a:schemeClr val="dk1"/>
                </a:solidFill>
                <a:latin typeface="IBM Plex Sans JP" panose="020B0503050203000203" pitchFamily="50" charset="-128"/>
                <a:ea typeface="IBM Plex Sans JP" panose="020B0503050203000203" pitchFamily="50" charset="-128"/>
                <a:cs typeface="IBM Plex Sans JP"/>
                <a:sym typeface="IBM Plex Sans JP"/>
              </a:rPr>
              <a:t>PEIが推奨</a:t>
            </a:r>
            <a:r>
              <a:rPr lang="en-US" sz="1000" dirty="0">
                <a:solidFill>
                  <a:schemeClr val="dk1"/>
                </a:solidFill>
                <a:latin typeface="IBM Plex Sans JP" panose="020B0503050203000203" pitchFamily="50" charset="-128"/>
                <a:ea typeface="IBM Plex Sans JP" panose="020B0503050203000203" pitchFamily="50" charset="-128"/>
                <a:cs typeface="IBM Plex Sans JP"/>
                <a:sym typeface="IBM Plex Sans JP"/>
              </a:rPr>
              <a:t>  </a:t>
            </a:r>
            <a:endParaRPr sz="1000" dirty="0">
              <a:solidFill>
                <a:schemeClr val="dk1"/>
              </a:solidFill>
              <a:latin typeface="IBM Plex Sans JP" panose="020B0503050203000203" pitchFamily="50" charset="-128"/>
              <a:ea typeface="IBM Plex Sans JP" panose="020B0503050203000203" pitchFamily="50" charset="-128"/>
              <a:cs typeface="IBM Plex Sans JP"/>
              <a:sym typeface="IBM Plex Sans JP"/>
            </a:endParaRPr>
          </a:p>
          <a:p>
            <a:pPr marL="457200" marR="0" lvl="0" indent="-292100" algn="l" rtl="0">
              <a:lnSpc>
                <a:spcPct val="115000"/>
              </a:lnSpc>
              <a:spcBef>
                <a:spcPts val="0"/>
              </a:spcBef>
              <a:spcAft>
                <a:spcPts val="0"/>
              </a:spcAft>
              <a:buClr>
                <a:schemeClr val="dk1"/>
              </a:buClr>
              <a:buSzPts val="1000"/>
              <a:buFont typeface="Arial" panose="020B0604020202020204" pitchFamily="34" charset="0"/>
              <a:buChar char="•"/>
            </a:pPr>
            <a:r>
              <a:rPr lang="en-US" sz="1000" dirty="0" err="1">
                <a:solidFill>
                  <a:schemeClr val="dk1"/>
                </a:solidFill>
                <a:latin typeface="IBM Plex Sans JP" panose="020B0503050203000203" pitchFamily="50" charset="-128"/>
                <a:ea typeface="IBM Plex Sans JP" panose="020B0503050203000203" pitchFamily="50" charset="-128"/>
                <a:cs typeface="IBM Plex Sans JP"/>
                <a:sym typeface="IBM Plex Sans JP"/>
              </a:rPr>
              <a:t>材料：異種材料の混合は不可</a:t>
            </a:r>
            <a:endParaRPr sz="1000" dirty="0">
              <a:solidFill>
                <a:schemeClr val="dk1"/>
              </a:solidFill>
              <a:latin typeface="IBM Plex Sans JP" panose="020B0503050203000203" pitchFamily="50" charset="-128"/>
              <a:ea typeface="IBM Plex Sans JP" panose="020B0503050203000203" pitchFamily="50" charset="-128"/>
              <a:cs typeface="IBM Plex Sans JP"/>
              <a:sym typeface="IBM Plex Sans JP"/>
            </a:endParaRPr>
          </a:p>
          <a:p>
            <a:pPr marL="457200" marR="0" lvl="0" algn="l" rtl="0">
              <a:lnSpc>
                <a:spcPct val="115000"/>
              </a:lnSpc>
              <a:spcBef>
                <a:spcPts val="0"/>
              </a:spcBef>
              <a:spcAft>
                <a:spcPts val="0"/>
              </a:spcAft>
            </a:pPr>
            <a:r>
              <a:rPr lang="en-US" sz="900" dirty="0">
                <a:solidFill>
                  <a:schemeClr val="dk1"/>
                </a:solidFill>
                <a:latin typeface="IBM Plex Sans JP" panose="020B0503050203000203" pitchFamily="50" charset="-128"/>
                <a:ea typeface="IBM Plex Sans JP" panose="020B0503050203000203" pitchFamily="50" charset="-128"/>
                <a:cs typeface="IBM Plex Sans JP"/>
                <a:sym typeface="IBM Plex Sans JP"/>
              </a:rPr>
              <a:t> (PLA Basic と PLA Matte </a:t>
            </a:r>
            <a:r>
              <a:rPr lang="en-US" sz="900" dirty="0" err="1">
                <a:solidFill>
                  <a:schemeClr val="dk1"/>
                </a:solidFill>
                <a:latin typeface="IBM Plex Sans JP" panose="020B0503050203000203" pitchFamily="50" charset="-128"/>
                <a:ea typeface="IBM Plex Sans JP" panose="020B0503050203000203" pitchFamily="50" charset="-128"/>
                <a:cs typeface="IBM Plex Sans JP"/>
                <a:sym typeface="IBM Plex Sans JP"/>
              </a:rPr>
              <a:t>の組み合わせ等は上手く行く事が多いが、自己責任で実施して下さい</a:t>
            </a:r>
            <a:r>
              <a:rPr lang="en-US" sz="900" dirty="0">
                <a:solidFill>
                  <a:schemeClr val="dk1"/>
                </a:solidFill>
                <a:latin typeface="IBM Plex Sans JP" panose="020B0503050203000203" pitchFamily="50" charset="-128"/>
                <a:ea typeface="IBM Plex Sans JP" panose="020B0503050203000203" pitchFamily="50" charset="-128"/>
                <a:cs typeface="IBM Plex Sans JP"/>
                <a:sym typeface="IBM Plex Sans JP"/>
              </a:rPr>
              <a:t>)  </a:t>
            </a:r>
            <a:endParaRPr sz="900" dirty="0">
              <a:solidFill>
                <a:schemeClr val="dk1"/>
              </a:solidFill>
              <a:latin typeface="IBM Plex Sans JP" panose="020B0503050203000203" pitchFamily="50" charset="-128"/>
              <a:ea typeface="IBM Plex Sans JP" panose="020B0503050203000203" pitchFamily="50" charset="-128"/>
              <a:cs typeface="IBM Plex Sans JP"/>
              <a:sym typeface="IBM Plex Sans JP"/>
            </a:endParaRPr>
          </a:p>
          <a:p>
            <a:pPr marL="457200" marR="0" lvl="0" indent="-292100" algn="l" rtl="0">
              <a:lnSpc>
                <a:spcPct val="115000"/>
              </a:lnSpc>
              <a:spcBef>
                <a:spcPts val="0"/>
              </a:spcBef>
              <a:spcAft>
                <a:spcPts val="0"/>
              </a:spcAft>
              <a:buClr>
                <a:schemeClr val="dk1"/>
              </a:buClr>
              <a:buSzPts val="1000"/>
              <a:buFont typeface="Arial" panose="020B0604020202020204" pitchFamily="34" charset="0"/>
              <a:buChar char="•"/>
            </a:pPr>
            <a:r>
              <a:rPr lang="en-US" sz="1000" dirty="0" err="1">
                <a:solidFill>
                  <a:schemeClr val="dk1"/>
                </a:solidFill>
                <a:latin typeface="IBM Plex Sans JP" panose="020B0503050203000203" pitchFamily="50" charset="-128"/>
                <a:ea typeface="IBM Plex Sans JP" panose="020B0503050203000203" pitchFamily="50" charset="-128"/>
                <a:cs typeface="IBM Plex Sans JP"/>
                <a:sym typeface="IBM Plex Sans JP"/>
              </a:rPr>
              <a:t>糊の使用不可</a:t>
            </a:r>
            <a:r>
              <a:rPr lang="en-US" sz="1000" dirty="0">
                <a:solidFill>
                  <a:schemeClr val="dk1"/>
                </a:solidFill>
                <a:latin typeface="IBM Plex Sans JP" panose="020B0503050203000203" pitchFamily="50" charset="-128"/>
                <a:ea typeface="IBM Plex Sans JP" panose="020B0503050203000203" pitchFamily="50" charset="-128"/>
                <a:cs typeface="IBM Plex Sans JP"/>
                <a:sym typeface="IBM Plex Sans JP"/>
              </a:rPr>
              <a:t>  </a:t>
            </a:r>
            <a:r>
              <a:rPr lang="en-US" sz="1000" dirty="0" err="1">
                <a:solidFill>
                  <a:schemeClr val="dk1"/>
                </a:solidFill>
                <a:latin typeface="IBM Plex Sans JP" panose="020B0503050203000203" pitchFamily="50" charset="-128"/>
                <a:ea typeface="IBM Plex Sans JP" panose="020B0503050203000203" pitchFamily="50" charset="-128"/>
                <a:cs typeface="IBM Plex Sans JP"/>
                <a:sym typeface="IBM Plex Sans JP"/>
              </a:rPr>
              <a:t>印刷前にビルドプレートと手の洗浄を実施してください</a:t>
            </a:r>
            <a:r>
              <a:rPr lang="en-US" sz="1000" dirty="0">
                <a:solidFill>
                  <a:schemeClr val="dk1"/>
                </a:solidFill>
                <a:latin typeface="IBM Plex Sans JP" panose="020B0503050203000203" pitchFamily="50" charset="-128"/>
                <a:ea typeface="IBM Plex Sans JP" panose="020B0503050203000203" pitchFamily="50" charset="-128"/>
                <a:cs typeface="IBM Plex Sans JP"/>
                <a:sym typeface="IBM Plex Sans JP"/>
              </a:rPr>
              <a:t>。 </a:t>
            </a:r>
            <a:endParaRPr sz="1000" b="1" dirty="0">
              <a:solidFill>
                <a:schemeClr val="dk1"/>
              </a:solidFill>
              <a:latin typeface="IBM Plex Sans JP" panose="020B0503050203000203" pitchFamily="50" charset="-128"/>
              <a:ea typeface="IBM Plex Sans JP" panose="020B0503050203000203" pitchFamily="50" charset="-128"/>
              <a:cs typeface="IBM Plex Sans JP"/>
              <a:sym typeface="IBM Plex Sans JP"/>
            </a:endParaRPr>
          </a:p>
        </p:txBody>
      </p:sp>
    </p:spTree>
    <p:extLst>
      <p:ext uri="{BB962C8B-B14F-4D97-AF65-F5344CB8AC3E}">
        <p14:creationId xmlns:p14="http://schemas.microsoft.com/office/powerpoint/2010/main" val="3916731695"/>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178">
          <a:extLst>
            <a:ext uri="{FF2B5EF4-FFF2-40B4-BE49-F238E27FC236}">
              <a16:creationId xmlns:a16="http://schemas.microsoft.com/office/drawing/2014/main" id="{2AAD176A-7A25-EF85-BC2A-50DA850A2E0D}"/>
            </a:ext>
          </a:extLst>
        </p:cNvPr>
        <p:cNvGrpSpPr/>
        <p:nvPr/>
      </p:nvGrpSpPr>
      <p:grpSpPr>
        <a:xfrm>
          <a:off x="0" y="0"/>
          <a:ext cx="0" cy="0"/>
          <a:chOff x="0" y="0"/>
          <a:chExt cx="0" cy="0"/>
        </a:xfrm>
      </p:grpSpPr>
      <p:sp>
        <p:nvSpPr>
          <p:cNvPr id="179" name="Google Shape;179;p17">
            <a:extLst>
              <a:ext uri="{FF2B5EF4-FFF2-40B4-BE49-F238E27FC236}">
                <a16:creationId xmlns:a16="http://schemas.microsoft.com/office/drawing/2014/main" id="{2308A859-3A7A-058E-B7F5-BE5302B9E7D8}"/>
              </a:ext>
            </a:extLst>
          </p:cNvPr>
          <p:cNvSpPr/>
          <p:nvPr/>
        </p:nvSpPr>
        <p:spPr>
          <a:xfrm>
            <a:off x="51086" y="45268"/>
            <a:ext cx="6790099" cy="9053465"/>
          </a:xfrm>
          <a:prstGeom prst="rect">
            <a:avLst/>
          </a:prstGeom>
          <a:gradFill>
            <a:gsLst>
              <a:gs pos="0">
                <a:srgbClr val="EE00B0"/>
              </a:gs>
              <a:gs pos="10000">
                <a:srgbClr val="EE00B0"/>
              </a:gs>
              <a:gs pos="50000">
                <a:srgbClr val="6200E8"/>
              </a:gs>
              <a:gs pos="90000">
                <a:srgbClr val="0095E5"/>
              </a:gs>
              <a:gs pos="100000">
                <a:srgbClr val="0095E5"/>
              </a:gs>
            </a:gsLst>
            <a:lin ang="1800000" scaled="0"/>
          </a:gra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Arial"/>
              <a:ea typeface="Arial"/>
              <a:cs typeface="Arial"/>
              <a:sym typeface="Arial"/>
            </a:endParaRPr>
          </a:p>
        </p:txBody>
      </p:sp>
      <p:sp>
        <p:nvSpPr>
          <p:cNvPr id="6" name="フリーフォーム: 図形 5">
            <a:extLst>
              <a:ext uri="{FF2B5EF4-FFF2-40B4-BE49-F238E27FC236}">
                <a16:creationId xmlns:a16="http://schemas.microsoft.com/office/drawing/2014/main" id="{A5C1BE97-3C68-3179-307D-98F3A4516AF3}"/>
              </a:ext>
            </a:extLst>
          </p:cNvPr>
          <p:cNvSpPr/>
          <p:nvPr/>
        </p:nvSpPr>
        <p:spPr>
          <a:xfrm>
            <a:off x="17051" y="5531"/>
            <a:ext cx="6858000" cy="9144000"/>
          </a:xfrm>
          <a:custGeom>
            <a:avLst/>
            <a:gdLst>
              <a:gd name="csX0" fmla="*/ 3717793 w 6858000"/>
              <a:gd name="csY0" fmla="*/ 8656386 h 9144000"/>
              <a:gd name="csX1" fmla="*/ 3717793 w 6858000"/>
              <a:gd name="csY1" fmla="*/ 8710386 h 9144000"/>
              <a:gd name="csX2" fmla="*/ 6309793 w 6858000"/>
              <a:gd name="csY2" fmla="*/ 8710386 h 9144000"/>
              <a:gd name="csX3" fmla="*/ 6309793 w 6858000"/>
              <a:gd name="csY3" fmla="*/ 8656386 h 9144000"/>
              <a:gd name="csX4" fmla="*/ 537487 w 6858000"/>
              <a:gd name="csY4" fmla="*/ 8656386 h 9144000"/>
              <a:gd name="csX5" fmla="*/ 537487 w 6858000"/>
              <a:gd name="csY5" fmla="*/ 8710386 h 9144000"/>
              <a:gd name="csX6" fmla="*/ 3129487 w 6858000"/>
              <a:gd name="csY6" fmla="*/ 8710386 h 9144000"/>
              <a:gd name="csX7" fmla="*/ 3129487 w 6858000"/>
              <a:gd name="csY7" fmla="*/ 8656386 h 9144000"/>
              <a:gd name="csX8" fmla="*/ 643510 w 6858000"/>
              <a:gd name="csY8" fmla="*/ 2798320 h 9144000"/>
              <a:gd name="csX9" fmla="*/ 541210 w 6858000"/>
              <a:gd name="csY9" fmla="*/ 2900620 h 9144000"/>
              <a:gd name="csX10" fmla="*/ 643510 w 6858000"/>
              <a:gd name="csY10" fmla="*/ 3002920 h 9144000"/>
              <a:gd name="csX11" fmla="*/ 745810 w 6858000"/>
              <a:gd name="csY11" fmla="*/ 2900620 h 9144000"/>
              <a:gd name="csX12" fmla="*/ 643510 w 6858000"/>
              <a:gd name="csY12" fmla="*/ 2798320 h 9144000"/>
              <a:gd name="csX13" fmla="*/ 639762 w 6858000"/>
              <a:gd name="csY13" fmla="*/ 763986 h 9144000"/>
              <a:gd name="csX14" fmla="*/ 537462 w 6858000"/>
              <a:gd name="csY14" fmla="*/ 866286 h 9144000"/>
              <a:gd name="csX15" fmla="*/ 639762 w 6858000"/>
              <a:gd name="csY15" fmla="*/ 968586 h 9144000"/>
              <a:gd name="csX16" fmla="*/ 742062 w 6858000"/>
              <a:gd name="csY16" fmla="*/ 866286 h 9144000"/>
              <a:gd name="csX17" fmla="*/ 639762 w 6858000"/>
              <a:gd name="csY17" fmla="*/ 763986 h 9144000"/>
              <a:gd name="csX18" fmla="*/ 537486 w 6858000"/>
              <a:gd name="csY18" fmla="*/ 446937 h 9144000"/>
              <a:gd name="csX19" fmla="*/ 537486 w 6858000"/>
              <a:gd name="csY19" fmla="*/ 500937 h 9144000"/>
              <a:gd name="csX20" fmla="*/ 6293679 w 6858000"/>
              <a:gd name="csY20" fmla="*/ 500937 h 9144000"/>
              <a:gd name="csX21" fmla="*/ 6293679 w 6858000"/>
              <a:gd name="csY21" fmla="*/ 446937 h 9144000"/>
              <a:gd name="csX22" fmla="*/ 0 w 6858000"/>
              <a:gd name="csY22" fmla="*/ 0 h 9144000"/>
              <a:gd name="csX23" fmla="*/ 6858000 w 6858000"/>
              <a:gd name="csY23" fmla="*/ 0 h 9144000"/>
              <a:gd name="csX24" fmla="*/ 6858000 w 6858000"/>
              <a:gd name="csY24" fmla="*/ 9144000 h 9144000"/>
              <a:gd name="csX25" fmla="*/ 0 w 6858000"/>
              <a:gd name="csY25" fmla="*/ 9144000 h 91440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Lst>
            <a:rect l="l" t="t" r="r" b="b"/>
            <a:pathLst>
              <a:path w="6858000" h="9144000">
                <a:moveTo>
                  <a:pt x="3717793" y="8656386"/>
                </a:moveTo>
                <a:lnTo>
                  <a:pt x="3717793" y="8710386"/>
                </a:lnTo>
                <a:lnTo>
                  <a:pt x="6309793" y="8710386"/>
                </a:lnTo>
                <a:lnTo>
                  <a:pt x="6309793" y="8656386"/>
                </a:lnTo>
                <a:close/>
                <a:moveTo>
                  <a:pt x="537487" y="8656386"/>
                </a:moveTo>
                <a:lnTo>
                  <a:pt x="537487" y="8710386"/>
                </a:lnTo>
                <a:lnTo>
                  <a:pt x="3129487" y="8710386"/>
                </a:lnTo>
                <a:lnTo>
                  <a:pt x="3129487" y="8656386"/>
                </a:lnTo>
                <a:close/>
                <a:moveTo>
                  <a:pt x="643510" y="2798320"/>
                </a:moveTo>
                <a:cubicBezTo>
                  <a:pt x="587011" y="2798320"/>
                  <a:pt x="541210" y="2844121"/>
                  <a:pt x="541210" y="2900620"/>
                </a:cubicBezTo>
                <a:cubicBezTo>
                  <a:pt x="541210" y="2957119"/>
                  <a:pt x="587011" y="3002920"/>
                  <a:pt x="643510" y="3002920"/>
                </a:cubicBezTo>
                <a:cubicBezTo>
                  <a:pt x="700009" y="3002920"/>
                  <a:pt x="745810" y="2957119"/>
                  <a:pt x="745810" y="2900620"/>
                </a:cubicBezTo>
                <a:cubicBezTo>
                  <a:pt x="745810" y="2844121"/>
                  <a:pt x="700009" y="2798320"/>
                  <a:pt x="643510" y="2798320"/>
                </a:cubicBezTo>
                <a:close/>
                <a:moveTo>
                  <a:pt x="639762" y="763986"/>
                </a:moveTo>
                <a:cubicBezTo>
                  <a:pt x="583263" y="763986"/>
                  <a:pt x="537462" y="809787"/>
                  <a:pt x="537462" y="866286"/>
                </a:cubicBezTo>
                <a:cubicBezTo>
                  <a:pt x="537462" y="922785"/>
                  <a:pt x="583263" y="968586"/>
                  <a:pt x="639762" y="968586"/>
                </a:cubicBezTo>
                <a:cubicBezTo>
                  <a:pt x="696261" y="968586"/>
                  <a:pt x="742062" y="922785"/>
                  <a:pt x="742062" y="866286"/>
                </a:cubicBezTo>
                <a:cubicBezTo>
                  <a:pt x="742062" y="809787"/>
                  <a:pt x="696261" y="763986"/>
                  <a:pt x="639762" y="763986"/>
                </a:cubicBezTo>
                <a:close/>
                <a:moveTo>
                  <a:pt x="537486" y="446937"/>
                </a:moveTo>
                <a:lnTo>
                  <a:pt x="537486" y="500937"/>
                </a:lnTo>
                <a:lnTo>
                  <a:pt x="6293679" y="500937"/>
                </a:lnTo>
                <a:lnTo>
                  <a:pt x="6293679" y="446937"/>
                </a:lnTo>
                <a:close/>
                <a:moveTo>
                  <a:pt x="0" y="0"/>
                </a:moveTo>
                <a:lnTo>
                  <a:pt x="6858000" y="0"/>
                </a:lnTo>
                <a:lnTo>
                  <a:pt x="6858000" y="9144000"/>
                </a:lnTo>
                <a:lnTo>
                  <a:pt x="0" y="9144000"/>
                </a:lnTo>
                <a:close/>
              </a:path>
            </a:pathLst>
          </a:custGeom>
          <a:solidFill>
            <a:schemeClr val="lt1"/>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Arial"/>
              <a:ea typeface="Arial"/>
              <a:cs typeface="Arial"/>
              <a:sym typeface="Arial"/>
            </a:endParaRPr>
          </a:p>
        </p:txBody>
      </p:sp>
      <p:sp>
        <p:nvSpPr>
          <p:cNvPr id="189" name="Google Shape;189;p17">
            <a:extLst>
              <a:ext uri="{FF2B5EF4-FFF2-40B4-BE49-F238E27FC236}">
                <a16:creationId xmlns:a16="http://schemas.microsoft.com/office/drawing/2014/main" id="{C5A9EDBA-05B0-4F55-FD95-0F7CCE6BA2D6}"/>
              </a:ext>
            </a:extLst>
          </p:cNvPr>
          <p:cNvSpPr txBox="1"/>
          <p:nvPr/>
        </p:nvSpPr>
        <p:spPr>
          <a:xfrm>
            <a:off x="3163826" y="8511531"/>
            <a:ext cx="575734" cy="369332"/>
          </a:xfrm>
          <a:prstGeom prst="rect">
            <a:avLst/>
          </a:prstGeom>
          <a:noFill/>
          <a:ln>
            <a:noFill/>
          </a:ln>
        </p:spPr>
        <p:txBody>
          <a:bodyPr spcFirstLastPara="1" wrap="square" lIns="91425" tIns="45700" rIns="91425" bIns="45700" anchor="ctr" anchorCtr="0">
            <a:spAutoFit/>
          </a:bodyPr>
          <a:lstStyle/>
          <a:p>
            <a:pPr marL="0" marR="0" lvl="0" indent="0" algn="ctr" rtl="0">
              <a:spcBef>
                <a:spcPts val="0"/>
              </a:spcBef>
              <a:spcAft>
                <a:spcPts val="0"/>
              </a:spcAft>
              <a:buNone/>
            </a:pPr>
            <a:r>
              <a:rPr lang="en-US" sz="1800">
                <a:solidFill>
                  <a:schemeClr val="dk1"/>
                </a:solidFill>
                <a:latin typeface="Arial"/>
                <a:ea typeface="Arial"/>
                <a:cs typeface="Arial"/>
                <a:sym typeface="Arial"/>
              </a:rPr>
              <a:t>4</a:t>
            </a:r>
            <a:endParaRPr sz="1800">
              <a:solidFill>
                <a:schemeClr val="dk1"/>
              </a:solidFill>
              <a:latin typeface="Arial"/>
              <a:ea typeface="Arial"/>
              <a:cs typeface="Arial"/>
              <a:sym typeface="Arial"/>
            </a:endParaRPr>
          </a:p>
        </p:txBody>
      </p:sp>
      <p:sp>
        <p:nvSpPr>
          <p:cNvPr id="191" name="Google Shape;191;p17">
            <a:extLst>
              <a:ext uri="{FF2B5EF4-FFF2-40B4-BE49-F238E27FC236}">
                <a16:creationId xmlns:a16="http://schemas.microsoft.com/office/drawing/2014/main" id="{A4678C78-6579-4A85-31F6-AADFBB052070}"/>
              </a:ext>
            </a:extLst>
          </p:cNvPr>
          <p:cNvSpPr txBox="1"/>
          <p:nvPr/>
        </p:nvSpPr>
        <p:spPr>
          <a:xfrm>
            <a:off x="790026" y="2733606"/>
            <a:ext cx="2592000" cy="400069"/>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000" b="1" dirty="0">
                <a:solidFill>
                  <a:schemeClr val="dk1"/>
                </a:solidFill>
                <a:latin typeface="IBM Plex Sans JP" panose="020B0503050203000203" pitchFamily="50" charset="-128"/>
                <a:ea typeface="IBM Plex Sans JP" panose="020B0503050203000203" pitchFamily="50" charset="-128"/>
                <a:cs typeface="IBM Plex Sans JP SemiBold"/>
                <a:sym typeface="IBM Plex Sans JP SemiBold"/>
              </a:rPr>
              <a:t>8. </a:t>
            </a:r>
            <a:r>
              <a:rPr lang="ja-JP" altLang="en-US" sz="2000" b="1" dirty="0">
                <a:solidFill>
                  <a:schemeClr val="dk1"/>
                </a:solidFill>
                <a:latin typeface="IBM Plex Sans JP" panose="020B0503050203000203" pitchFamily="50" charset="-128"/>
                <a:ea typeface="IBM Plex Sans JP" panose="020B0503050203000203" pitchFamily="50" charset="-128"/>
                <a:cs typeface="IBM Plex Sans JP SemiBold"/>
                <a:sym typeface="IBM Plex Sans JP SemiBold"/>
              </a:rPr>
              <a:t>更新履歴</a:t>
            </a:r>
            <a:endParaRPr sz="2400" b="1" dirty="0">
              <a:solidFill>
                <a:schemeClr val="dk1"/>
              </a:solidFill>
              <a:latin typeface="IBM Plex Sans JP" panose="020B0503050203000203" pitchFamily="50" charset="-128"/>
              <a:ea typeface="IBM Plex Sans JP" panose="020B0503050203000203" pitchFamily="50" charset="-128"/>
              <a:cs typeface="IBM Plex Sans JP SemiBold"/>
              <a:sym typeface="IBM Plex Sans JP SemiBold"/>
            </a:endParaRPr>
          </a:p>
        </p:txBody>
      </p:sp>
      <p:sp>
        <p:nvSpPr>
          <p:cNvPr id="192" name="Google Shape;192;p17">
            <a:extLst>
              <a:ext uri="{FF2B5EF4-FFF2-40B4-BE49-F238E27FC236}">
                <a16:creationId xmlns:a16="http://schemas.microsoft.com/office/drawing/2014/main" id="{048D9555-AA7F-C9E0-FCF0-F6D0196A9E26}"/>
              </a:ext>
            </a:extLst>
          </p:cNvPr>
          <p:cNvSpPr txBox="1"/>
          <p:nvPr/>
        </p:nvSpPr>
        <p:spPr>
          <a:xfrm>
            <a:off x="676941" y="3091447"/>
            <a:ext cx="5649600" cy="369291"/>
          </a:xfrm>
          <a:prstGeom prst="rect">
            <a:avLst/>
          </a:prstGeom>
          <a:noFill/>
          <a:ln>
            <a:noFill/>
          </a:ln>
        </p:spPr>
        <p:txBody>
          <a:bodyPr spcFirstLastPara="1" wrap="square" lIns="91425" tIns="45700" rIns="91425" bIns="45700" anchor="t" anchorCtr="0">
            <a:spAutoFit/>
          </a:bodyPr>
          <a:lstStyle/>
          <a:p>
            <a:pPr lvl="0"/>
            <a:r>
              <a:rPr lang="ja-JP" altLang="ja-JP" sz="900" dirty="0"/>
              <a:t>Ver.1.00 2026-0</a:t>
            </a:r>
            <a:r>
              <a:rPr lang="en-US" altLang="ja-JP" sz="900" dirty="0"/>
              <a:t>7</a:t>
            </a:r>
            <a:r>
              <a:rPr lang="ja-JP" altLang="ja-JP" sz="900" dirty="0"/>
              <a:t>-</a:t>
            </a:r>
            <a:r>
              <a:rPr lang="en-US" altLang="ja-JP" sz="900" dirty="0"/>
              <a:t>02</a:t>
            </a:r>
            <a:r>
              <a:rPr lang="ja-JP" altLang="ja-JP" sz="900" dirty="0"/>
              <a:t> 初版公開 </a:t>
            </a:r>
            <a:endParaRPr lang="en-US" altLang="ja-JP" sz="900" dirty="0"/>
          </a:p>
          <a:p>
            <a:pPr lvl="0"/>
            <a:r>
              <a:rPr lang="ja-JP" altLang="ja-JP" sz="900" dirty="0"/>
              <a:t>Ver.</a:t>
            </a:r>
            <a:r>
              <a:rPr lang="en-US" altLang="ja-JP" sz="900" dirty="0"/>
              <a:t>1</a:t>
            </a:r>
            <a:r>
              <a:rPr lang="ja-JP" altLang="ja-JP" sz="900" dirty="0"/>
              <a:t>.10 2026-08-16 統一デザイン反映</a:t>
            </a:r>
            <a:endParaRPr dirty="0">
              <a:latin typeface="IBM Plex Sans JP" panose="020B0503050203000203" pitchFamily="50" charset="-128"/>
              <a:ea typeface="IBM Plex Sans JP" panose="020B0503050203000203" pitchFamily="50" charset="-128"/>
            </a:endParaRPr>
          </a:p>
        </p:txBody>
      </p:sp>
      <p:sp>
        <p:nvSpPr>
          <p:cNvPr id="193" name="Google Shape;193;p17">
            <a:extLst>
              <a:ext uri="{FF2B5EF4-FFF2-40B4-BE49-F238E27FC236}">
                <a16:creationId xmlns:a16="http://schemas.microsoft.com/office/drawing/2014/main" id="{0C2C1EDC-AB6C-028E-2F9F-0A1F0590EA0B}"/>
              </a:ext>
            </a:extLst>
          </p:cNvPr>
          <p:cNvSpPr txBox="1"/>
          <p:nvPr/>
        </p:nvSpPr>
        <p:spPr>
          <a:xfrm>
            <a:off x="759181" y="705345"/>
            <a:ext cx="2739900" cy="4002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000" b="1">
                <a:solidFill>
                  <a:schemeClr val="dk1"/>
                </a:solidFill>
                <a:latin typeface="IBM Plex Sans JP" panose="020B0503050203000203" pitchFamily="50" charset="-128"/>
                <a:ea typeface="IBM Plex Sans JP" panose="020B0503050203000203" pitchFamily="50" charset="-128"/>
                <a:cs typeface="IBM Plex Sans JP SemiBold"/>
                <a:sym typeface="IBM Plex Sans JP SemiBold"/>
              </a:rPr>
              <a:t>7. まとめ  </a:t>
            </a:r>
            <a:endParaRPr sz="2400" b="1">
              <a:solidFill>
                <a:schemeClr val="dk1"/>
              </a:solidFill>
              <a:latin typeface="IBM Plex Sans JP" panose="020B0503050203000203" pitchFamily="50" charset="-128"/>
              <a:ea typeface="IBM Plex Sans JP" panose="020B0503050203000203" pitchFamily="50" charset="-128"/>
              <a:cs typeface="IBM Plex Sans JP SemiBold"/>
              <a:sym typeface="IBM Plex Sans JP SemiBold"/>
            </a:endParaRPr>
          </a:p>
        </p:txBody>
      </p:sp>
      <p:sp>
        <p:nvSpPr>
          <p:cNvPr id="194" name="Google Shape;194;p17">
            <a:extLst>
              <a:ext uri="{FF2B5EF4-FFF2-40B4-BE49-F238E27FC236}">
                <a16:creationId xmlns:a16="http://schemas.microsoft.com/office/drawing/2014/main" id="{90C95B9B-2CCE-FE1C-1F1D-DF3E4B081975}"/>
              </a:ext>
            </a:extLst>
          </p:cNvPr>
          <p:cNvSpPr txBox="1"/>
          <p:nvPr/>
        </p:nvSpPr>
        <p:spPr>
          <a:xfrm>
            <a:off x="677246" y="1065260"/>
            <a:ext cx="5649600" cy="1477287"/>
          </a:xfrm>
          <a:prstGeom prst="rect">
            <a:avLst/>
          </a:prstGeom>
          <a:noFill/>
          <a:ln>
            <a:noFill/>
          </a:ln>
        </p:spPr>
        <p:txBody>
          <a:bodyPr spcFirstLastPara="1" wrap="square" lIns="91425" tIns="45700" rIns="91425" bIns="45700" anchor="t" anchorCtr="0">
            <a:spAutoFit/>
          </a:bodyPr>
          <a:lstStyle/>
          <a:p>
            <a:pPr marL="0" marR="0" lvl="0" indent="0" algn="l" rtl="0">
              <a:lnSpc>
                <a:spcPct val="150000"/>
              </a:lnSpc>
              <a:spcBef>
                <a:spcPts val="0"/>
              </a:spcBef>
              <a:spcAft>
                <a:spcPts val="0"/>
              </a:spcAft>
              <a:buNone/>
            </a:pPr>
            <a:r>
              <a:rPr lang="en-US" sz="1000" dirty="0">
                <a:solidFill>
                  <a:schemeClr val="dk1"/>
                </a:solidFill>
                <a:latin typeface="IBM Plex Sans JP" panose="020B0503050203000203" pitchFamily="50" charset="-128"/>
                <a:ea typeface="IBM Plex Sans JP" panose="020B0503050203000203" pitchFamily="50" charset="-128"/>
                <a:cs typeface="IBM Plex Sans JP"/>
                <a:sym typeface="IBM Plex Sans JP"/>
              </a:rPr>
              <a:t>Blend Color Checker </a:t>
            </a:r>
            <a:r>
              <a:rPr lang="en-US" sz="1000" dirty="0" err="1">
                <a:solidFill>
                  <a:schemeClr val="dk1"/>
                </a:solidFill>
                <a:latin typeface="IBM Plex Sans JP" panose="020B0503050203000203" pitchFamily="50" charset="-128"/>
                <a:ea typeface="IBM Plex Sans JP" panose="020B0503050203000203" pitchFamily="50" charset="-128"/>
                <a:cs typeface="IBM Plex Sans JP"/>
                <a:sym typeface="IBM Plex Sans JP"/>
              </a:rPr>
              <a:t>は、FlexChroma</a:t>
            </a:r>
            <a:r>
              <a:rPr lang="en-US" sz="1000" dirty="0">
                <a:solidFill>
                  <a:schemeClr val="dk1"/>
                </a:solidFill>
                <a:latin typeface="IBM Plex Sans JP" panose="020B0503050203000203" pitchFamily="50" charset="-128"/>
                <a:ea typeface="IBM Plex Sans JP" panose="020B0503050203000203" pitchFamily="50" charset="-128"/>
                <a:cs typeface="IBM Plex Sans JP"/>
                <a:sym typeface="IBM Plex Sans JP"/>
              </a:rPr>
              <a:t>™ Blend Filament の </a:t>
            </a:r>
            <a:r>
              <a:rPr lang="en-US" sz="1000" dirty="0" err="1">
                <a:solidFill>
                  <a:schemeClr val="dk1"/>
                </a:solidFill>
                <a:latin typeface="IBM Plex Sans JP" panose="020B0503050203000203" pitchFamily="50" charset="-128"/>
                <a:ea typeface="IBM Plex Sans JP" panose="020B0503050203000203" pitchFamily="50" charset="-128"/>
                <a:cs typeface="IBM Plex Sans JP"/>
                <a:sym typeface="IBM Plex Sans JP"/>
              </a:rPr>
              <a:t>混色比と実際の色の関係を正確に評価</a:t>
            </a:r>
            <a:r>
              <a:rPr lang="en-US" sz="1000" dirty="0">
                <a:solidFill>
                  <a:schemeClr val="dk1"/>
                </a:solidFill>
                <a:latin typeface="IBM Plex Sans JP" panose="020B0503050203000203" pitchFamily="50" charset="-128"/>
                <a:ea typeface="IBM Plex Sans JP" panose="020B0503050203000203" pitchFamily="50" charset="-128"/>
                <a:cs typeface="IBM Plex Sans JP"/>
                <a:sym typeface="IBM Plex Sans JP"/>
              </a:rPr>
              <a:t> </a:t>
            </a:r>
            <a:r>
              <a:rPr lang="en-US" sz="1000" dirty="0" err="1">
                <a:solidFill>
                  <a:schemeClr val="dk1"/>
                </a:solidFill>
                <a:latin typeface="IBM Plex Sans JP" panose="020B0503050203000203" pitchFamily="50" charset="-128"/>
                <a:ea typeface="IBM Plex Sans JP" panose="020B0503050203000203" pitchFamily="50" charset="-128"/>
                <a:cs typeface="IBM Plex Sans JP"/>
                <a:sym typeface="IBM Plex Sans JP"/>
              </a:rPr>
              <a:t>するための</a:t>
            </a:r>
            <a:r>
              <a:rPr lang="en-US" sz="1000" dirty="0">
                <a:solidFill>
                  <a:schemeClr val="dk1"/>
                </a:solidFill>
                <a:latin typeface="IBM Plex Sans JP" panose="020B0503050203000203" pitchFamily="50" charset="-128"/>
                <a:ea typeface="IBM Plex Sans JP" panose="020B0503050203000203" pitchFamily="50" charset="-128"/>
                <a:cs typeface="IBM Plex Sans JP"/>
                <a:sym typeface="IBM Plex Sans JP"/>
              </a:rPr>
              <a:t> </a:t>
            </a:r>
            <a:r>
              <a:rPr lang="en-US" sz="1000" dirty="0" err="1">
                <a:solidFill>
                  <a:schemeClr val="dk1"/>
                </a:solidFill>
                <a:latin typeface="IBM Plex Sans JP" panose="020B0503050203000203" pitchFamily="50" charset="-128"/>
                <a:ea typeface="IBM Plex Sans JP" panose="020B0503050203000203" pitchFamily="50" charset="-128"/>
                <a:cs typeface="IBM Plex Sans JP"/>
                <a:sym typeface="IBM Plex Sans JP"/>
              </a:rPr>
              <a:t>信頼性の高い基準ツールです</a:t>
            </a:r>
            <a:r>
              <a:rPr lang="en-US" sz="1000" dirty="0">
                <a:solidFill>
                  <a:schemeClr val="dk1"/>
                </a:solidFill>
                <a:latin typeface="IBM Plex Sans JP" panose="020B0503050203000203" pitchFamily="50" charset="-128"/>
                <a:ea typeface="IBM Plex Sans JP" panose="020B0503050203000203" pitchFamily="50" charset="-128"/>
                <a:cs typeface="IBM Plex Sans JP"/>
                <a:sym typeface="IBM Plex Sans JP"/>
              </a:rPr>
              <a:t>。  </a:t>
            </a:r>
            <a:endParaRPr sz="1000" dirty="0">
              <a:solidFill>
                <a:schemeClr val="dk1"/>
              </a:solidFill>
              <a:latin typeface="IBM Plex Sans JP" panose="020B0503050203000203" pitchFamily="50" charset="-128"/>
              <a:ea typeface="IBM Plex Sans JP" panose="020B0503050203000203" pitchFamily="50" charset="-128"/>
              <a:cs typeface="IBM Plex Sans JP"/>
              <a:sym typeface="IBM Plex Sans JP"/>
            </a:endParaRPr>
          </a:p>
          <a:p>
            <a:pPr marL="457200" marR="0" lvl="0" indent="-292100" algn="l" rtl="0">
              <a:lnSpc>
                <a:spcPct val="150000"/>
              </a:lnSpc>
              <a:spcBef>
                <a:spcPts val="0"/>
              </a:spcBef>
              <a:spcAft>
                <a:spcPts val="0"/>
              </a:spcAft>
              <a:buClr>
                <a:schemeClr val="dk1"/>
              </a:buClr>
              <a:buSzPts val="1000"/>
              <a:buFont typeface="Arial" panose="020B0604020202020204" pitchFamily="34" charset="0"/>
              <a:buChar char="•"/>
            </a:pPr>
            <a:r>
              <a:rPr lang="en-US" sz="1000" dirty="0">
                <a:solidFill>
                  <a:schemeClr val="dk1"/>
                </a:solidFill>
                <a:latin typeface="IBM Plex Sans JP" panose="020B0503050203000203" pitchFamily="50" charset="-128"/>
                <a:ea typeface="IBM Plex Sans JP" panose="020B0503050203000203" pitchFamily="50" charset="-128"/>
                <a:cs typeface="IBM Plex Sans JP"/>
                <a:sym typeface="IBM Plex Sans JP"/>
              </a:rPr>
              <a:t>Standard / Detail の 2種類のチェックフィラメント  </a:t>
            </a:r>
            <a:endParaRPr sz="1000" dirty="0">
              <a:solidFill>
                <a:schemeClr val="dk1"/>
              </a:solidFill>
              <a:latin typeface="IBM Plex Sans JP" panose="020B0503050203000203" pitchFamily="50" charset="-128"/>
              <a:ea typeface="IBM Plex Sans JP" panose="020B0503050203000203" pitchFamily="50" charset="-128"/>
              <a:cs typeface="IBM Plex Sans JP"/>
              <a:sym typeface="IBM Plex Sans JP"/>
            </a:endParaRPr>
          </a:p>
          <a:p>
            <a:pPr marL="457200" marR="0" lvl="0" indent="-292100" algn="l" rtl="0">
              <a:lnSpc>
                <a:spcPct val="150000"/>
              </a:lnSpc>
              <a:spcBef>
                <a:spcPts val="0"/>
              </a:spcBef>
              <a:spcAft>
                <a:spcPts val="0"/>
              </a:spcAft>
              <a:buClr>
                <a:schemeClr val="dk1"/>
              </a:buClr>
              <a:buSzPts val="1000"/>
              <a:buFont typeface="Arial" panose="020B0604020202020204" pitchFamily="34" charset="0"/>
              <a:buChar char="•"/>
            </a:pPr>
            <a:r>
              <a:rPr lang="en-US" sz="1000" dirty="0" err="1">
                <a:solidFill>
                  <a:schemeClr val="dk1"/>
                </a:solidFill>
                <a:latin typeface="IBM Plex Sans JP" panose="020B0503050203000203" pitchFamily="50" charset="-128"/>
                <a:ea typeface="IBM Plex Sans JP" panose="020B0503050203000203" pitchFamily="50" charset="-128"/>
                <a:cs typeface="IBM Plex Sans JP"/>
                <a:sym typeface="IBM Plex Sans JP"/>
              </a:rPr>
              <a:t>外部スプール使用によるずれの少ない色境界</a:t>
            </a:r>
            <a:r>
              <a:rPr lang="en-US" sz="1000" dirty="0">
                <a:solidFill>
                  <a:schemeClr val="dk1"/>
                </a:solidFill>
                <a:latin typeface="IBM Plex Sans JP" panose="020B0503050203000203" pitchFamily="50" charset="-128"/>
                <a:ea typeface="IBM Plex Sans JP" panose="020B0503050203000203" pitchFamily="50" charset="-128"/>
                <a:cs typeface="IBM Plex Sans JP"/>
                <a:sym typeface="IBM Plex Sans JP"/>
              </a:rPr>
              <a:t>  </a:t>
            </a:r>
            <a:endParaRPr sz="1000" dirty="0">
              <a:solidFill>
                <a:schemeClr val="dk1"/>
              </a:solidFill>
              <a:latin typeface="IBM Plex Sans JP" panose="020B0503050203000203" pitchFamily="50" charset="-128"/>
              <a:ea typeface="IBM Plex Sans JP" panose="020B0503050203000203" pitchFamily="50" charset="-128"/>
              <a:cs typeface="IBM Plex Sans JP"/>
              <a:sym typeface="IBM Plex Sans JP"/>
            </a:endParaRPr>
          </a:p>
          <a:p>
            <a:pPr marL="457200" marR="0" lvl="0" indent="-292100" algn="l" rtl="0">
              <a:lnSpc>
                <a:spcPct val="150000"/>
              </a:lnSpc>
              <a:spcBef>
                <a:spcPts val="0"/>
              </a:spcBef>
              <a:spcAft>
                <a:spcPts val="0"/>
              </a:spcAft>
              <a:buClr>
                <a:schemeClr val="dk1"/>
              </a:buClr>
              <a:buSzPts val="1000"/>
              <a:buFont typeface="Arial" panose="020B0604020202020204" pitchFamily="34" charset="0"/>
              <a:buChar char="•"/>
            </a:pPr>
            <a:r>
              <a:rPr lang="en-US" sz="1000" dirty="0">
                <a:solidFill>
                  <a:schemeClr val="dk1"/>
                </a:solidFill>
                <a:latin typeface="IBM Plex Sans JP" panose="020B0503050203000203" pitchFamily="50" charset="-128"/>
                <a:ea typeface="IBM Plex Sans JP" panose="020B0503050203000203" pitchFamily="50" charset="-128"/>
                <a:cs typeface="IBM Plex Sans JP"/>
                <a:sym typeface="IBM Plex Sans JP"/>
              </a:rPr>
              <a:t>NIX MINI 3 </a:t>
            </a:r>
            <a:r>
              <a:rPr lang="en-US" sz="1000" dirty="0" err="1">
                <a:solidFill>
                  <a:schemeClr val="dk1"/>
                </a:solidFill>
                <a:latin typeface="IBM Plex Sans JP" panose="020B0503050203000203" pitchFamily="50" charset="-128"/>
                <a:ea typeface="IBM Plex Sans JP" panose="020B0503050203000203" pitchFamily="50" charset="-128"/>
                <a:cs typeface="IBM Plex Sans JP"/>
                <a:sym typeface="IBM Plex Sans JP"/>
              </a:rPr>
              <a:t>に最適化された設計</a:t>
            </a:r>
            <a:r>
              <a:rPr lang="en-US" sz="1000" dirty="0">
                <a:solidFill>
                  <a:schemeClr val="dk1"/>
                </a:solidFill>
                <a:latin typeface="IBM Plex Sans JP" panose="020B0503050203000203" pitchFamily="50" charset="-128"/>
                <a:ea typeface="IBM Plex Sans JP" panose="020B0503050203000203" pitchFamily="50" charset="-128"/>
                <a:cs typeface="IBM Plex Sans JP"/>
                <a:sym typeface="IBM Plex Sans JP"/>
              </a:rPr>
              <a:t> </a:t>
            </a:r>
            <a:endParaRPr sz="1000" dirty="0">
              <a:solidFill>
                <a:schemeClr val="dk1"/>
              </a:solidFill>
              <a:latin typeface="IBM Plex Sans JP" panose="020B0503050203000203" pitchFamily="50" charset="-128"/>
              <a:ea typeface="IBM Plex Sans JP" panose="020B0503050203000203" pitchFamily="50" charset="-128"/>
              <a:cs typeface="IBM Plex Sans JP"/>
              <a:sym typeface="IBM Plex Sans JP"/>
            </a:endParaRPr>
          </a:p>
          <a:p>
            <a:pPr marL="0" marR="0" lvl="0" indent="0" algn="l" rtl="0">
              <a:lnSpc>
                <a:spcPct val="150000"/>
              </a:lnSpc>
              <a:spcBef>
                <a:spcPts val="0"/>
              </a:spcBef>
              <a:spcAft>
                <a:spcPts val="0"/>
              </a:spcAft>
              <a:buNone/>
            </a:pPr>
            <a:r>
              <a:rPr lang="en-US" sz="1000" dirty="0" err="1">
                <a:solidFill>
                  <a:schemeClr val="dk1"/>
                </a:solidFill>
                <a:latin typeface="IBM Plex Sans JP" panose="020B0503050203000203" pitchFamily="50" charset="-128"/>
                <a:ea typeface="IBM Plex Sans JP" panose="020B0503050203000203" pitchFamily="50" charset="-128"/>
                <a:cs typeface="IBM Plex Sans JP"/>
                <a:sym typeface="IBM Plex Sans JP"/>
              </a:rPr>
              <a:t>これらにより、適切な色の選択</a:t>
            </a:r>
            <a:r>
              <a:rPr lang="en-US" sz="1000" dirty="0">
                <a:solidFill>
                  <a:schemeClr val="dk1"/>
                </a:solidFill>
                <a:latin typeface="IBM Plex Sans JP" panose="020B0503050203000203" pitchFamily="50" charset="-128"/>
                <a:ea typeface="IBM Plex Sans JP" panose="020B0503050203000203" pitchFamily="50" charset="-128"/>
                <a:cs typeface="IBM Plex Sans JP"/>
                <a:sym typeface="IBM Plex Sans JP"/>
              </a:rPr>
              <a:t> </a:t>
            </a:r>
            <a:r>
              <a:rPr lang="en-US" sz="1000" dirty="0" err="1">
                <a:solidFill>
                  <a:schemeClr val="dk1"/>
                </a:solidFill>
                <a:latin typeface="IBM Plex Sans JP" panose="020B0503050203000203" pitchFamily="50" charset="-128"/>
                <a:ea typeface="IBM Plex Sans JP" panose="020B0503050203000203" pitchFamily="50" charset="-128"/>
                <a:cs typeface="IBM Plex Sans JP"/>
                <a:sym typeface="IBM Plex Sans JP"/>
              </a:rPr>
              <a:t>が可能になります</a:t>
            </a:r>
            <a:r>
              <a:rPr lang="en-US" sz="1000" dirty="0">
                <a:solidFill>
                  <a:schemeClr val="dk1"/>
                </a:solidFill>
                <a:latin typeface="IBM Plex Sans JP" panose="020B0503050203000203" pitchFamily="50" charset="-128"/>
                <a:ea typeface="IBM Plex Sans JP" panose="020B0503050203000203" pitchFamily="50" charset="-128"/>
                <a:cs typeface="IBM Plex Sans JP"/>
                <a:sym typeface="IBM Plex Sans JP"/>
              </a:rPr>
              <a:t>。 </a:t>
            </a:r>
            <a:endParaRPr sz="900" b="1" dirty="0">
              <a:solidFill>
                <a:schemeClr val="dk1"/>
              </a:solidFill>
              <a:latin typeface="IBM Plex Sans JP" panose="020B0503050203000203" pitchFamily="50" charset="-128"/>
              <a:ea typeface="IBM Plex Sans JP" panose="020B0503050203000203" pitchFamily="50" charset="-128"/>
              <a:cs typeface="IBM Plex Sans JP"/>
              <a:sym typeface="IBM Plex Sans JP"/>
            </a:endParaRPr>
          </a:p>
        </p:txBody>
      </p:sp>
    </p:spTree>
    <p:extLst>
      <p:ext uri="{BB962C8B-B14F-4D97-AF65-F5344CB8AC3E}">
        <p14:creationId xmlns:p14="http://schemas.microsoft.com/office/powerpoint/2010/main" val="2734230875"/>
      </p:ext>
    </p:extLst>
  </p:cSld>
  <p:clrMapOvr>
    <a:masterClrMapping/>
  </p:clrMapOvr>
</p:sld>
</file>

<file path=ppt/theme/theme1.xml><?xml version="1.0" encoding="utf-8"?>
<a:theme xmlns:a="http://schemas.openxmlformats.org/drawingml/2006/main" name="Office テーマ">
  <a:themeElements>
    <a:clrScheme name="Office テーマ">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8</TotalTime>
  <Words>916</Words>
  <Application>Microsoft Office PowerPoint</Application>
  <PresentationFormat>画面に合わせる (4:3)</PresentationFormat>
  <Paragraphs>165</Paragraphs>
  <Slides>9</Slides>
  <Notes>9</Notes>
  <HiddenSlides>0</HiddenSlides>
  <MMClips>0</MMClips>
  <ScaleCrop>false</ScaleCrop>
  <HeadingPairs>
    <vt:vector size="6" baseType="variant">
      <vt:variant>
        <vt:lpstr>使用されているフォント</vt:lpstr>
      </vt:variant>
      <vt:variant>
        <vt:i4>4</vt:i4>
      </vt:variant>
      <vt:variant>
        <vt:lpstr>テーマ</vt:lpstr>
      </vt:variant>
      <vt:variant>
        <vt:i4>1</vt:i4>
      </vt:variant>
      <vt:variant>
        <vt:lpstr>スライド タイトル</vt:lpstr>
      </vt:variant>
      <vt:variant>
        <vt:i4>9</vt:i4>
      </vt:variant>
    </vt:vector>
  </HeadingPairs>
  <TitlesOfParts>
    <vt:vector size="14" baseType="lpstr">
      <vt:lpstr>Arial</vt:lpstr>
      <vt:lpstr>Segoe UI Semibold</vt:lpstr>
      <vt:lpstr>IBM Plex Sans JP</vt:lpstr>
      <vt:lpstr>Play</vt:lpstr>
      <vt:lpstr>Office テーマ</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cp:lastModifiedBy>誠 矢崎</cp:lastModifiedBy>
  <cp:revision>4</cp:revision>
  <cp:lastPrinted>2026-08-15T17:13:55Z</cp:lastPrinted>
  <dcterms:modified xsi:type="dcterms:W3CDTF">2026-08-15T17:24:36Z</dcterms:modified>
</cp:coreProperties>
</file>
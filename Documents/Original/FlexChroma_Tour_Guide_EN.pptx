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00E1"/>
    <a:srgbClr val="AE00F4"/>
    <a:srgbClr val="0086D6"/>
    <a:srgbClr val="FF00FF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4" autoAdjust="0"/>
    <p:restoredTop sz="94660"/>
  </p:normalViewPr>
  <p:slideViewPr>
    <p:cSldViewPr snapToGrid="0">
      <p:cViewPr varScale="1">
        <p:scale>
          <a:sx n="57" d="100"/>
          <a:sy n="57" d="100"/>
        </p:scale>
        <p:origin x="26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emf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7BBD50-91B1-398B-05F5-EF6FB391642D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36AB7EC-AB6F-585D-27FA-7CEA699B30B2}"/>
              </a:ext>
            </a:extLst>
          </p:cNvPr>
          <p:cNvSpPr txBox="1"/>
          <p:nvPr/>
        </p:nvSpPr>
        <p:spPr>
          <a:xfrm>
            <a:off x="2630544" y="1444411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Subtilte -</a:t>
            </a:r>
            <a:endParaRPr kumimoji="1" lang="ja-JP" altLang="en-US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7D89FCF-AB59-9789-77D9-D36589CBE52A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6516A146-7FD4-4FEF-0035-48EC8599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942C509F-7EBE-C17F-E1FD-04A0A489994D}"/>
              </a:ext>
            </a:extLst>
          </p:cNvPr>
          <p:cNvSpPr/>
          <p:nvPr/>
        </p:nvSpPr>
        <p:spPr>
          <a:xfrm>
            <a:off x="1042026" y="437296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A8D15E6E-F892-1A37-55F4-598808C42B8D}"/>
              </a:ext>
            </a:extLst>
          </p:cNvPr>
          <p:cNvSpPr/>
          <p:nvPr/>
        </p:nvSpPr>
        <p:spPr>
          <a:xfrm rot="10800000">
            <a:off x="1042026" y="2263487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D81001E-B6D3-99C8-5E0B-F466D9B756A5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2F528-1AFC-8E42-75C8-73644041C22B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DA2E9C-168B-3466-7614-65A6E3B87DA9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85067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74ED78-4D09-93B7-5187-266F72FE0C06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C3A39D-2C74-E00C-4387-9CC908F40D8B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5CC0883-1DA5-4A86-6756-80C64F8D1477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F6D8160-20C1-33BC-415D-25B50E830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8263E98-8A17-21DA-72A0-4FFFE32AE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8D95018-44AF-5B79-3242-99208120D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53F3CB-B9EE-984E-2589-EA35449EF83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2E9D853-4C50-6454-71B3-5C48ECA0EAD9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CCD7C32-49B9-6248-827D-772DCDA5E4CB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AF97127-F08A-576F-5EC3-785D677AF14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DBFA91-7DDA-D8B6-438A-A1F8AA48B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BEF07CB-20DE-945B-B4BB-0251C141E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502BD5F-204F-ADDD-3A77-54D9B2345EC1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3B718F9-0F82-AC1A-9FBD-6C3D9A4B48C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BA86A0-4EB7-A063-9D52-9D32ADB8F23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0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C74F156-4B5C-E445-A645-2E2ACF34FAFE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4389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2340787-D511-DF21-3720-E71FFAD3D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0FDF44E-2E29-DC94-EB39-45531D05C65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1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6014F56-C02A-5FD8-08B8-C99834BE5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9F0FDF5-AAE0-F652-01A1-9A4F73C8F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CA4C0E2-35C7-1340-C094-C4C5C416A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187</TotalTime>
  <Words>934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10</cp:revision>
  <cp:lastPrinted>2026-07-22T05:45:13Z</cp:lastPrinted>
  <dcterms:created xsi:type="dcterms:W3CDTF">2026-07-22T02:46:18Z</dcterms:created>
  <dcterms:modified xsi:type="dcterms:W3CDTF">2026-07-22T06:10:06Z</dcterms:modified>
</cp:coreProperties>
</file>
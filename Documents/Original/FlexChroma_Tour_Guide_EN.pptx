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3" r:id="rId6"/>
    <p:sldId id="264" r:id="rId7"/>
    <p:sldId id="262" r:id="rId8"/>
  </p:sldIdLst>
  <p:sldSz cx="6858000" cy="9144000" type="screen4x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5E5"/>
    <a:srgbClr val="6200E8"/>
    <a:srgbClr val="EE00B0"/>
    <a:srgbClr val="0086D6"/>
    <a:srgbClr val="FF00FF"/>
    <a:srgbClr val="AE00F4"/>
    <a:srgbClr val="5800E1"/>
    <a:srgbClr val="EC0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34" autoAdjust="0"/>
    <p:restoredTop sz="94660"/>
  </p:normalViewPr>
  <p:slideViewPr>
    <p:cSldViewPr snapToGrid="0">
      <p:cViewPr varScale="1">
        <p:scale>
          <a:sx n="57" d="100"/>
          <a:sy n="57" d="100"/>
        </p:scale>
        <p:origin x="187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6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556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264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338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854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606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45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1763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6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933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239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19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emf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emf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A41A86-A2F3-1D06-7116-45400082F3B6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CD271A-34A9-3E4B-032F-15C70AF19889}"/>
              </a:ext>
            </a:extLst>
          </p:cNvPr>
          <p:cNvSpPr/>
          <p:nvPr/>
        </p:nvSpPr>
        <p:spPr>
          <a:xfrm>
            <a:off x="16975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3915448-3941-BA60-2C94-241A97D6CAC9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52EEC23-A78A-14A0-56DD-8CB91A02DD2F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33F6922-5537-D3C9-1E45-625FD880C031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3EA9AD3-66B2-9EA5-5711-3C6A318F55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05123BF-B9A2-835D-6FE4-689D9F62F382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40CDC6-D787-7B25-2307-F3BA1042D402}"/>
              </a:ext>
            </a:extLst>
          </p:cNvPr>
          <p:cNvSpPr/>
          <p:nvPr/>
        </p:nvSpPr>
        <p:spPr>
          <a:xfrm>
            <a:off x="539999" y="431999"/>
            <a:ext cx="5785269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F25BF82-13EE-2D0B-D376-F101E332C733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8BCCC25-0C62-4E5D-0486-3F637C4A1C59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FE29C1-D44C-58E2-5EDB-51A8D3EC840E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741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40A8-5932-22C2-7D48-A0EA57C30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CD9029B2-D1D6-26F4-0BA3-DE439C520D1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3C0006-8C0E-711B-ECD8-45CF7F1D1609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C59FD50-8143-8A52-2646-26C8BDBFFDD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46770B46-C072-DF34-BD8D-2065F41808D5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C3E27AFA-EFCD-0428-55DA-15697DE6456A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6363EA-88CD-F1FE-3650-7B24149569AE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E68F704-A898-98C2-EE85-8B817126B2F6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60D99-6370-5724-453C-20AA9AC92D1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08601A0-5532-E890-C737-AF5B225E91D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CFBEBF-78FF-8FF9-3487-B087FB4F1A56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6514E-2962-A9E0-36A8-FFA8ABD714B3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36AB7EC-AB6F-585D-27FA-7CEA699B30B2}"/>
              </a:ext>
            </a:extLst>
          </p:cNvPr>
          <p:cNvSpPr txBox="1"/>
          <p:nvPr/>
        </p:nvSpPr>
        <p:spPr>
          <a:xfrm>
            <a:off x="2630544" y="1444411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Subtilte -</a:t>
            </a:r>
            <a:endParaRPr kumimoji="1" lang="ja-JP" altLang="en-US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7D89FCF-AB59-9789-77D9-D36589CBE52A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86E89BA8-E7B2-7AB3-7267-37838D435E76}"/>
              </a:ext>
            </a:extLst>
          </p:cNvPr>
          <p:cNvSpPr/>
          <p:nvPr/>
        </p:nvSpPr>
        <p:spPr>
          <a:xfrm>
            <a:off x="566175" y="306949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797E49-CA37-4B2A-5187-03EC3007B3C7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E5F4AF3-4FAB-E906-2281-AF56CB9A9F5F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64F690EF-7932-B480-4E0E-878C474B7FC9}"/>
              </a:ext>
            </a:extLst>
          </p:cNvPr>
          <p:cNvSpPr/>
          <p:nvPr/>
        </p:nvSpPr>
        <p:spPr>
          <a:xfrm>
            <a:off x="566175" y="45623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DE03A10-2964-5391-2223-CBCA00D23411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6C8996-A004-2B6F-419A-B5C7EEF88FAF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BF7D3BD-1EF8-AC81-756A-94B848B80E13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1B3E5E8-6526-8E6B-29D9-D104B66A6233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5EE1833-E36C-633A-2CB5-AC9A3262046E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13" name="フリーフォーム: 図形 12">
            <a:extLst>
              <a:ext uri="{FF2B5EF4-FFF2-40B4-BE49-F238E27FC236}">
                <a16:creationId xmlns:a16="http://schemas.microsoft.com/office/drawing/2014/main" id="{942C509F-7EBE-C17F-E1FD-04A0A489994D}"/>
              </a:ext>
            </a:extLst>
          </p:cNvPr>
          <p:cNvSpPr/>
          <p:nvPr/>
        </p:nvSpPr>
        <p:spPr>
          <a:xfrm>
            <a:off x="1042026" y="437296"/>
            <a:ext cx="4781214" cy="310036"/>
          </a:xfrm>
          <a:custGeom>
            <a:avLst/>
            <a:gdLst>
              <a:gd name="connsiteX0" fmla="*/ 155018 w 4781214"/>
              <a:gd name="connsiteY0" fmla="*/ 0 h 310036"/>
              <a:gd name="connsiteX1" fmla="*/ 4626196 w 4781214"/>
              <a:gd name="connsiteY1" fmla="*/ 0 h 310036"/>
              <a:gd name="connsiteX2" fmla="*/ 4781214 w 4781214"/>
              <a:gd name="connsiteY2" fmla="*/ 155018 h 310036"/>
              <a:gd name="connsiteX3" fmla="*/ 4781214 w 4781214"/>
              <a:gd name="connsiteY3" fmla="*/ 310036 h 310036"/>
              <a:gd name="connsiteX4" fmla="*/ 4778648 w 4781214"/>
              <a:gd name="connsiteY4" fmla="*/ 310036 h 310036"/>
              <a:gd name="connsiteX5" fmla="*/ 4765852 w 4781214"/>
              <a:gd name="connsiteY5" fmla="*/ 279145 h 310036"/>
              <a:gd name="connsiteX6" fmla="*/ 4728765 w 4781214"/>
              <a:gd name="connsiteY6" fmla="*/ 263783 h 310036"/>
              <a:gd name="connsiteX7" fmla="*/ 52449 w 4781214"/>
              <a:gd name="connsiteY7" fmla="*/ 263783 h 310036"/>
              <a:gd name="connsiteX8" fmla="*/ 15362 w 4781214"/>
              <a:gd name="connsiteY8" fmla="*/ 279145 h 310036"/>
              <a:gd name="connsiteX9" fmla="*/ 2567 w 4781214"/>
              <a:gd name="connsiteY9" fmla="*/ 310036 h 310036"/>
              <a:gd name="connsiteX10" fmla="*/ 0 w 4781214"/>
              <a:gd name="connsiteY10" fmla="*/ 310036 h 310036"/>
              <a:gd name="connsiteX11" fmla="*/ 0 w 4781214"/>
              <a:gd name="connsiteY11" fmla="*/ 155018 h 310036"/>
              <a:gd name="connsiteX12" fmla="*/ 155018 w 4781214"/>
              <a:gd name="connsiteY12" fmla="*/ 0 h 31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781214" h="310036">
                <a:moveTo>
                  <a:pt x="155018" y="0"/>
                </a:moveTo>
                <a:lnTo>
                  <a:pt x="4626196" y="0"/>
                </a:lnTo>
                <a:cubicBezTo>
                  <a:pt x="4711810" y="0"/>
                  <a:pt x="4781214" y="69404"/>
                  <a:pt x="4781214" y="155018"/>
                </a:cubicBezTo>
                <a:lnTo>
                  <a:pt x="4781214" y="310036"/>
                </a:lnTo>
                <a:lnTo>
                  <a:pt x="4778648" y="310036"/>
                </a:lnTo>
                <a:lnTo>
                  <a:pt x="4765852" y="279145"/>
                </a:lnTo>
                <a:cubicBezTo>
                  <a:pt x="4756361" y="269654"/>
                  <a:pt x="4743249" y="263783"/>
                  <a:pt x="4728765" y="263783"/>
                </a:cubicBezTo>
                <a:lnTo>
                  <a:pt x="52449" y="263783"/>
                </a:lnTo>
                <a:cubicBezTo>
                  <a:pt x="37966" y="263783"/>
                  <a:pt x="24853" y="269654"/>
                  <a:pt x="15362" y="279145"/>
                </a:cubicBezTo>
                <a:lnTo>
                  <a:pt x="2567" y="310036"/>
                </a:lnTo>
                <a:lnTo>
                  <a:pt x="0" y="310036"/>
                </a:lnTo>
                <a:lnTo>
                  <a:pt x="0" y="155018"/>
                </a:lnTo>
                <a:cubicBezTo>
                  <a:pt x="0" y="69404"/>
                  <a:pt x="69404" y="0"/>
                  <a:pt x="15501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9" name="フリーフォーム: 図形 28">
            <a:extLst>
              <a:ext uri="{FF2B5EF4-FFF2-40B4-BE49-F238E27FC236}">
                <a16:creationId xmlns:a16="http://schemas.microsoft.com/office/drawing/2014/main" id="{A8D15E6E-F892-1A37-55F4-598808C42B8D}"/>
              </a:ext>
            </a:extLst>
          </p:cNvPr>
          <p:cNvSpPr/>
          <p:nvPr/>
        </p:nvSpPr>
        <p:spPr>
          <a:xfrm rot="10800000">
            <a:off x="1042026" y="2263487"/>
            <a:ext cx="4781214" cy="310036"/>
          </a:xfrm>
          <a:custGeom>
            <a:avLst/>
            <a:gdLst>
              <a:gd name="connsiteX0" fmla="*/ 155018 w 4781214"/>
              <a:gd name="connsiteY0" fmla="*/ 0 h 310036"/>
              <a:gd name="connsiteX1" fmla="*/ 4626196 w 4781214"/>
              <a:gd name="connsiteY1" fmla="*/ 0 h 310036"/>
              <a:gd name="connsiteX2" fmla="*/ 4781214 w 4781214"/>
              <a:gd name="connsiteY2" fmla="*/ 155018 h 310036"/>
              <a:gd name="connsiteX3" fmla="*/ 4781214 w 4781214"/>
              <a:gd name="connsiteY3" fmla="*/ 310036 h 310036"/>
              <a:gd name="connsiteX4" fmla="*/ 4778648 w 4781214"/>
              <a:gd name="connsiteY4" fmla="*/ 310036 h 310036"/>
              <a:gd name="connsiteX5" fmla="*/ 4765852 w 4781214"/>
              <a:gd name="connsiteY5" fmla="*/ 279145 h 310036"/>
              <a:gd name="connsiteX6" fmla="*/ 4728765 w 4781214"/>
              <a:gd name="connsiteY6" fmla="*/ 263783 h 310036"/>
              <a:gd name="connsiteX7" fmla="*/ 52449 w 4781214"/>
              <a:gd name="connsiteY7" fmla="*/ 263783 h 310036"/>
              <a:gd name="connsiteX8" fmla="*/ 15362 w 4781214"/>
              <a:gd name="connsiteY8" fmla="*/ 279145 h 310036"/>
              <a:gd name="connsiteX9" fmla="*/ 2567 w 4781214"/>
              <a:gd name="connsiteY9" fmla="*/ 310036 h 310036"/>
              <a:gd name="connsiteX10" fmla="*/ 0 w 4781214"/>
              <a:gd name="connsiteY10" fmla="*/ 310036 h 310036"/>
              <a:gd name="connsiteX11" fmla="*/ 0 w 4781214"/>
              <a:gd name="connsiteY11" fmla="*/ 155018 h 310036"/>
              <a:gd name="connsiteX12" fmla="*/ 155018 w 4781214"/>
              <a:gd name="connsiteY12" fmla="*/ 0 h 31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781214" h="310036">
                <a:moveTo>
                  <a:pt x="155018" y="0"/>
                </a:moveTo>
                <a:lnTo>
                  <a:pt x="4626196" y="0"/>
                </a:lnTo>
                <a:cubicBezTo>
                  <a:pt x="4711810" y="0"/>
                  <a:pt x="4781214" y="69404"/>
                  <a:pt x="4781214" y="155018"/>
                </a:cubicBezTo>
                <a:lnTo>
                  <a:pt x="4781214" y="310036"/>
                </a:lnTo>
                <a:lnTo>
                  <a:pt x="4778648" y="310036"/>
                </a:lnTo>
                <a:lnTo>
                  <a:pt x="4765852" y="279145"/>
                </a:lnTo>
                <a:cubicBezTo>
                  <a:pt x="4756361" y="269654"/>
                  <a:pt x="4743249" y="263783"/>
                  <a:pt x="4728765" y="263783"/>
                </a:cubicBezTo>
                <a:lnTo>
                  <a:pt x="52449" y="263783"/>
                </a:lnTo>
                <a:cubicBezTo>
                  <a:pt x="37966" y="263783"/>
                  <a:pt x="24853" y="269654"/>
                  <a:pt x="15362" y="279145"/>
                </a:cubicBezTo>
                <a:lnTo>
                  <a:pt x="2567" y="310036"/>
                </a:lnTo>
                <a:lnTo>
                  <a:pt x="0" y="310036"/>
                </a:lnTo>
                <a:lnTo>
                  <a:pt x="0" y="155018"/>
                </a:lnTo>
                <a:cubicBezTo>
                  <a:pt x="0" y="69404"/>
                  <a:pt x="69404" y="0"/>
                  <a:pt x="15501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373E7CFB-7ECE-1E91-69A3-DE952354F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27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173C-59A2-2037-D73D-0E215B313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0A76A69-7EBA-24AD-3805-2A372CFEEAE8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B787233-FA7E-25C9-AFC8-77DD3B8699E6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EE023F3-4FCC-103D-2599-E4E8CA7BF60A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24B2131-6CC4-0BFA-B748-D810A342326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4011FAB-63C2-178C-29DE-33DA96F4761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2F3C5EA-2AFD-33E4-549C-0F84BFE77136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3FA60BD-81FF-4E70-C88D-182A05D73C49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F94DBC3-EEDB-BBD1-A314-ABB30EC10D4A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47E6663-8146-0675-09E7-BA77AF348350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95B28A9-13D1-5C87-BC7B-361DB6DEDF54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5E0D04-137D-61B6-CDB3-C9B389BF921F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98BECD0-FE21-7197-76A9-A35DBF75C26D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228AC35-8F16-7C9A-87A7-5D5AF44B4A45}"/>
              </a:ext>
            </a:extLst>
          </p:cNvPr>
          <p:cNvSpPr/>
          <p:nvPr/>
        </p:nvSpPr>
        <p:spPr>
          <a:xfrm>
            <a:off x="566175" y="2644750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E721B25-AF01-358E-3AF5-DD53E680BEA4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4E1C011-7C36-5F21-4954-43ED394E75BA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2FB48DC-10F4-2185-6930-78B6977A0BD2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3844719-2CDC-AB32-6FBF-9DC0B5690794}"/>
              </a:ext>
            </a:extLst>
          </p:cNvPr>
          <p:cNvSpPr txBox="1"/>
          <p:nvPr/>
        </p:nvSpPr>
        <p:spPr>
          <a:xfrm>
            <a:off x="668509" y="2953843"/>
            <a:ext cx="564222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FB90F5E-7734-F19F-FF8C-E8AC00A4C515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23874BB3-E688-0DEB-EE2D-8445FA682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844" y="5325050"/>
            <a:ext cx="5264196" cy="327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BD6A209-2D06-7463-8165-69E2412B2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84" y="4100534"/>
            <a:ext cx="5325156" cy="831813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1382655B-80C9-15F1-61E0-4D073DBA16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r="2095" b="10009"/>
          <a:stretch>
            <a:fillRect/>
          </a:stretch>
        </p:blipFill>
        <p:spPr bwMode="auto">
          <a:xfrm>
            <a:off x="1091915" y="1374795"/>
            <a:ext cx="4561094" cy="1014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897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23065-C738-1975-C61A-347A71E91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6991F79-EF9D-214D-22CC-3EE4375C1316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DCDB3DB-81C6-2500-386E-779A7602240D}"/>
              </a:ext>
            </a:extLst>
          </p:cNvPr>
          <p:cNvSpPr/>
          <p:nvPr/>
        </p:nvSpPr>
        <p:spPr>
          <a:xfrm>
            <a:off x="17051" y="5531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809260A-E3A9-A10F-64B4-276376DBA937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013BF5E-61A6-7F01-BF6F-0C6BB497C24C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1A98E8-4943-C462-95B6-FEF1CE8411F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634534E-96BD-2796-50AA-D46B1425883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8BDDABE-AF21-FAFC-C17E-390C8B630108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31BB991-A1A7-FAE2-CB87-73D2777505EE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3AFA6C5-4BF2-A033-32A4-BECDD4F86FD4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6597B8-6C80-13D9-C7AF-67EB68F224A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F623625-2DCF-7634-93D4-9344D0B367F8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D25B49B-E1C7-7FE3-F262-C6D12AEF1C2E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F98466EE-556B-7D77-6461-4135277DD2E2}"/>
              </a:ext>
            </a:extLst>
          </p:cNvPr>
          <p:cNvSpPr/>
          <p:nvPr/>
        </p:nvSpPr>
        <p:spPr>
          <a:xfrm>
            <a:off x="546348" y="73010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8078D51-1E2C-A979-AB68-98E18890C6F1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974243A-BE39-3111-BDC0-1688AF9439B9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17BFD2F-556D-35B9-3D3B-9934FD82183A}"/>
              </a:ext>
            </a:extLst>
          </p:cNvPr>
          <p:cNvSpPr txBox="1"/>
          <p:nvPr/>
        </p:nvSpPr>
        <p:spPr>
          <a:xfrm>
            <a:off x="675778" y="301147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D9D80EE-7B63-AF1B-1B3A-EA5DC86D0696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D11D4DCF-F707-995B-6436-8A7DA1522C33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4A2E15D4-B4F1-FC30-49B0-998127E33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73" y="1909692"/>
            <a:ext cx="5588622" cy="913760"/>
          </a:xfrm>
          <a:prstGeom prst="rect">
            <a:avLst/>
          </a:prstGeom>
        </p:spPr>
      </p:pic>
      <p:pic>
        <p:nvPicPr>
          <p:cNvPr id="37" name="図 36">
            <a:extLst>
              <a:ext uri="{FF2B5EF4-FFF2-40B4-BE49-F238E27FC236}">
                <a16:creationId xmlns:a16="http://schemas.microsoft.com/office/drawing/2014/main" id="{B45BD161-DA0D-5CE8-8162-DC38C4F2F3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545" y="3188861"/>
            <a:ext cx="5679677" cy="4002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018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DA673-1F6D-3E89-385D-51C4D771A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DEFF187-2596-B65B-91B7-01BEB260E707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フリーフォーム: 図形 36">
            <a:extLst>
              <a:ext uri="{FF2B5EF4-FFF2-40B4-BE49-F238E27FC236}">
                <a16:creationId xmlns:a16="http://schemas.microsoft.com/office/drawing/2014/main" id="{79E6D1D4-A113-BFE0-3263-F0A91EBC473E}"/>
              </a:ext>
            </a:extLst>
          </p:cNvPr>
          <p:cNvSpPr/>
          <p:nvPr/>
        </p:nvSpPr>
        <p:spPr>
          <a:xfrm>
            <a:off x="-1" y="9938"/>
            <a:ext cx="6858000" cy="9144000"/>
          </a:xfrm>
          <a:custGeom>
            <a:avLst/>
            <a:gdLst>
              <a:gd name="connsiteX0" fmla="*/ 3734844 w 6858000"/>
              <a:gd name="connsiteY0" fmla="*/ 8661917 h 9144000"/>
              <a:gd name="connsiteX1" fmla="*/ 3734844 w 6858000"/>
              <a:gd name="connsiteY1" fmla="*/ 8715917 h 9144000"/>
              <a:gd name="connsiteX2" fmla="*/ 6326844 w 6858000"/>
              <a:gd name="connsiteY2" fmla="*/ 8715917 h 9144000"/>
              <a:gd name="connsiteX3" fmla="*/ 6326844 w 6858000"/>
              <a:gd name="connsiteY3" fmla="*/ 8661917 h 9144000"/>
              <a:gd name="connsiteX4" fmla="*/ 554538 w 6858000"/>
              <a:gd name="connsiteY4" fmla="*/ 8661917 h 9144000"/>
              <a:gd name="connsiteX5" fmla="*/ 554538 w 6858000"/>
              <a:gd name="connsiteY5" fmla="*/ 8715917 h 9144000"/>
              <a:gd name="connsiteX6" fmla="*/ 3146538 w 6858000"/>
              <a:gd name="connsiteY6" fmla="*/ 8715917 h 9144000"/>
              <a:gd name="connsiteX7" fmla="*/ 3146538 w 6858000"/>
              <a:gd name="connsiteY7" fmla="*/ 8661917 h 9144000"/>
              <a:gd name="connsiteX8" fmla="*/ 668510 w 6858000"/>
              <a:gd name="connsiteY8" fmla="*/ 4562351 h 9144000"/>
              <a:gd name="connsiteX9" fmla="*/ 566175 w 6858000"/>
              <a:gd name="connsiteY9" fmla="*/ 4664686 h 9144000"/>
              <a:gd name="connsiteX10" fmla="*/ 668510 w 6858000"/>
              <a:gd name="connsiteY10" fmla="*/ 4767021 h 9144000"/>
              <a:gd name="connsiteX11" fmla="*/ 770845 w 6858000"/>
              <a:gd name="connsiteY11" fmla="*/ 4664686 h 9144000"/>
              <a:gd name="connsiteX12" fmla="*/ 668510 w 6858000"/>
              <a:gd name="connsiteY12" fmla="*/ 4562351 h 9144000"/>
              <a:gd name="connsiteX13" fmla="*/ 668510 w 6858000"/>
              <a:gd name="connsiteY13" fmla="*/ 3069491 h 9144000"/>
              <a:gd name="connsiteX14" fmla="*/ 566175 w 6858000"/>
              <a:gd name="connsiteY14" fmla="*/ 3171826 h 9144000"/>
              <a:gd name="connsiteX15" fmla="*/ 668510 w 6858000"/>
              <a:gd name="connsiteY15" fmla="*/ 3274161 h 9144000"/>
              <a:gd name="connsiteX16" fmla="*/ 770845 w 6858000"/>
              <a:gd name="connsiteY16" fmla="*/ 3171826 h 9144000"/>
              <a:gd name="connsiteX17" fmla="*/ 668510 w 6858000"/>
              <a:gd name="connsiteY17" fmla="*/ 3069491 h 9144000"/>
              <a:gd name="connsiteX18" fmla="*/ 1042027 w 6858000"/>
              <a:gd name="connsiteY18" fmla="*/ 2161529 h 9144000"/>
              <a:gd name="connsiteX19" fmla="*/ 1042026 w 6858000"/>
              <a:gd name="connsiteY19" fmla="*/ 2308230 h 9144000"/>
              <a:gd name="connsiteX20" fmla="*/ 1188728 w 6858000"/>
              <a:gd name="connsiteY20" fmla="*/ 2454932 h 9144000"/>
              <a:gd name="connsiteX21" fmla="*/ 5676539 w 6858000"/>
              <a:gd name="connsiteY21" fmla="*/ 2454932 h 9144000"/>
              <a:gd name="connsiteX22" fmla="*/ 5823241 w 6858000"/>
              <a:gd name="connsiteY22" fmla="*/ 2308230 h 9144000"/>
              <a:gd name="connsiteX23" fmla="*/ 5823241 w 6858000"/>
              <a:gd name="connsiteY23" fmla="*/ 2163830 h 9144000"/>
              <a:gd name="connsiteX24" fmla="*/ 5760740 w 6858000"/>
              <a:gd name="connsiteY24" fmla="*/ 2226331 h 9144000"/>
              <a:gd name="connsiteX25" fmla="*/ 1104528 w 6858000"/>
              <a:gd name="connsiteY25" fmla="*/ 2226331 h 9144000"/>
              <a:gd name="connsiteX26" fmla="*/ 1042027 w 6858000"/>
              <a:gd name="connsiteY26" fmla="*/ 2163830 h 9144000"/>
              <a:gd name="connsiteX27" fmla="*/ 1188728 w 6858000"/>
              <a:gd name="connsiteY27" fmla="*/ 437295 h 9144000"/>
              <a:gd name="connsiteX28" fmla="*/ 1042026 w 6858000"/>
              <a:gd name="connsiteY28" fmla="*/ 583997 h 9144000"/>
              <a:gd name="connsiteX29" fmla="*/ 1042026 w 6858000"/>
              <a:gd name="connsiteY29" fmla="*/ 728397 h 9144000"/>
              <a:gd name="connsiteX30" fmla="*/ 1104527 w 6858000"/>
              <a:gd name="connsiteY30" fmla="*/ 665896 h 9144000"/>
              <a:gd name="connsiteX31" fmla="*/ 5760739 w 6858000"/>
              <a:gd name="connsiteY31" fmla="*/ 665896 h 9144000"/>
              <a:gd name="connsiteX32" fmla="*/ 5823240 w 6858000"/>
              <a:gd name="connsiteY32" fmla="*/ 728397 h 9144000"/>
              <a:gd name="connsiteX33" fmla="*/ 5823240 w 6858000"/>
              <a:gd name="connsiteY33" fmla="*/ 730698 h 9144000"/>
              <a:gd name="connsiteX34" fmla="*/ 5823241 w 6858000"/>
              <a:gd name="connsiteY34" fmla="*/ 583997 h 9144000"/>
              <a:gd name="connsiteX35" fmla="*/ 5676539 w 6858000"/>
              <a:gd name="connsiteY35" fmla="*/ 437295 h 9144000"/>
              <a:gd name="connsiteX36" fmla="*/ 0 w 6858000"/>
              <a:gd name="connsiteY36" fmla="*/ 0 h 9144000"/>
              <a:gd name="connsiteX37" fmla="*/ 6858000 w 6858000"/>
              <a:gd name="connsiteY37" fmla="*/ 0 h 9144000"/>
              <a:gd name="connsiteX38" fmla="*/ 6858000 w 6858000"/>
              <a:gd name="connsiteY38" fmla="*/ 9144000 h 9144000"/>
              <a:gd name="connsiteX39" fmla="*/ 0 w 6858000"/>
              <a:gd name="connsiteY39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6858000" h="9144000">
                <a:moveTo>
                  <a:pt x="3734844" y="8661917"/>
                </a:moveTo>
                <a:lnTo>
                  <a:pt x="3734844" y="8715917"/>
                </a:lnTo>
                <a:lnTo>
                  <a:pt x="6326844" y="8715917"/>
                </a:lnTo>
                <a:lnTo>
                  <a:pt x="6326844" y="8661917"/>
                </a:lnTo>
                <a:close/>
                <a:moveTo>
                  <a:pt x="554538" y="8661917"/>
                </a:moveTo>
                <a:lnTo>
                  <a:pt x="554538" y="8715917"/>
                </a:lnTo>
                <a:lnTo>
                  <a:pt x="3146538" y="8715917"/>
                </a:lnTo>
                <a:lnTo>
                  <a:pt x="3146538" y="8661917"/>
                </a:lnTo>
                <a:close/>
                <a:moveTo>
                  <a:pt x="668510" y="4562351"/>
                </a:moveTo>
                <a:cubicBezTo>
                  <a:pt x="611992" y="4562351"/>
                  <a:pt x="566175" y="4608168"/>
                  <a:pt x="566175" y="4664686"/>
                </a:cubicBezTo>
                <a:cubicBezTo>
                  <a:pt x="566175" y="4721204"/>
                  <a:pt x="611992" y="4767021"/>
                  <a:pt x="668510" y="4767021"/>
                </a:cubicBezTo>
                <a:cubicBezTo>
                  <a:pt x="725028" y="4767021"/>
                  <a:pt x="770845" y="4721204"/>
                  <a:pt x="770845" y="4664686"/>
                </a:cubicBezTo>
                <a:cubicBezTo>
                  <a:pt x="770845" y="4608168"/>
                  <a:pt x="725028" y="4562351"/>
                  <a:pt x="668510" y="4562351"/>
                </a:cubicBezTo>
                <a:close/>
                <a:moveTo>
                  <a:pt x="668510" y="3069491"/>
                </a:moveTo>
                <a:cubicBezTo>
                  <a:pt x="611992" y="3069491"/>
                  <a:pt x="566175" y="3115308"/>
                  <a:pt x="566175" y="3171826"/>
                </a:cubicBezTo>
                <a:cubicBezTo>
                  <a:pt x="566175" y="3228344"/>
                  <a:pt x="611992" y="3274161"/>
                  <a:pt x="668510" y="3274161"/>
                </a:cubicBezTo>
                <a:cubicBezTo>
                  <a:pt x="725028" y="3274161"/>
                  <a:pt x="770845" y="3228344"/>
                  <a:pt x="770845" y="3171826"/>
                </a:cubicBezTo>
                <a:cubicBezTo>
                  <a:pt x="770845" y="3115308"/>
                  <a:pt x="725028" y="3069491"/>
                  <a:pt x="668510" y="3069491"/>
                </a:cubicBezTo>
                <a:close/>
                <a:moveTo>
                  <a:pt x="1042027" y="2161529"/>
                </a:moveTo>
                <a:cubicBezTo>
                  <a:pt x="1042027" y="2210429"/>
                  <a:pt x="1042026" y="2259330"/>
                  <a:pt x="1042026" y="2308230"/>
                </a:cubicBezTo>
                <a:cubicBezTo>
                  <a:pt x="1042026" y="2389251"/>
                  <a:pt x="1107707" y="2454932"/>
                  <a:pt x="1188728" y="2454932"/>
                </a:cubicBezTo>
                <a:lnTo>
                  <a:pt x="5676539" y="2454932"/>
                </a:lnTo>
                <a:cubicBezTo>
                  <a:pt x="5757560" y="2454932"/>
                  <a:pt x="5823241" y="2389251"/>
                  <a:pt x="5823241" y="2308230"/>
                </a:cubicBezTo>
                <a:lnTo>
                  <a:pt x="5823241" y="2163830"/>
                </a:lnTo>
                <a:cubicBezTo>
                  <a:pt x="5823241" y="2198348"/>
                  <a:pt x="5795258" y="2226331"/>
                  <a:pt x="5760740" y="2226331"/>
                </a:cubicBezTo>
                <a:lnTo>
                  <a:pt x="1104528" y="2226331"/>
                </a:lnTo>
                <a:cubicBezTo>
                  <a:pt x="1070010" y="2226331"/>
                  <a:pt x="1042027" y="2198348"/>
                  <a:pt x="1042027" y="2163830"/>
                </a:cubicBezTo>
                <a:close/>
                <a:moveTo>
                  <a:pt x="1188728" y="437295"/>
                </a:moveTo>
                <a:cubicBezTo>
                  <a:pt x="1107707" y="437295"/>
                  <a:pt x="1042026" y="502976"/>
                  <a:pt x="1042026" y="583997"/>
                </a:cubicBezTo>
                <a:lnTo>
                  <a:pt x="1042026" y="728397"/>
                </a:lnTo>
                <a:cubicBezTo>
                  <a:pt x="1042026" y="693879"/>
                  <a:pt x="1070009" y="665896"/>
                  <a:pt x="1104527" y="665896"/>
                </a:cubicBezTo>
                <a:lnTo>
                  <a:pt x="5760739" y="665896"/>
                </a:lnTo>
                <a:cubicBezTo>
                  <a:pt x="5795257" y="665896"/>
                  <a:pt x="5823240" y="693879"/>
                  <a:pt x="5823240" y="728397"/>
                </a:cubicBezTo>
                <a:lnTo>
                  <a:pt x="5823240" y="730698"/>
                </a:lnTo>
                <a:cubicBezTo>
                  <a:pt x="5823240" y="681798"/>
                  <a:pt x="5823241" y="632897"/>
                  <a:pt x="5823241" y="583997"/>
                </a:cubicBezTo>
                <a:cubicBezTo>
                  <a:pt x="5823241" y="502976"/>
                  <a:pt x="5757560" y="437295"/>
                  <a:pt x="5676539" y="437295"/>
                </a:cubicBez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7724E97-9138-2231-87A0-68E3693C9BD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37648C1-2F45-40CF-3D7A-6FB960705994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588B2EE-0B49-3321-079A-EAA300945E47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FlexChroma's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0F1A14B-8154-E747-C82B-183E692F092B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58B679E-EED2-37D5-F878-0982B577C9F1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6DEFA1D-CF68-E4F9-BA2D-64447AA15B5D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04DB38D-B7D0-BAB7-C051-CE44D494214D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D6CFBE2-A4A0-54C6-80FE-E0E055BADBAB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5F2979AD-644B-ADCD-5CC2-84EB3A436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8407871-7712-1714-53D0-42420BDF6422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4428E43-7065-CB5F-8C19-67DF85808B38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E739D59-FAEF-B68A-41EA-3512C3BC39FD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3672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D8CF6-698C-0611-6FE9-D8447E17F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776EC83-5487-B904-9A4C-0C56AF1763D8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フリーフォーム: 図形 34">
            <a:extLst>
              <a:ext uri="{FF2B5EF4-FFF2-40B4-BE49-F238E27FC236}">
                <a16:creationId xmlns:a16="http://schemas.microsoft.com/office/drawing/2014/main" id="{3AFC7783-D5E1-ECCC-D344-D4ECFBFDECDF}"/>
              </a:ext>
            </a:extLst>
          </p:cNvPr>
          <p:cNvSpPr/>
          <p:nvPr/>
        </p:nvSpPr>
        <p:spPr>
          <a:xfrm>
            <a:off x="-2195" y="0"/>
            <a:ext cx="6862389" cy="9144000"/>
          </a:xfrm>
          <a:custGeom>
            <a:avLst/>
            <a:gdLst>
              <a:gd name="connsiteX0" fmla="*/ 3739233 w 6862389"/>
              <a:gd name="connsiteY0" fmla="*/ 8661917 h 9144000"/>
              <a:gd name="connsiteX1" fmla="*/ 3739233 w 6862389"/>
              <a:gd name="connsiteY1" fmla="*/ 8715917 h 9144000"/>
              <a:gd name="connsiteX2" fmla="*/ 6331233 w 6862389"/>
              <a:gd name="connsiteY2" fmla="*/ 8715917 h 9144000"/>
              <a:gd name="connsiteX3" fmla="*/ 6331233 w 6862389"/>
              <a:gd name="connsiteY3" fmla="*/ 8661917 h 9144000"/>
              <a:gd name="connsiteX4" fmla="*/ 558927 w 6862389"/>
              <a:gd name="connsiteY4" fmla="*/ 8661917 h 9144000"/>
              <a:gd name="connsiteX5" fmla="*/ 558927 w 6862389"/>
              <a:gd name="connsiteY5" fmla="*/ 8715917 h 9144000"/>
              <a:gd name="connsiteX6" fmla="*/ 3150927 w 6862389"/>
              <a:gd name="connsiteY6" fmla="*/ 8715917 h 9144000"/>
              <a:gd name="connsiteX7" fmla="*/ 3150927 w 6862389"/>
              <a:gd name="connsiteY7" fmla="*/ 8661917 h 9144000"/>
              <a:gd name="connsiteX8" fmla="*/ 672899 w 6862389"/>
              <a:gd name="connsiteY8" fmla="*/ 2635259 h 9144000"/>
              <a:gd name="connsiteX9" fmla="*/ 570564 w 6862389"/>
              <a:gd name="connsiteY9" fmla="*/ 2737594 h 9144000"/>
              <a:gd name="connsiteX10" fmla="*/ 672899 w 6862389"/>
              <a:gd name="connsiteY10" fmla="*/ 2839929 h 9144000"/>
              <a:gd name="connsiteX11" fmla="*/ 775234 w 6862389"/>
              <a:gd name="connsiteY11" fmla="*/ 2737594 h 9144000"/>
              <a:gd name="connsiteX12" fmla="*/ 672899 w 6862389"/>
              <a:gd name="connsiteY12" fmla="*/ 2635259 h 9144000"/>
              <a:gd name="connsiteX13" fmla="*/ 672899 w 6862389"/>
              <a:gd name="connsiteY13" fmla="*/ 671552 h 9144000"/>
              <a:gd name="connsiteX14" fmla="*/ 570564 w 6862389"/>
              <a:gd name="connsiteY14" fmla="*/ 773887 h 9144000"/>
              <a:gd name="connsiteX15" fmla="*/ 672899 w 6862389"/>
              <a:gd name="connsiteY15" fmla="*/ 876222 h 9144000"/>
              <a:gd name="connsiteX16" fmla="*/ 775234 w 6862389"/>
              <a:gd name="connsiteY16" fmla="*/ 773887 h 9144000"/>
              <a:gd name="connsiteX17" fmla="*/ 672899 w 6862389"/>
              <a:gd name="connsiteY17" fmla="*/ 671552 h 9144000"/>
              <a:gd name="connsiteX18" fmla="*/ 558926 w 6862389"/>
              <a:gd name="connsiteY18" fmla="*/ 452468 h 9144000"/>
              <a:gd name="connsiteX19" fmla="*/ 558926 w 6862389"/>
              <a:gd name="connsiteY19" fmla="*/ 506468 h 9144000"/>
              <a:gd name="connsiteX20" fmla="*/ 6315119 w 6862389"/>
              <a:gd name="connsiteY20" fmla="*/ 506468 h 9144000"/>
              <a:gd name="connsiteX21" fmla="*/ 6315119 w 6862389"/>
              <a:gd name="connsiteY21" fmla="*/ 452468 h 9144000"/>
              <a:gd name="connsiteX22" fmla="*/ 0 w 6862389"/>
              <a:gd name="connsiteY22" fmla="*/ 0 h 9144000"/>
              <a:gd name="connsiteX23" fmla="*/ 6862389 w 6862389"/>
              <a:gd name="connsiteY23" fmla="*/ 0 h 9144000"/>
              <a:gd name="connsiteX24" fmla="*/ 6862389 w 6862389"/>
              <a:gd name="connsiteY24" fmla="*/ 9144000 h 9144000"/>
              <a:gd name="connsiteX25" fmla="*/ 0 w 6862389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2389" h="9144000">
                <a:moveTo>
                  <a:pt x="3739233" y="8661917"/>
                </a:moveTo>
                <a:lnTo>
                  <a:pt x="3739233" y="8715917"/>
                </a:lnTo>
                <a:lnTo>
                  <a:pt x="6331233" y="8715917"/>
                </a:lnTo>
                <a:lnTo>
                  <a:pt x="6331233" y="8661917"/>
                </a:lnTo>
                <a:close/>
                <a:moveTo>
                  <a:pt x="558927" y="8661917"/>
                </a:moveTo>
                <a:lnTo>
                  <a:pt x="558927" y="8715917"/>
                </a:lnTo>
                <a:lnTo>
                  <a:pt x="3150927" y="8715917"/>
                </a:lnTo>
                <a:lnTo>
                  <a:pt x="3150927" y="8661917"/>
                </a:lnTo>
                <a:close/>
                <a:moveTo>
                  <a:pt x="672899" y="2635259"/>
                </a:moveTo>
                <a:cubicBezTo>
                  <a:pt x="616381" y="2635259"/>
                  <a:pt x="570564" y="2681076"/>
                  <a:pt x="570564" y="2737594"/>
                </a:cubicBezTo>
                <a:cubicBezTo>
                  <a:pt x="570564" y="2794112"/>
                  <a:pt x="616381" y="2839929"/>
                  <a:pt x="672899" y="2839929"/>
                </a:cubicBezTo>
                <a:cubicBezTo>
                  <a:pt x="729417" y="2839929"/>
                  <a:pt x="775234" y="2794112"/>
                  <a:pt x="775234" y="2737594"/>
                </a:cubicBezTo>
                <a:cubicBezTo>
                  <a:pt x="775234" y="2681076"/>
                  <a:pt x="729417" y="2635259"/>
                  <a:pt x="672899" y="2635259"/>
                </a:cubicBezTo>
                <a:close/>
                <a:moveTo>
                  <a:pt x="672899" y="671552"/>
                </a:moveTo>
                <a:cubicBezTo>
                  <a:pt x="616381" y="671552"/>
                  <a:pt x="570564" y="717369"/>
                  <a:pt x="570564" y="773887"/>
                </a:cubicBezTo>
                <a:cubicBezTo>
                  <a:pt x="570564" y="830405"/>
                  <a:pt x="616381" y="876222"/>
                  <a:pt x="672899" y="876222"/>
                </a:cubicBezTo>
                <a:cubicBezTo>
                  <a:pt x="729417" y="876222"/>
                  <a:pt x="775234" y="830405"/>
                  <a:pt x="775234" y="773887"/>
                </a:cubicBezTo>
                <a:cubicBezTo>
                  <a:pt x="775234" y="717369"/>
                  <a:pt x="729417" y="671552"/>
                  <a:pt x="672899" y="671552"/>
                </a:cubicBezTo>
                <a:close/>
                <a:moveTo>
                  <a:pt x="558926" y="452468"/>
                </a:moveTo>
                <a:lnTo>
                  <a:pt x="558926" y="506468"/>
                </a:lnTo>
                <a:lnTo>
                  <a:pt x="6315119" y="506468"/>
                </a:lnTo>
                <a:lnTo>
                  <a:pt x="6315119" y="452468"/>
                </a:lnTo>
                <a:close/>
                <a:moveTo>
                  <a:pt x="0" y="0"/>
                </a:moveTo>
                <a:lnTo>
                  <a:pt x="6862389" y="0"/>
                </a:lnTo>
                <a:lnTo>
                  <a:pt x="6862389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81E22E0-F0C3-8FD5-9B53-0AE823C53A48}"/>
              </a:ext>
            </a:extLst>
          </p:cNvPr>
          <p:cNvSpPr txBox="1"/>
          <p:nvPr/>
        </p:nvSpPr>
        <p:spPr>
          <a:xfrm>
            <a:off x="3150021" y="8521283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9D719DD-DE7E-DED6-A18B-B084A027B2DE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F86F671-02C9-9E9B-5F0D-DC2FAC11DD2F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331D375-CC72-3463-7EBE-AD9BD8A9AFDD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3F77DD3-6423-8DE1-AC87-0DD7AF777795}"/>
              </a:ext>
            </a:extLst>
          </p:cNvPr>
          <p:cNvSpPr txBox="1"/>
          <p:nvPr/>
        </p:nvSpPr>
        <p:spPr>
          <a:xfrm>
            <a:off x="668509" y="2953843"/>
            <a:ext cx="564222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115F0A8-4267-0FEB-9B1F-41BC20F962C4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D599B3A6-5BF1-475A-455C-4CE1606652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844" y="5325050"/>
            <a:ext cx="5264196" cy="327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2340787-D511-DF21-3720-E71FFAD3D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84" y="4100534"/>
            <a:ext cx="5325156" cy="831813"/>
          </a:xfrm>
          <a:prstGeom prst="rect">
            <a:avLst/>
          </a:prstGeom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24EE4D19-C95F-DECA-987F-D6FD0CAF2F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r="2095" b="10009"/>
          <a:stretch>
            <a:fillRect/>
          </a:stretch>
        </p:blipFill>
        <p:spPr bwMode="auto">
          <a:xfrm>
            <a:off x="1091915" y="1374795"/>
            <a:ext cx="4561094" cy="1014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19239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9E812-8D39-99F5-1D23-0E1A450CC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D89B353-9D95-712D-2512-32F299577803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フリーフォーム: 図形 6">
            <a:extLst>
              <a:ext uri="{FF2B5EF4-FFF2-40B4-BE49-F238E27FC236}">
                <a16:creationId xmlns:a16="http://schemas.microsoft.com/office/drawing/2014/main" id="{EBB0D2A0-3A2E-56E5-5FE5-78980A9D36F4}"/>
              </a:ext>
            </a:extLst>
          </p:cNvPr>
          <p:cNvSpPr/>
          <p:nvPr/>
        </p:nvSpPr>
        <p:spPr>
          <a:xfrm>
            <a:off x="-3233" y="0"/>
            <a:ext cx="6861231" cy="9144000"/>
          </a:xfrm>
          <a:custGeom>
            <a:avLst/>
            <a:gdLst>
              <a:gd name="connsiteX0" fmla="*/ 3739836 w 6861231"/>
              <a:gd name="connsiteY0" fmla="*/ 8661917 h 9144000"/>
              <a:gd name="connsiteX1" fmla="*/ 3739836 w 6861231"/>
              <a:gd name="connsiteY1" fmla="*/ 8715917 h 9144000"/>
              <a:gd name="connsiteX2" fmla="*/ 6333058 w 6861231"/>
              <a:gd name="connsiteY2" fmla="*/ 8715917 h 9144000"/>
              <a:gd name="connsiteX3" fmla="*/ 6333058 w 6861231"/>
              <a:gd name="connsiteY3" fmla="*/ 8661917 h 9144000"/>
              <a:gd name="connsiteX4" fmla="*/ 558032 w 6861231"/>
              <a:gd name="connsiteY4" fmla="*/ 8661917 h 9144000"/>
              <a:gd name="connsiteX5" fmla="*/ 558032 w 6861231"/>
              <a:gd name="connsiteY5" fmla="*/ 8715917 h 9144000"/>
              <a:gd name="connsiteX6" fmla="*/ 3151253 w 6861231"/>
              <a:gd name="connsiteY6" fmla="*/ 8715917 h 9144000"/>
              <a:gd name="connsiteX7" fmla="*/ 3151253 w 6861231"/>
              <a:gd name="connsiteY7" fmla="*/ 8661917 h 9144000"/>
              <a:gd name="connsiteX8" fmla="*/ 651915 w 6861231"/>
              <a:gd name="connsiteY8" fmla="*/ 7301051 h 9144000"/>
              <a:gd name="connsiteX9" fmla="*/ 549580 w 6861231"/>
              <a:gd name="connsiteY9" fmla="*/ 7403386 h 9144000"/>
              <a:gd name="connsiteX10" fmla="*/ 651915 w 6861231"/>
              <a:gd name="connsiteY10" fmla="*/ 7505721 h 9144000"/>
              <a:gd name="connsiteX11" fmla="*/ 754250 w 6861231"/>
              <a:gd name="connsiteY11" fmla="*/ 7403386 h 9144000"/>
              <a:gd name="connsiteX12" fmla="*/ 651915 w 6861231"/>
              <a:gd name="connsiteY12" fmla="*/ 7301051 h 9144000"/>
              <a:gd name="connsiteX13" fmla="*/ 672058 w 6861231"/>
              <a:gd name="connsiteY13" fmla="*/ 677902 h 9144000"/>
              <a:gd name="connsiteX14" fmla="*/ 569674 w 6861231"/>
              <a:gd name="connsiteY14" fmla="*/ 780237 h 9144000"/>
              <a:gd name="connsiteX15" fmla="*/ 672058 w 6861231"/>
              <a:gd name="connsiteY15" fmla="*/ 882572 h 9144000"/>
              <a:gd name="connsiteX16" fmla="*/ 774441 w 6861231"/>
              <a:gd name="connsiteY16" fmla="*/ 780237 h 9144000"/>
              <a:gd name="connsiteX17" fmla="*/ 672058 w 6861231"/>
              <a:gd name="connsiteY17" fmla="*/ 677902 h 9144000"/>
              <a:gd name="connsiteX18" fmla="*/ 558031 w 6861231"/>
              <a:gd name="connsiteY18" fmla="*/ 452468 h 9144000"/>
              <a:gd name="connsiteX19" fmla="*/ 558031 w 6861231"/>
              <a:gd name="connsiteY19" fmla="*/ 506468 h 9144000"/>
              <a:gd name="connsiteX20" fmla="*/ 6316936 w 6861231"/>
              <a:gd name="connsiteY20" fmla="*/ 506468 h 9144000"/>
              <a:gd name="connsiteX21" fmla="*/ 6316936 w 6861231"/>
              <a:gd name="connsiteY21" fmla="*/ 452468 h 9144000"/>
              <a:gd name="connsiteX22" fmla="*/ 0 w 6861231"/>
              <a:gd name="connsiteY22" fmla="*/ 0 h 9144000"/>
              <a:gd name="connsiteX23" fmla="*/ 6861231 w 6861231"/>
              <a:gd name="connsiteY23" fmla="*/ 0 h 9144000"/>
              <a:gd name="connsiteX24" fmla="*/ 6861231 w 6861231"/>
              <a:gd name="connsiteY24" fmla="*/ 9144000 h 9144000"/>
              <a:gd name="connsiteX25" fmla="*/ 0 w 6861231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1231" h="9144000">
                <a:moveTo>
                  <a:pt x="3739836" y="8661917"/>
                </a:moveTo>
                <a:lnTo>
                  <a:pt x="3739836" y="8715917"/>
                </a:lnTo>
                <a:lnTo>
                  <a:pt x="6333058" y="8715917"/>
                </a:lnTo>
                <a:lnTo>
                  <a:pt x="6333058" y="8661917"/>
                </a:lnTo>
                <a:close/>
                <a:moveTo>
                  <a:pt x="558032" y="8661917"/>
                </a:moveTo>
                <a:lnTo>
                  <a:pt x="558032" y="8715917"/>
                </a:lnTo>
                <a:lnTo>
                  <a:pt x="3151253" y="8715917"/>
                </a:lnTo>
                <a:lnTo>
                  <a:pt x="3151253" y="8661917"/>
                </a:lnTo>
                <a:close/>
                <a:moveTo>
                  <a:pt x="651915" y="7301051"/>
                </a:moveTo>
                <a:cubicBezTo>
                  <a:pt x="595397" y="7301051"/>
                  <a:pt x="549580" y="7346868"/>
                  <a:pt x="549580" y="7403386"/>
                </a:cubicBezTo>
                <a:cubicBezTo>
                  <a:pt x="549580" y="7459904"/>
                  <a:pt x="595397" y="7505721"/>
                  <a:pt x="651915" y="7505721"/>
                </a:cubicBezTo>
                <a:cubicBezTo>
                  <a:pt x="708433" y="7505721"/>
                  <a:pt x="754250" y="7459904"/>
                  <a:pt x="754250" y="7403386"/>
                </a:cubicBezTo>
                <a:cubicBezTo>
                  <a:pt x="754250" y="7346868"/>
                  <a:pt x="708433" y="7301051"/>
                  <a:pt x="651915" y="7301051"/>
                </a:cubicBezTo>
                <a:close/>
                <a:moveTo>
                  <a:pt x="672058" y="677902"/>
                </a:moveTo>
                <a:cubicBezTo>
                  <a:pt x="615513" y="677902"/>
                  <a:pt x="569674" y="723719"/>
                  <a:pt x="569674" y="780237"/>
                </a:cubicBezTo>
                <a:cubicBezTo>
                  <a:pt x="569674" y="836755"/>
                  <a:pt x="615513" y="882572"/>
                  <a:pt x="672058" y="882572"/>
                </a:cubicBezTo>
                <a:cubicBezTo>
                  <a:pt x="728602" y="882572"/>
                  <a:pt x="774441" y="836755"/>
                  <a:pt x="774441" y="780237"/>
                </a:cubicBezTo>
                <a:cubicBezTo>
                  <a:pt x="774441" y="723719"/>
                  <a:pt x="728602" y="677902"/>
                  <a:pt x="672058" y="677902"/>
                </a:cubicBezTo>
                <a:close/>
                <a:moveTo>
                  <a:pt x="558031" y="452468"/>
                </a:moveTo>
                <a:lnTo>
                  <a:pt x="558031" y="506468"/>
                </a:lnTo>
                <a:lnTo>
                  <a:pt x="6316936" y="506468"/>
                </a:lnTo>
                <a:lnTo>
                  <a:pt x="6316936" y="452468"/>
                </a:lnTo>
                <a:close/>
                <a:moveTo>
                  <a:pt x="0" y="0"/>
                </a:moveTo>
                <a:lnTo>
                  <a:pt x="6861231" y="0"/>
                </a:lnTo>
                <a:lnTo>
                  <a:pt x="6861231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DFACC84-E7FE-11C7-6620-F3DEFEB06920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EF844E9-5EE0-D507-0BE6-EA50C139ECC5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E1405D-DAD0-B18A-CDD6-7E8756624CA9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ED3E711-A061-E5B5-882E-75E8B78F5498}"/>
              </a:ext>
            </a:extLst>
          </p:cNvPr>
          <p:cNvSpPr txBox="1"/>
          <p:nvPr/>
        </p:nvSpPr>
        <p:spPr>
          <a:xfrm>
            <a:off x="675778" y="301147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A6014F56-C02A-5FD8-08B8-C99834BE5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8323" y="3295319"/>
            <a:ext cx="5588622" cy="3853245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940E87-7400-BF59-728F-D232492BBE36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72E1925-419D-E6C3-9438-BD98D2BBDD58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09F0FDF5-AAE0-F652-01A1-9A4F73C8F0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073" y="1909692"/>
            <a:ext cx="5588622" cy="91376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3CA4C0E2-35C7-1340-C094-C4C5C416A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545" y="3188861"/>
            <a:ext cx="5679677" cy="4002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9034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198</TotalTime>
  <Words>934</Words>
  <Application>Microsoft Office PowerPoint</Application>
  <PresentationFormat>画面に合わせる (4:3)</PresentationFormat>
  <Paragraphs>71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6" baseType="lpstr">
      <vt:lpstr>IBM Plex Sans JP</vt:lpstr>
      <vt:lpstr>IBM Plex Sans JP Light</vt:lpstr>
      <vt:lpstr>IBM Plex Sans JP SemiBold</vt:lpstr>
      <vt:lpstr>Aptos</vt:lpstr>
      <vt:lpstr>Aptos Display</vt:lpstr>
      <vt:lpstr>Arial</vt:lpstr>
      <vt:lpstr>Segoe UI</vt:lpstr>
      <vt:lpstr>Segoe UI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MAKOTO YAZAKI (矢﨑 誠)</dc:creator>
  <cp:lastModifiedBy>MAKOTO YAZAKI (矢﨑 誠)</cp:lastModifiedBy>
  <cp:revision>11</cp:revision>
  <cp:lastPrinted>2026-07-22T07:43:19Z</cp:lastPrinted>
  <dcterms:created xsi:type="dcterms:W3CDTF">2026-07-22T02:46:18Z</dcterms:created>
  <dcterms:modified xsi:type="dcterms:W3CDTF">2026-07-22T07:44:19Z</dcterms:modified>
</cp:coreProperties>
</file>
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3" r:id="rId7"/>
    <p:sldId id="264" r:id="rId8"/>
    <p:sldId id="262" r:id="rId9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78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524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4341274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E2D4FDB-94FA-C5AC-1B21-C26CC02FA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14" y="4667054"/>
            <a:ext cx="5521536" cy="387458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91DA657-8E1F-7254-472E-9A128ADE3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082" y="3243238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F436DDF-1FC5-E203-1F1E-B570A467D825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3C8C7-89F2-A94E-7AE8-9C887FB06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BFD9E26-596F-2011-FBE1-A1903F5B53C7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F1218F-F1B3-05A2-4973-43F9783E40FF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A090BDEB-6B52-CBA6-0B35-95E9A7FB9262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51A178C-FF5E-949F-8F5B-64390BD61530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152D3AF-6FBD-6AE4-015F-6DE247DE7A6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DE08037-68E8-2936-43CC-32EB2FE9D9F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91F1F0-5A4A-5676-DD78-20A7D0AFFA95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AB0EAAB-5276-A6E3-A021-21246EBDE68F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6C8B53A-D491-E224-F099-718526CCC67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C97F63-617D-5B0B-66C2-00B8674BC71D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90DDA51-B1AE-20A7-A699-251D7682CB62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374B802-2C7D-61EC-FB1C-193F664D3C7B}"/>
              </a:ext>
            </a:extLst>
          </p:cNvPr>
          <p:cNvSpPr/>
          <p:nvPr/>
        </p:nvSpPr>
        <p:spPr>
          <a:xfrm>
            <a:off x="546348" y="817076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BC6D4FE-402E-B8B5-1423-80EA899F669B}"/>
              </a:ext>
            </a:extLst>
          </p:cNvPr>
          <p:cNvSpPr txBox="1"/>
          <p:nvPr/>
        </p:nvSpPr>
        <p:spPr>
          <a:xfrm>
            <a:off x="778114" y="784294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2A2A4DF-78D0-3AE6-5C01-95CD744AB7F1}"/>
              </a:ext>
            </a:extLst>
          </p:cNvPr>
          <p:cNvSpPr txBox="1"/>
          <p:nvPr/>
        </p:nvSpPr>
        <p:spPr>
          <a:xfrm>
            <a:off x="638323" y="1115240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2026-08-08  Revisions to align with the Japanese version</a:t>
            </a:r>
          </a:p>
        </p:txBody>
      </p:sp>
    </p:spTree>
    <p:extLst>
      <p:ext uri="{BB962C8B-B14F-4D97-AF65-F5344CB8AC3E}">
        <p14:creationId xmlns:p14="http://schemas.microsoft.com/office/powerpoint/2010/main" val="3727320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8FE461-7AA8-8B0B-6152-72DC79CCB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13" y="5205559"/>
            <a:ext cx="6022648" cy="128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4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EBD496-4320-F95D-E4F6-46AE1204B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145" y="3652920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2965281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12A0F4-0BEF-52F9-839A-7754F154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14" y="3276700"/>
            <a:ext cx="5521536" cy="387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</TotalTime>
  <Words>1105</Words>
  <Application>Microsoft Office PowerPoint</Application>
  <PresentationFormat>画面に合わせる (4:3)</PresentationFormat>
  <Paragraphs>81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7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誠 矢崎</cp:lastModifiedBy>
  <cp:revision>15</cp:revision>
  <cp:lastPrinted>2026-08-07T22:13:55Z</cp:lastPrinted>
  <dcterms:created xsi:type="dcterms:W3CDTF">2026-07-22T02:46:18Z</dcterms:created>
  <dcterms:modified xsi:type="dcterms:W3CDTF">2026-08-07T23:28:59Z</dcterms:modified>
</cp:coreProperties>
</file>
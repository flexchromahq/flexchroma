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5" r:id="rId6"/>
    <p:sldId id="263" r:id="rId7"/>
    <p:sldId id="264" r:id="rId8"/>
    <p:sldId id="266" r:id="rId9"/>
    <p:sldId id="267" r:id="rId10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178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5246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7908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2026.8.8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29C610CC-9A58-FD90-CF1C-B086438406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184" y="5309114"/>
            <a:ext cx="5649629" cy="110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7425A56F-910B-B024-A78D-EFAC18825D1C}"/>
              </a:ext>
            </a:extLst>
          </p:cNvPr>
          <p:cNvSpPr txBox="1"/>
          <p:nvPr/>
        </p:nvSpPr>
        <p:spPr>
          <a:xfrm>
            <a:off x="1398979" y="840586"/>
            <a:ext cx="47015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3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Tour Guide</a:t>
            </a:r>
            <a:endParaRPr kumimoji="1" lang="ja-JP" altLang="en-US" sz="3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CC1B772D-A2DC-95B6-0C31-F976607EB6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20" y="905041"/>
            <a:ext cx="406869" cy="39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67144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53717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482749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862400"/>
            <a:ext cx="5642222" cy="11233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F8E8DE6-504D-BD3F-0399-F6F3D82CC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883" y="4074574"/>
            <a:ext cx="5438111" cy="84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D3D432F2-CE44-FB23-1707-97B2149AD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794" y="5319864"/>
            <a:ext cx="4882532" cy="3214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B3870C2-DDA7-C3E6-2091-3D45703B2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063" y="1376280"/>
            <a:ext cx="4079993" cy="983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4341274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E2D4FDB-94FA-C5AC-1B21-C26CC02FAC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614" y="4667054"/>
            <a:ext cx="5521536" cy="3874587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F436DDF-1FC5-E203-1F1E-B570A467D825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AF71E702-A1F1-BE0E-8E3E-B4CB70338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249" y="3243238"/>
            <a:ext cx="5614266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3C8C7-89F2-A94E-7AE8-9C887FB06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9BFD9E26-596F-2011-FBE1-A1903F5B53C7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EF1218F-F1B3-05A2-4973-43F9783E40FF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A090BDEB-6B52-CBA6-0B35-95E9A7FB9262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651A178C-FF5E-949F-8F5B-64390BD61530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152D3AF-6FBD-6AE4-015F-6DE247DE7A6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DE08037-68E8-2936-43CC-32EB2FE9D9F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91F1F0-5A4A-5676-DD78-20A7D0AFFA95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AB0EAAB-5276-A6E3-A021-21246EBDE68F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46C8B53A-D491-E224-F099-718526CCC67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8C97F63-617D-5B0B-66C2-00B8674BC71D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90DDA51-B1AE-20A7-A699-251D7682CB62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374B802-2C7D-61EC-FB1C-193F664D3C7B}"/>
              </a:ext>
            </a:extLst>
          </p:cNvPr>
          <p:cNvSpPr/>
          <p:nvPr/>
        </p:nvSpPr>
        <p:spPr>
          <a:xfrm>
            <a:off x="546348" y="817076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BC6D4FE-402E-B8B5-1423-80EA899F669B}"/>
              </a:ext>
            </a:extLst>
          </p:cNvPr>
          <p:cNvSpPr txBox="1"/>
          <p:nvPr/>
        </p:nvSpPr>
        <p:spPr>
          <a:xfrm>
            <a:off x="778114" y="784294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32A2A4DF-78D0-3AE6-5C01-95CD744AB7F1}"/>
              </a:ext>
            </a:extLst>
          </p:cNvPr>
          <p:cNvSpPr txBox="1"/>
          <p:nvPr/>
        </p:nvSpPr>
        <p:spPr>
          <a:xfrm>
            <a:off x="638323" y="1115240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2026-07-22  Revisions for Integrated Design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2026-08-08  Revisions to align with the Japanese version</a:t>
            </a:r>
          </a:p>
        </p:txBody>
      </p:sp>
    </p:spTree>
    <p:extLst>
      <p:ext uri="{BB962C8B-B14F-4D97-AF65-F5344CB8AC3E}">
        <p14:creationId xmlns:p14="http://schemas.microsoft.com/office/powerpoint/2010/main" val="3727320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1398979" y="840586"/>
            <a:ext cx="470154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</a:t>
            </a:r>
            <a:r>
              <a:rPr lang="en-US" altLang="ja-JP" sz="3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Tour Guide</a:t>
            </a:r>
            <a:endParaRPr kumimoji="1" lang="ja-JP" altLang="en-US" sz="3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</a:t>
            </a:r>
            <a:r>
              <a:rPr lang="en-US" altLang="ja-JP" sz="16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</a:t>
            </a:r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7908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2026.8.8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B714522D-D813-2462-0161-A0C7F73B8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184" y="5309114"/>
            <a:ext cx="5649629" cy="1100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AE1B5FE-5164-7D3A-A4F5-C86E387B70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920" y="905041"/>
            <a:ext cx="406869" cy="39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DA01F81B-7D5D-1705-0678-04FC6D100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943" y="4074574"/>
            <a:ext cx="5438111" cy="844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609B2BD-AD57-48F0-51D0-1811DE157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794" y="5319864"/>
            <a:ext cx="4882532" cy="3214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0285320-9EA6-1332-51CF-5053CEB5A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063" y="1376280"/>
            <a:ext cx="4079993" cy="983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D162-0972-E73B-EA5B-12D928783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41C40E49-5FA1-E53B-CA28-AD02E4FA19E1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9909E367-C232-F8D9-9E16-57CEC232B45C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custGeom>
            <a:avLst/>
            <a:gdLst>
              <a:gd name="csX0" fmla="*/ 3717793 w 6858000"/>
              <a:gd name="csY0" fmla="*/ 8656386 h 9144000"/>
              <a:gd name="csX1" fmla="*/ 3717793 w 6858000"/>
              <a:gd name="csY1" fmla="*/ 8710386 h 9144000"/>
              <a:gd name="csX2" fmla="*/ 6309793 w 6858000"/>
              <a:gd name="csY2" fmla="*/ 8710386 h 9144000"/>
              <a:gd name="csX3" fmla="*/ 6309793 w 6858000"/>
              <a:gd name="csY3" fmla="*/ 8656386 h 9144000"/>
              <a:gd name="csX4" fmla="*/ 537487 w 6858000"/>
              <a:gd name="csY4" fmla="*/ 8656386 h 9144000"/>
              <a:gd name="csX5" fmla="*/ 537487 w 6858000"/>
              <a:gd name="csY5" fmla="*/ 8710386 h 9144000"/>
              <a:gd name="csX6" fmla="*/ 3129487 w 6858000"/>
              <a:gd name="csY6" fmla="*/ 8710386 h 9144000"/>
              <a:gd name="csX7" fmla="*/ 3129487 w 6858000"/>
              <a:gd name="csY7" fmla="*/ 8656386 h 9144000"/>
              <a:gd name="csX8" fmla="*/ 651459 w 6858000"/>
              <a:gd name="csY8" fmla="*/ 672371 h 9144000"/>
              <a:gd name="csX9" fmla="*/ 549124 w 6858000"/>
              <a:gd name="csY9" fmla="*/ 774706 h 9144000"/>
              <a:gd name="csX10" fmla="*/ 651459 w 6858000"/>
              <a:gd name="csY10" fmla="*/ 877041 h 9144000"/>
              <a:gd name="csX11" fmla="*/ 753794 w 6858000"/>
              <a:gd name="csY11" fmla="*/ 774706 h 9144000"/>
              <a:gd name="csX12" fmla="*/ 651459 w 6858000"/>
              <a:gd name="csY12" fmla="*/ 672371 h 9144000"/>
              <a:gd name="csX13" fmla="*/ 537486 w 6858000"/>
              <a:gd name="csY13" fmla="*/ 446937 h 9144000"/>
              <a:gd name="csX14" fmla="*/ 537486 w 6858000"/>
              <a:gd name="csY14" fmla="*/ 500937 h 9144000"/>
              <a:gd name="csX15" fmla="*/ 6293679 w 6858000"/>
              <a:gd name="csY15" fmla="*/ 500937 h 9144000"/>
              <a:gd name="csX16" fmla="*/ 6293679 w 6858000"/>
              <a:gd name="csY16" fmla="*/ 446937 h 9144000"/>
              <a:gd name="csX17" fmla="*/ 0 w 6858000"/>
              <a:gd name="csY17" fmla="*/ 0 h 9144000"/>
              <a:gd name="csX18" fmla="*/ 6858000 w 6858000"/>
              <a:gd name="csY18" fmla="*/ 0 h 9144000"/>
              <a:gd name="csX19" fmla="*/ 6858000 w 6858000"/>
              <a:gd name="csY19" fmla="*/ 9144000 h 9144000"/>
              <a:gd name="csX20" fmla="*/ 0 w 6858000"/>
              <a:gd name="csY20" fmla="*/ 9144000 h 914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6858000" h="9144000">
                <a:moveTo>
                  <a:pt x="3717793" y="8656386"/>
                </a:moveTo>
                <a:lnTo>
                  <a:pt x="3717793" y="8710386"/>
                </a:lnTo>
                <a:lnTo>
                  <a:pt x="6309793" y="8710386"/>
                </a:lnTo>
                <a:lnTo>
                  <a:pt x="6309793" y="8656386"/>
                </a:lnTo>
                <a:close/>
                <a:moveTo>
                  <a:pt x="537487" y="8656386"/>
                </a:moveTo>
                <a:lnTo>
                  <a:pt x="537487" y="8710386"/>
                </a:lnTo>
                <a:lnTo>
                  <a:pt x="3129487" y="8710386"/>
                </a:lnTo>
                <a:lnTo>
                  <a:pt x="3129487" y="8656386"/>
                </a:lnTo>
                <a:close/>
                <a:moveTo>
                  <a:pt x="651459" y="672371"/>
                </a:moveTo>
                <a:cubicBezTo>
                  <a:pt x="594941" y="672371"/>
                  <a:pt x="549124" y="718188"/>
                  <a:pt x="549124" y="774706"/>
                </a:cubicBezTo>
                <a:cubicBezTo>
                  <a:pt x="549124" y="831224"/>
                  <a:pt x="594941" y="877041"/>
                  <a:pt x="651459" y="877041"/>
                </a:cubicBezTo>
                <a:cubicBezTo>
                  <a:pt x="707977" y="877041"/>
                  <a:pt x="753794" y="831224"/>
                  <a:pt x="753794" y="774706"/>
                </a:cubicBezTo>
                <a:cubicBezTo>
                  <a:pt x="753794" y="718188"/>
                  <a:pt x="707977" y="672371"/>
                  <a:pt x="651459" y="672371"/>
                </a:cubicBezTo>
                <a:close/>
                <a:moveTo>
                  <a:pt x="537486" y="446937"/>
                </a:moveTo>
                <a:lnTo>
                  <a:pt x="537486" y="500937"/>
                </a:lnTo>
                <a:lnTo>
                  <a:pt x="6293679" y="500937"/>
                </a:lnTo>
                <a:lnTo>
                  <a:pt x="6293679" y="446937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CF4FD039-D677-D485-74F5-B3E184B86557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02917BB-FF52-F269-CC95-0E12909AB302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C424B16-8EDA-50E2-DF24-F9EDAC56C05B}"/>
              </a:ext>
            </a:extLst>
          </p:cNvPr>
          <p:cNvSpPr txBox="1"/>
          <p:nvPr/>
        </p:nvSpPr>
        <p:spPr>
          <a:xfrm>
            <a:off x="675778" y="4341274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C269278-E84C-3A0D-7F7F-F9CC24F59D7B}"/>
              </a:ext>
            </a:extLst>
          </p:cNvPr>
          <p:cNvSpPr txBox="1"/>
          <p:nvPr/>
        </p:nvSpPr>
        <p:spPr>
          <a:xfrm>
            <a:off x="668508" y="1032957"/>
            <a:ext cx="56494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Color Curve: Settings based on color combinations. This option allows you to select the optimal gradient for each color—for example, “Vivid” for cyan and yellow, or “Contrast” for white and magenta.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Number of cycles: The number that determines the frequency of the gradient. One cycle is counted as one complete cycle in which the filament changes from A to B to A and back.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056AD40-236C-4314-6A42-E6C5542DF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06" y="4667054"/>
            <a:ext cx="5521536" cy="387458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64E9B330-3307-650C-201B-5C7CE0AF0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918" y="3243238"/>
            <a:ext cx="5614266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2805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5A6E3-FC4A-AC00-A897-53FC35BE1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3908D35-F986-58BC-278C-A39AF70B18D9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2" name="フリーフォーム: 図形 11">
            <a:extLst>
              <a:ext uri="{FF2B5EF4-FFF2-40B4-BE49-F238E27FC236}">
                <a16:creationId xmlns:a16="http://schemas.microsoft.com/office/drawing/2014/main" id="{B1005370-E423-EBFF-F31C-32291B3DE46C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custGeom>
            <a:avLst/>
            <a:gdLst>
              <a:gd name="csX0" fmla="*/ 3717793 w 6858000"/>
              <a:gd name="csY0" fmla="*/ 8656386 h 9144000"/>
              <a:gd name="csX1" fmla="*/ 3717793 w 6858000"/>
              <a:gd name="csY1" fmla="*/ 8710386 h 9144000"/>
              <a:gd name="csX2" fmla="*/ 6309793 w 6858000"/>
              <a:gd name="csY2" fmla="*/ 8710386 h 9144000"/>
              <a:gd name="csX3" fmla="*/ 6309793 w 6858000"/>
              <a:gd name="csY3" fmla="*/ 8656386 h 9144000"/>
              <a:gd name="csX4" fmla="*/ 537487 w 6858000"/>
              <a:gd name="csY4" fmla="*/ 8656386 h 9144000"/>
              <a:gd name="csX5" fmla="*/ 537487 w 6858000"/>
              <a:gd name="csY5" fmla="*/ 8710386 h 9144000"/>
              <a:gd name="csX6" fmla="*/ 3129487 w 6858000"/>
              <a:gd name="csY6" fmla="*/ 8710386 h 9144000"/>
              <a:gd name="csX7" fmla="*/ 3129487 w 6858000"/>
              <a:gd name="csY7" fmla="*/ 8656386 h 9144000"/>
              <a:gd name="csX8" fmla="*/ 631632 w 6858000"/>
              <a:gd name="csY8" fmla="*/ 811545 h 9144000"/>
              <a:gd name="csX9" fmla="*/ 529297 w 6858000"/>
              <a:gd name="csY9" fmla="*/ 913880 h 9144000"/>
              <a:gd name="csX10" fmla="*/ 631632 w 6858000"/>
              <a:gd name="csY10" fmla="*/ 1016215 h 9144000"/>
              <a:gd name="csX11" fmla="*/ 733967 w 6858000"/>
              <a:gd name="csY11" fmla="*/ 913880 h 9144000"/>
              <a:gd name="csX12" fmla="*/ 631632 w 6858000"/>
              <a:gd name="csY12" fmla="*/ 811545 h 9144000"/>
              <a:gd name="csX13" fmla="*/ 537486 w 6858000"/>
              <a:gd name="csY13" fmla="*/ 446937 h 9144000"/>
              <a:gd name="csX14" fmla="*/ 537486 w 6858000"/>
              <a:gd name="csY14" fmla="*/ 500937 h 9144000"/>
              <a:gd name="csX15" fmla="*/ 6293679 w 6858000"/>
              <a:gd name="csY15" fmla="*/ 500937 h 9144000"/>
              <a:gd name="csX16" fmla="*/ 6293679 w 6858000"/>
              <a:gd name="csY16" fmla="*/ 446937 h 9144000"/>
              <a:gd name="csX17" fmla="*/ 0 w 6858000"/>
              <a:gd name="csY17" fmla="*/ 0 h 9144000"/>
              <a:gd name="csX18" fmla="*/ 6858000 w 6858000"/>
              <a:gd name="csY18" fmla="*/ 0 h 9144000"/>
              <a:gd name="csX19" fmla="*/ 6858000 w 6858000"/>
              <a:gd name="csY19" fmla="*/ 9144000 h 9144000"/>
              <a:gd name="csX20" fmla="*/ 0 w 6858000"/>
              <a:gd name="csY20" fmla="*/ 9144000 h 914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6858000" h="9144000">
                <a:moveTo>
                  <a:pt x="3717793" y="8656386"/>
                </a:moveTo>
                <a:lnTo>
                  <a:pt x="3717793" y="8710386"/>
                </a:lnTo>
                <a:lnTo>
                  <a:pt x="6309793" y="8710386"/>
                </a:lnTo>
                <a:lnTo>
                  <a:pt x="6309793" y="8656386"/>
                </a:lnTo>
                <a:close/>
                <a:moveTo>
                  <a:pt x="537487" y="8656386"/>
                </a:moveTo>
                <a:lnTo>
                  <a:pt x="537487" y="8710386"/>
                </a:lnTo>
                <a:lnTo>
                  <a:pt x="3129487" y="8710386"/>
                </a:lnTo>
                <a:lnTo>
                  <a:pt x="3129487" y="8656386"/>
                </a:lnTo>
                <a:close/>
                <a:moveTo>
                  <a:pt x="631632" y="811545"/>
                </a:moveTo>
                <a:cubicBezTo>
                  <a:pt x="575114" y="811545"/>
                  <a:pt x="529297" y="857362"/>
                  <a:pt x="529297" y="913880"/>
                </a:cubicBezTo>
                <a:cubicBezTo>
                  <a:pt x="529297" y="970398"/>
                  <a:pt x="575114" y="1016215"/>
                  <a:pt x="631632" y="1016215"/>
                </a:cubicBezTo>
                <a:cubicBezTo>
                  <a:pt x="688150" y="1016215"/>
                  <a:pt x="733967" y="970398"/>
                  <a:pt x="733967" y="913880"/>
                </a:cubicBezTo>
                <a:cubicBezTo>
                  <a:pt x="733967" y="857362"/>
                  <a:pt x="688150" y="811545"/>
                  <a:pt x="631632" y="811545"/>
                </a:cubicBezTo>
                <a:close/>
                <a:moveTo>
                  <a:pt x="537486" y="446937"/>
                </a:moveTo>
                <a:lnTo>
                  <a:pt x="537486" y="500937"/>
                </a:lnTo>
                <a:lnTo>
                  <a:pt x="6293679" y="500937"/>
                </a:lnTo>
                <a:lnTo>
                  <a:pt x="6293679" y="446937"/>
                </a:ln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F944542-F688-AA88-F03D-72137284BC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4</a:t>
            </a:r>
            <a:endParaRPr kumimoji="1" lang="ja-JP" altLang="en-US" dirty="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5C2CABC6-218E-C4AF-5D73-A13394AD5453}"/>
              </a:ext>
            </a:extLst>
          </p:cNvPr>
          <p:cNvSpPr txBox="1"/>
          <p:nvPr/>
        </p:nvSpPr>
        <p:spPr>
          <a:xfrm>
            <a:off x="778114" y="784294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FE1D15C-58BD-0ED2-6FA9-EDDD3C3FFB7D}"/>
              </a:ext>
            </a:extLst>
          </p:cNvPr>
          <p:cNvSpPr txBox="1"/>
          <p:nvPr/>
        </p:nvSpPr>
        <p:spPr>
          <a:xfrm>
            <a:off x="638323" y="1115240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2026-07-22  Revisions for Integrated Design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Ver.1.11  2026-08-08  Revisions to align with the Japanese version</a:t>
            </a:r>
          </a:p>
        </p:txBody>
      </p:sp>
    </p:spTree>
    <p:extLst>
      <p:ext uri="{BB962C8B-B14F-4D97-AF65-F5344CB8AC3E}">
        <p14:creationId xmlns:p14="http://schemas.microsoft.com/office/powerpoint/2010/main" val="308296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309</TotalTime>
  <Words>1115</Words>
  <Application>Microsoft Office PowerPoint</Application>
  <PresentationFormat>画面に合わせる (4:3)</PresentationFormat>
  <Paragraphs>83</Paragraphs>
  <Slides>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9</vt:i4>
      </vt:variant>
    </vt:vector>
  </HeadingPairs>
  <TitlesOfParts>
    <vt:vector size="18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誠 矢崎</cp:lastModifiedBy>
  <cp:revision>19</cp:revision>
  <cp:lastPrinted>2026-08-16T12:54:54Z</cp:lastPrinted>
  <dcterms:created xsi:type="dcterms:W3CDTF">2026-07-22T02:46:18Z</dcterms:created>
  <dcterms:modified xsi:type="dcterms:W3CDTF">2026-08-16T13:06:22Z</dcterms:modified>
</cp:coreProperties>
</file>
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00E1"/>
    <a:srgbClr val="AE00F4"/>
    <a:srgbClr val="0086D6"/>
    <a:srgbClr val="FF00FF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34" autoAdjust="0"/>
    <p:restoredTop sz="94660"/>
  </p:normalViewPr>
  <p:slideViewPr>
    <p:cSldViewPr snapToGrid="0">
      <p:cViewPr>
        <p:scale>
          <a:sx n="125" d="100"/>
          <a:sy n="125" d="100"/>
        </p:scale>
        <p:origin x="360" y="-3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7BBD50-91B1-398B-05F5-EF6FB391642D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36AB7EC-AB6F-585D-27FA-7CEA699B30B2}"/>
              </a:ext>
            </a:extLst>
          </p:cNvPr>
          <p:cNvSpPr txBox="1"/>
          <p:nvPr/>
        </p:nvSpPr>
        <p:spPr>
          <a:xfrm>
            <a:off x="2630544" y="1444411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Subtilte -</a:t>
            </a:r>
            <a:endParaRPr kumimoji="1" lang="ja-JP" altLang="en-US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7D89FCF-AB59-9789-77D9-D36589CBE52A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6516A146-7FD4-4FEF-0035-48EC8599D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942C509F-7EBE-C17F-E1FD-04A0A489994D}"/>
              </a:ext>
            </a:extLst>
          </p:cNvPr>
          <p:cNvSpPr/>
          <p:nvPr/>
        </p:nvSpPr>
        <p:spPr>
          <a:xfrm>
            <a:off x="1042026" y="437296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9" name="フリーフォーム: 図形 28">
            <a:extLst>
              <a:ext uri="{FF2B5EF4-FFF2-40B4-BE49-F238E27FC236}">
                <a16:creationId xmlns:a16="http://schemas.microsoft.com/office/drawing/2014/main" id="{A8D15E6E-F892-1A37-55F4-598808C42B8D}"/>
              </a:ext>
            </a:extLst>
          </p:cNvPr>
          <p:cNvSpPr/>
          <p:nvPr/>
        </p:nvSpPr>
        <p:spPr>
          <a:xfrm rot="10800000">
            <a:off x="1042026" y="2263487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D81001E-B6D3-99C8-5E0B-F466D9B756A5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438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AA2F528-1AFC-8E42-75C8-73644041C22B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5DA2E9C-168B-3466-7614-65A6E3B87DA9}"/>
              </a:ext>
            </a:extLst>
          </p:cNvPr>
          <p:cNvSpPr txBox="1"/>
          <p:nvPr/>
        </p:nvSpPr>
        <p:spPr>
          <a:xfrm>
            <a:off x="668508" y="1032957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85067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A74ED78-4D09-93B7-5187-266F72FE0C06}"/>
              </a:ext>
            </a:extLst>
          </p:cNvPr>
          <p:cNvSpPr txBox="1"/>
          <p:nvPr/>
        </p:nvSpPr>
        <p:spPr>
          <a:xfrm>
            <a:off x="770844" y="2782786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BC3A39D-2C74-E00C-4387-9CC908F40D8B}"/>
              </a:ext>
            </a:extLst>
          </p:cNvPr>
          <p:cNvSpPr txBox="1"/>
          <p:nvPr/>
        </p:nvSpPr>
        <p:spPr>
          <a:xfrm>
            <a:off x="668509" y="3162437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5CC0883-1DA5-4A86-6756-80C64F8D1477}"/>
              </a:ext>
            </a:extLst>
          </p:cNvPr>
          <p:cNvSpPr txBox="1"/>
          <p:nvPr/>
        </p:nvSpPr>
        <p:spPr>
          <a:xfrm>
            <a:off x="675778" y="527431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7F6D8160-20C1-33BC-415D-25B50E830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7" y="1452789"/>
            <a:ext cx="5770732" cy="1233898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08263E98-8A17-21DA-72A0-4FFFE32AE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37" y="4296577"/>
            <a:ext cx="5756193" cy="888877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8D95018-44AF-5B79-3242-99208120D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60" y="5505815"/>
            <a:ext cx="5464000" cy="304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053F3CB-B9EE-984E-2589-EA35449EF83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438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2E9D853-4C50-6454-71B3-5C48ECA0EAD9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CCD7C32-49B9-6248-827D-772DCDA5E4CB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AF97127-F08A-576F-5EC3-785D677AF148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0DBFA91-7DDA-D8B6-438A-A1F8AA48B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99" y="1823254"/>
            <a:ext cx="5695701" cy="1013806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CBEF07CB-20DE-945B-B4BB-0251C141E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3" y="3295319"/>
            <a:ext cx="5588622" cy="3853245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F98466EE-556B-7D77-6461-4135277DD2E2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502BD5F-204F-ADDD-3A77-54D9B2345EC1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3B718F9-0F82-AC1A-9FBD-6C3D9A4B48C3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EBA86A0-4EB7-A063-9D52-9D32ADB8F232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FlexChroma's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5F2979AD-644B-ADCD-5CC2-84EB3A436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0219F-CA99-178C-3A74-1E55D7D3F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28E2F72-F757-7A46-539C-7F25D8F53354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フリーフォーム: 図形 22">
            <a:extLst>
              <a:ext uri="{FF2B5EF4-FFF2-40B4-BE49-F238E27FC236}">
                <a16:creationId xmlns:a16="http://schemas.microsoft.com/office/drawing/2014/main" id="{1D1614BA-8BF0-AD97-3180-3DE7A8D9DC31}"/>
              </a:ext>
            </a:extLst>
          </p:cNvPr>
          <p:cNvSpPr/>
          <p:nvPr/>
        </p:nvSpPr>
        <p:spPr>
          <a:xfrm>
            <a:off x="-3232" y="0"/>
            <a:ext cx="6861231" cy="9144000"/>
          </a:xfrm>
          <a:custGeom>
            <a:avLst/>
            <a:gdLst>
              <a:gd name="connsiteX0" fmla="*/ 3738075 w 6858000"/>
              <a:gd name="connsiteY0" fmla="*/ 8661917 h 9144000"/>
              <a:gd name="connsiteX1" fmla="*/ 3738075 w 6858000"/>
              <a:gd name="connsiteY1" fmla="*/ 8715917 h 9144000"/>
              <a:gd name="connsiteX2" fmla="*/ 6330075 w 6858000"/>
              <a:gd name="connsiteY2" fmla="*/ 8715917 h 9144000"/>
              <a:gd name="connsiteX3" fmla="*/ 6330075 w 6858000"/>
              <a:gd name="connsiteY3" fmla="*/ 8661917 h 9144000"/>
              <a:gd name="connsiteX4" fmla="*/ 557769 w 6858000"/>
              <a:gd name="connsiteY4" fmla="*/ 8661917 h 9144000"/>
              <a:gd name="connsiteX5" fmla="*/ 557769 w 6858000"/>
              <a:gd name="connsiteY5" fmla="*/ 8715917 h 9144000"/>
              <a:gd name="connsiteX6" fmla="*/ 3149769 w 6858000"/>
              <a:gd name="connsiteY6" fmla="*/ 8715917 h 9144000"/>
              <a:gd name="connsiteX7" fmla="*/ 3149769 w 6858000"/>
              <a:gd name="connsiteY7" fmla="*/ 8661917 h 9144000"/>
              <a:gd name="connsiteX8" fmla="*/ 671741 w 6858000"/>
              <a:gd name="connsiteY8" fmla="*/ 2850671 h 9144000"/>
              <a:gd name="connsiteX9" fmla="*/ 569406 w 6858000"/>
              <a:gd name="connsiteY9" fmla="*/ 2953006 h 9144000"/>
              <a:gd name="connsiteX10" fmla="*/ 671741 w 6858000"/>
              <a:gd name="connsiteY10" fmla="*/ 3055341 h 9144000"/>
              <a:gd name="connsiteX11" fmla="*/ 774076 w 6858000"/>
              <a:gd name="connsiteY11" fmla="*/ 2953006 h 9144000"/>
              <a:gd name="connsiteX12" fmla="*/ 671741 w 6858000"/>
              <a:gd name="connsiteY12" fmla="*/ 2850671 h 9144000"/>
              <a:gd name="connsiteX13" fmla="*/ 671741 w 6858000"/>
              <a:gd name="connsiteY13" fmla="*/ 677902 h 9144000"/>
              <a:gd name="connsiteX14" fmla="*/ 569406 w 6858000"/>
              <a:gd name="connsiteY14" fmla="*/ 780237 h 9144000"/>
              <a:gd name="connsiteX15" fmla="*/ 671741 w 6858000"/>
              <a:gd name="connsiteY15" fmla="*/ 882572 h 9144000"/>
              <a:gd name="connsiteX16" fmla="*/ 774076 w 6858000"/>
              <a:gd name="connsiteY16" fmla="*/ 780237 h 9144000"/>
              <a:gd name="connsiteX17" fmla="*/ 671741 w 6858000"/>
              <a:gd name="connsiteY17" fmla="*/ 677902 h 9144000"/>
              <a:gd name="connsiteX18" fmla="*/ 557768 w 6858000"/>
              <a:gd name="connsiteY18" fmla="*/ 452468 h 9144000"/>
              <a:gd name="connsiteX19" fmla="*/ 557768 w 6858000"/>
              <a:gd name="connsiteY19" fmla="*/ 506468 h 9144000"/>
              <a:gd name="connsiteX20" fmla="*/ 6313961 w 6858000"/>
              <a:gd name="connsiteY20" fmla="*/ 506468 h 9144000"/>
              <a:gd name="connsiteX21" fmla="*/ 6313961 w 6858000"/>
              <a:gd name="connsiteY21" fmla="*/ 452468 h 9144000"/>
              <a:gd name="connsiteX22" fmla="*/ 0 w 6858000"/>
              <a:gd name="connsiteY22" fmla="*/ 0 h 9144000"/>
              <a:gd name="connsiteX23" fmla="*/ 6858000 w 6858000"/>
              <a:gd name="connsiteY23" fmla="*/ 0 h 9144000"/>
              <a:gd name="connsiteX24" fmla="*/ 6858000 w 6858000"/>
              <a:gd name="connsiteY24" fmla="*/ 9144000 h 9144000"/>
              <a:gd name="connsiteX25" fmla="*/ 0 w 6858000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58000" h="9144000">
                <a:moveTo>
                  <a:pt x="3738075" y="8661917"/>
                </a:moveTo>
                <a:lnTo>
                  <a:pt x="3738075" y="8715917"/>
                </a:lnTo>
                <a:lnTo>
                  <a:pt x="6330075" y="8715917"/>
                </a:lnTo>
                <a:lnTo>
                  <a:pt x="6330075" y="8661917"/>
                </a:lnTo>
                <a:close/>
                <a:moveTo>
                  <a:pt x="557769" y="8661917"/>
                </a:moveTo>
                <a:lnTo>
                  <a:pt x="557769" y="8715917"/>
                </a:lnTo>
                <a:lnTo>
                  <a:pt x="3149769" y="8715917"/>
                </a:lnTo>
                <a:lnTo>
                  <a:pt x="3149769" y="8661917"/>
                </a:lnTo>
                <a:close/>
                <a:moveTo>
                  <a:pt x="671741" y="2850671"/>
                </a:moveTo>
                <a:cubicBezTo>
                  <a:pt x="615223" y="2850671"/>
                  <a:pt x="569406" y="2896488"/>
                  <a:pt x="569406" y="2953006"/>
                </a:cubicBezTo>
                <a:cubicBezTo>
                  <a:pt x="569406" y="3009524"/>
                  <a:pt x="615223" y="3055341"/>
                  <a:pt x="671741" y="3055341"/>
                </a:cubicBezTo>
                <a:cubicBezTo>
                  <a:pt x="728259" y="3055341"/>
                  <a:pt x="774076" y="3009524"/>
                  <a:pt x="774076" y="2953006"/>
                </a:cubicBezTo>
                <a:cubicBezTo>
                  <a:pt x="774076" y="2896488"/>
                  <a:pt x="728259" y="2850671"/>
                  <a:pt x="671741" y="2850671"/>
                </a:cubicBezTo>
                <a:close/>
                <a:moveTo>
                  <a:pt x="671741" y="677902"/>
                </a:moveTo>
                <a:cubicBezTo>
                  <a:pt x="615223" y="677902"/>
                  <a:pt x="569406" y="723719"/>
                  <a:pt x="569406" y="780237"/>
                </a:cubicBezTo>
                <a:cubicBezTo>
                  <a:pt x="569406" y="836755"/>
                  <a:pt x="615223" y="882572"/>
                  <a:pt x="671741" y="882572"/>
                </a:cubicBezTo>
                <a:cubicBezTo>
                  <a:pt x="728259" y="882572"/>
                  <a:pt x="774076" y="836755"/>
                  <a:pt x="774076" y="780237"/>
                </a:cubicBezTo>
                <a:cubicBezTo>
                  <a:pt x="774076" y="723719"/>
                  <a:pt x="728259" y="677902"/>
                  <a:pt x="671741" y="677902"/>
                </a:cubicBezTo>
                <a:close/>
                <a:moveTo>
                  <a:pt x="557768" y="452468"/>
                </a:moveTo>
                <a:lnTo>
                  <a:pt x="557768" y="506468"/>
                </a:lnTo>
                <a:lnTo>
                  <a:pt x="6313961" y="506468"/>
                </a:lnTo>
                <a:lnTo>
                  <a:pt x="6313961" y="452468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5BBE0F2-F893-A968-7B67-ABCF07365994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6F8CF2C-8A09-3A23-47CB-4C2F03EFB49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7352D4E-CAE1-FEE6-AC68-B9E1309C3004}"/>
              </a:ext>
            </a:extLst>
          </p:cNvPr>
          <p:cNvSpPr txBox="1"/>
          <p:nvPr/>
        </p:nvSpPr>
        <p:spPr>
          <a:xfrm>
            <a:off x="668508" y="1032957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64CA7F6-68CE-A4EE-92AC-A8DC532DAECA}"/>
              </a:ext>
            </a:extLst>
          </p:cNvPr>
          <p:cNvSpPr txBox="1"/>
          <p:nvPr/>
        </p:nvSpPr>
        <p:spPr>
          <a:xfrm>
            <a:off x="770844" y="2782786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68CB7496-0DB9-CFC6-D75D-C69B4D55AF3A}"/>
              </a:ext>
            </a:extLst>
          </p:cNvPr>
          <p:cNvSpPr txBox="1"/>
          <p:nvPr/>
        </p:nvSpPr>
        <p:spPr>
          <a:xfrm>
            <a:off x="668509" y="3162437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09F7EB1-1CD3-5D92-55F5-1AEAACC5A374}"/>
              </a:ext>
            </a:extLst>
          </p:cNvPr>
          <p:cNvSpPr txBox="1"/>
          <p:nvPr/>
        </p:nvSpPr>
        <p:spPr>
          <a:xfrm>
            <a:off x="675778" y="527431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11699ABF-7927-D2AB-1B49-99921D1077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7" y="1452789"/>
            <a:ext cx="5770732" cy="1233898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5E2B18A3-4301-6A85-953E-22FF827D4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37" y="4296577"/>
            <a:ext cx="5756193" cy="888877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8AE90FD0-2C77-668A-0B39-DA712A4A9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60" y="5505815"/>
            <a:ext cx="5464000" cy="304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934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0FDF44E-2E29-DC94-EB39-45531D05C652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2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F66C794-274A-5CDC-3301-7C7598F1E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99" y="1823254"/>
            <a:ext cx="5695701" cy="1013806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A6014F56-C02A-5FD8-08B8-C99834BE59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3" y="3295319"/>
            <a:ext cx="5588622" cy="385324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118</TotalTime>
  <Words>934</Words>
  <Application>Microsoft Office PowerPoint</Application>
  <PresentationFormat>画面に合わせる (4:3)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6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4</cp:revision>
  <cp:lastPrinted>2026-07-22T04:30:46Z</cp:lastPrinted>
  <dcterms:created xsi:type="dcterms:W3CDTF">2026-07-22T02:46:18Z</dcterms:created>
  <dcterms:modified xsi:type="dcterms:W3CDTF">2026-07-22T04:50:03Z</dcterms:modified>
</cp:coreProperties>
</file>
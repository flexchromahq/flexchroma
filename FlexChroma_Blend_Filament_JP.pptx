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Lst>
  <p:sldSz cy="9144000" cx="6858000"/>
  <p:notesSz cx="7104050" cy="10234600"/>
  <p:embeddedFontLst>
    <p:embeddedFont>
      <p:font typeface="Play"/>
      <p:regular r:id="rId12"/>
      <p:bold r:id="rId13"/>
    </p:embeddedFont>
    <p:embeddedFont>
      <p:font typeface="Quattrocento Sans"/>
      <p:regular r:id="rId14"/>
      <p:bold r:id="rId15"/>
      <p:italic r:id="rId16"/>
      <p:boldItalic r:id="rId17"/>
    </p:embeddedFont>
    <p:embeddedFont>
      <p:font typeface="IBM Plex Sans JP SemiBold"/>
      <p:regular r:id="rId18"/>
      <p:bold r:id="rId19"/>
    </p:embeddedFont>
    <p:embeddedFont>
      <p:font typeface="IBM Plex Sans JP"/>
      <p:regular r:id="rId20"/>
      <p:bold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IBMPlexSansJP-regular.fntdata"/><Relationship Id="rId11" Type="http://schemas.openxmlformats.org/officeDocument/2006/relationships/slide" Target="slides/slide7.xml"/><Relationship Id="rId10" Type="http://schemas.openxmlformats.org/officeDocument/2006/relationships/slide" Target="slides/slide6.xml"/><Relationship Id="rId21" Type="http://schemas.openxmlformats.org/officeDocument/2006/relationships/font" Target="fonts/IBMPlexSansJP-bold.fntdata"/><Relationship Id="rId13" Type="http://schemas.openxmlformats.org/officeDocument/2006/relationships/font" Target="fonts/Play-bold.fntdata"/><Relationship Id="rId12" Type="http://schemas.openxmlformats.org/officeDocument/2006/relationships/font" Target="fonts/Play-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QuattrocentoSans-bold.fntdata"/><Relationship Id="rId14" Type="http://schemas.openxmlformats.org/officeDocument/2006/relationships/font" Target="fonts/QuattrocentoSans-regular.fntdata"/><Relationship Id="rId17" Type="http://schemas.openxmlformats.org/officeDocument/2006/relationships/font" Target="fonts/QuattrocentoSans-boldItalic.fntdata"/><Relationship Id="rId16" Type="http://schemas.openxmlformats.org/officeDocument/2006/relationships/font" Target="fonts/QuattrocentoSans-italic.fntdata"/><Relationship Id="rId5" Type="http://schemas.openxmlformats.org/officeDocument/2006/relationships/slide" Target="slides/slide1.xml"/><Relationship Id="rId19" Type="http://schemas.openxmlformats.org/officeDocument/2006/relationships/font" Target="fonts/IBMPlexSansJPSemiBold-bold.fntdata"/><Relationship Id="rId6" Type="http://schemas.openxmlformats.org/officeDocument/2006/relationships/slide" Target="slides/slide2.xml"/><Relationship Id="rId18" Type="http://schemas.openxmlformats.org/officeDocument/2006/relationships/font" Target="fonts/IBMPlexSansJPSemiBold-regular.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84225" y="767575"/>
            <a:ext cx="4736250" cy="38379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710400" y="4861425"/>
            <a:ext cx="5683225" cy="460555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710400" y="4861425"/>
            <a:ext cx="5683225" cy="46055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84225" y="767575"/>
            <a:ext cx="4736250" cy="38379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2:notes"/>
          <p:cNvSpPr txBox="1"/>
          <p:nvPr>
            <p:ph idx="1" type="body"/>
          </p:nvPr>
        </p:nvSpPr>
        <p:spPr>
          <a:xfrm>
            <a:off x="710400" y="4861425"/>
            <a:ext cx="5683225" cy="46055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2:notes"/>
          <p:cNvSpPr/>
          <p:nvPr>
            <p:ph idx="2" type="sldImg"/>
          </p:nvPr>
        </p:nvSpPr>
        <p:spPr>
          <a:xfrm>
            <a:off x="1184225" y="767575"/>
            <a:ext cx="4736250" cy="38379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3:notes"/>
          <p:cNvSpPr txBox="1"/>
          <p:nvPr>
            <p:ph idx="1" type="body"/>
          </p:nvPr>
        </p:nvSpPr>
        <p:spPr>
          <a:xfrm>
            <a:off x="710400" y="4861425"/>
            <a:ext cx="5683225" cy="46055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3:notes"/>
          <p:cNvSpPr/>
          <p:nvPr>
            <p:ph idx="2" type="sldImg"/>
          </p:nvPr>
        </p:nvSpPr>
        <p:spPr>
          <a:xfrm>
            <a:off x="1184225" y="767575"/>
            <a:ext cx="4736250" cy="38379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4:notes"/>
          <p:cNvSpPr txBox="1"/>
          <p:nvPr>
            <p:ph idx="1" type="body"/>
          </p:nvPr>
        </p:nvSpPr>
        <p:spPr>
          <a:xfrm>
            <a:off x="710400" y="4861425"/>
            <a:ext cx="5683225" cy="46055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4:notes"/>
          <p:cNvSpPr/>
          <p:nvPr>
            <p:ph idx="2" type="sldImg"/>
          </p:nvPr>
        </p:nvSpPr>
        <p:spPr>
          <a:xfrm>
            <a:off x="1184225" y="767575"/>
            <a:ext cx="4736250" cy="38379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5:notes"/>
          <p:cNvSpPr txBox="1"/>
          <p:nvPr>
            <p:ph idx="1" type="body"/>
          </p:nvPr>
        </p:nvSpPr>
        <p:spPr>
          <a:xfrm>
            <a:off x="710400" y="4861425"/>
            <a:ext cx="5683225" cy="46055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5:notes"/>
          <p:cNvSpPr/>
          <p:nvPr>
            <p:ph idx="2" type="sldImg"/>
          </p:nvPr>
        </p:nvSpPr>
        <p:spPr>
          <a:xfrm>
            <a:off x="1184225" y="767575"/>
            <a:ext cx="4736250" cy="38379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f70e81ac3d_0_45:notes"/>
          <p:cNvSpPr txBox="1"/>
          <p:nvPr>
            <p:ph idx="1" type="body"/>
          </p:nvPr>
        </p:nvSpPr>
        <p:spPr>
          <a:xfrm>
            <a:off x="710400" y="4861425"/>
            <a:ext cx="5683200" cy="4605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g3f70e81ac3d_0_45:notes"/>
          <p:cNvSpPr/>
          <p:nvPr>
            <p:ph idx="2" type="sldImg"/>
          </p:nvPr>
        </p:nvSpPr>
        <p:spPr>
          <a:xfrm>
            <a:off x="1184225" y="767575"/>
            <a:ext cx="4736400" cy="3837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f70e81ac3d_0_65:notes"/>
          <p:cNvSpPr txBox="1"/>
          <p:nvPr>
            <p:ph idx="1" type="body"/>
          </p:nvPr>
        </p:nvSpPr>
        <p:spPr>
          <a:xfrm>
            <a:off x="710400" y="4861425"/>
            <a:ext cx="5683200" cy="4605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g3f70e81ac3d_0_65:notes"/>
          <p:cNvSpPr/>
          <p:nvPr>
            <p:ph idx="2" type="sldImg"/>
          </p:nvPr>
        </p:nvSpPr>
        <p:spPr>
          <a:xfrm>
            <a:off x="1184225" y="767575"/>
            <a:ext cx="4736400" cy="3837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タイトル スライド"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514350" y="1496484"/>
            <a:ext cx="5829300" cy="3183467"/>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4500"/>
              <a:buFont typeface="Play"/>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
          <p:cNvSpPr txBox="1"/>
          <p:nvPr>
            <p:ph idx="1" type="subTitle"/>
          </p:nvPr>
        </p:nvSpPr>
        <p:spPr>
          <a:xfrm>
            <a:off x="857250" y="4802717"/>
            <a:ext cx="5143500" cy="2207683"/>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p:txBody>
      </p:sp>
      <p:sp>
        <p:nvSpPr>
          <p:cNvPr id="14" name="Google Shape;14;p2"/>
          <p:cNvSpPr txBox="1"/>
          <p:nvPr>
            <p:ph idx="10" type="dt"/>
          </p:nvPr>
        </p:nvSpPr>
        <p:spPr>
          <a:xfrm>
            <a:off x="471488" y="8475136"/>
            <a:ext cx="1543050" cy="48683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
          <p:cNvSpPr txBox="1"/>
          <p:nvPr>
            <p:ph idx="11" type="ftr"/>
          </p:nvPr>
        </p:nvSpPr>
        <p:spPr>
          <a:xfrm>
            <a:off x="2271713" y="8475136"/>
            <a:ext cx="2314575" cy="48683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
          <p:cNvSpPr txBox="1"/>
          <p:nvPr>
            <p:ph idx="12" type="sldNum"/>
          </p:nvPr>
        </p:nvSpPr>
        <p:spPr>
          <a:xfrm>
            <a:off x="4843463" y="8475136"/>
            <a:ext cx="1543050" cy="48683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タイトルとコンテンツ" type="obj">
  <p:cSld name="OBJECT">
    <p:spTree>
      <p:nvGrpSpPr>
        <p:cNvPr id="17" name="Shape 17"/>
        <p:cNvGrpSpPr/>
        <p:nvPr/>
      </p:nvGrpSpPr>
      <p:grpSpPr>
        <a:xfrm>
          <a:off x="0" y="0"/>
          <a:ext cx="0" cy="0"/>
          <a:chOff x="0" y="0"/>
          <a:chExt cx="0" cy="0"/>
        </a:xfrm>
      </p:grpSpPr>
      <p:sp>
        <p:nvSpPr>
          <p:cNvPr id="18" name="Google Shape;18;p3"/>
          <p:cNvSpPr txBox="1"/>
          <p:nvPr>
            <p:ph type="title"/>
          </p:nvPr>
        </p:nvSpPr>
        <p:spPr>
          <a:xfrm>
            <a:off x="471488" y="486836"/>
            <a:ext cx="5915025" cy="1767417"/>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
          <p:cNvSpPr txBox="1"/>
          <p:nvPr>
            <p:ph idx="1" type="body"/>
          </p:nvPr>
        </p:nvSpPr>
        <p:spPr>
          <a:xfrm>
            <a:off x="471488" y="2434167"/>
            <a:ext cx="5915025" cy="580178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0" name="Google Shape;20;p3"/>
          <p:cNvSpPr txBox="1"/>
          <p:nvPr>
            <p:ph idx="10" type="dt"/>
          </p:nvPr>
        </p:nvSpPr>
        <p:spPr>
          <a:xfrm>
            <a:off x="471488" y="8475136"/>
            <a:ext cx="1543050" cy="48683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3"/>
          <p:cNvSpPr txBox="1"/>
          <p:nvPr>
            <p:ph idx="11" type="ftr"/>
          </p:nvPr>
        </p:nvSpPr>
        <p:spPr>
          <a:xfrm>
            <a:off x="2271713" y="8475136"/>
            <a:ext cx="2314575" cy="48683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
          <p:cNvSpPr txBox="1"/>
          <p:nvPr>
            <p:ph idx="12" type="sldNum"/>
          </p:nvPr>
        </p:nvSpPr>
        <p:spPr>
          <a:xfrm>
            <a:off x="4843463" y="8475136"/>
            <a:ext cx="1543050" cy="48683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セクション見出し" type="secHead">
  <p:cSld name="SECTION_HEADER">
    <p:spTree>
      <p:nvGrpSpPr>
        <p:cNvPr id="23" name="Shape 23"/>
        <p:cNvGrpSpPr/>
        <p:nvPr/>
      </p:nvGrpSpPr>
      <p:grpSpPr>
        <a:xfrm>
          <a:off x="0" y="0"/>
          <a:ext cx="0" cy="0"/>
          <a:chOff x="0" y="0"/>
          <a:chExt cx="0" cy="0"/>
        </a:xfrm>
      </p:grpSpPr>
      <p:sp>
        <p:nvSpPr>
          <p:cNvPr id="24" name="Google Shape;24;p4"/>
          <p:cNvSpPr txBox="1"/>
          <p:nvPr>
            <p:ph type="title"/>
          </p:nvPr>
        </p:nvSpPr>
        <p:spPr>
          <a:xfrm>
            <a:off x="467916" y="2279653"/>
            <a:ext cx="5915025" cy="3803649"/>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500"/>
              <a:buFont typeface="Play"/>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4"/>
          <p:cNvSpPr txBox="1"/>
          <p:nvPr>
            <p:ph idx="1" type="body"/>
          </p:nvPr>
        </p:nvSpPr>
        <p:spPr>
          <a:xfrm>
            <a:off x="467916" y="6119286"/>
            <a:ext cx="5915025" cy="200024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rgbClr val="757575"/>
              </a:buClr>
              <a:buSzPts val="1800"/>
              <a:buNone/>
              <a:defRPr sz="1800">
                <a:solidFill>
                  <a:srgbClr val="757575"/>
                </a:solidFill>
              </a:defRPr>
            </a:lvl1pPr>
            <a:lvl2pPr indent="-228600" lvl="1" marL="914400" algn="l">
              <a:lnSpc>
                <a:spcPct val="90000"/>
              </a:lnSpc>
              <a:spcBef>
                <a:spcPts val="375"/>
              </a:spcBef>
              <a:spcAft>
                <a:spcPts val="0"/>
              </a:spcAft>
              <a:buClr>
                <a:srgbClr val="757575"/>
              </a:buClr>
              <a:buSzPts val="1500"/>
              <a:buNone/>
              <a:defRPr sz="1500">
                <a:solidFill>
                  <a:srgbClr val="757575"/>
                </a:solidFill>
              </a:defRPr>
            </a:lvl2pPr>
            <a:lvl3pPr indent="-228600" lvl="2" marL="1371600" algn="l">
              <a:lnSpc>
                <a:spcPct val="90000"/>
              </a:lnSpc>
              <a:spcBef>
                <a:spcPts val="375"/>
              </a:spcBef>
              <a:spcAft>
                <a:spcPts val="0"/>
              </a:spcAft>
              <a:buClr>
                <a:srgbClr val="757575"/>
              </a:buClr>
              <a:buSzPts val="1350"/>
              <a:buNone/>
              <a:defRPr sz="1350">
                <a:solidFill>
                  <a:srgbClr val="757575"/>
                </a:solidFill>
              </a:defRPr>
            </a:lvl3pPr>
            <a:lvl4pPr indent="-228600" lvl="3" marL="1828800" algn="l">
              <a:lnSpc>
                <a:spcPct val="90000"/>
              </a:lnSpc>
              <a:spcBef>
                <a:spcPts val="375"/>
              </a:spcBef>
              <a:spcAft>
                <a:spcPts val="0"/>
              </a:spcAft>
              <a:buClr>
                <a:srgbClr val="757575"/>
              </a:buClr>
              <a:buSzPts val="1200"/>
              <a:buNone/>
              <a:defRPr sz="1200">
                <a:solidFill>
                  <a:srgbClr val="757575"/>
                </a:solidFill>
              </a:defRPr>
            </a:lvl4pPr>
            <a:lvl5pPr indent="-228600" lvl="4" marL="2286000" algn="l">
              <a:lnSpc>
                <a:spcPct val="90000"/>
              </a:lnSpc>
              <a:spcBef>
                <a:spcPts val="375"/>
              </a:spcBef>
              <a:spcAft>
                <a:spcPts val="0"/>
              </a:spcAft>
              <a:buClr>
                <a:srgbClr val="757575"/>
              </a:buClr>
              <a:buSzPts val="1200"/>
              <a:buNone/>
              <a:defRPr sz="1200">
                <a:solidFill>
                  <a:srgbClr val="757575"/>
                </a:solidFill>
              </a:defRPr>
            </a:lvl5pPr>
            <a:lvl6pPr indent="-228600" lvl="5" marL="2743200" algn="l">
              <a:lnSpc>
                <a:spcPct val="90000"/>
              </a:lnSpc>
              <a:spcBef>
                <a:spcPts val="375"/>
              </a:spcBef>
              <a:spcAft>
                <a:spcPts val="0"/>
              </a:spcAft>
              <a:buClr>
                <a:srgbClr val="757575"/>
              </a:buClr>
              <a:buSzPts val="1200"/>
              <a:buNone/>
              <a:defRPr sz="1200">
                <a:solidFill>
                  <a:srgbClr val="757575"/>
                </a:solidFill>
              </a:defRPr>
            </a:lvl6pPr>
            <a:lvl7pPr indent="-228600" lvl="6" marL="3200400" algn="l">
              <a:lnSpc>
                <a:spcPct val="90000"/>
              </a:lnSpc>
              <a:spcBef>
                <a:spcPts val="375"/>
              </a:spcBef>
              <a:spcAft>
                <a:spcPts val="0"/>
              </a:spcAft>
              <a:buClr>
                <a:srgbClr val="757575"/>
              </a:buClr>
              <a:buSzPts val="1200"/>
              <a:buNone/>
              <a:defRPr sz="1200">
                <a:solidFill>
                  <a:srgbClr val="757575"/>
                </a:solidFill>
              </a:defRPr>
            </a:lvl7pPr>
            <a:lvl8pPr indent="-228600" lvl="7" marL="3657600" algn="l">
              <a:lnSpc>
                <a:spcPct val="90000"/>
              </a:lnSpc>
              <a:spcBef>
                <a:spcPts val="375"/>
              </a:spcBef>
              <a:spcAft>
                <a:spcPts val="0"/>
              </a:spcAft>
              <a:buClr>
                <a:srgbClr val="757575"/>
              </a:buClr>
              <a:buSzPts val="1200"/>
              <a:buNone/>
              <a:defRPr sz="1200">
                <a:solidFill>
                  <a:srgbClr val="757575"/>
                </a:solidFill>
              </a:defRPr>
            </a:lvl8pPr>
            <a:lvl9pPr indent="-228600" lvl="8" marL="4114800" algn="l">
              <a:lnSpc>
                <a:spcPct val="90000"/>
              </a:lnSpc>
              <a:spcBef>
                <a:spcPts val="375"/>
              </a:spcBef>
              <a:spcAft>
                <a:spcPts val="0"/>
              </a:spcAft>
              <a:buClr>
                <a:srgbClr val="757575"/>
              </a:buClr>
              <a:buSzPts val="1200"/>
              <a:buNone/>
              <a:defRPr sz="1200">
                <a:solidFill>
                  <a:srgbClr val="757575"/>
                </a:solidFill>
              </a:defRPr>
            </a:lvl9pPr>
          </a:lstStyle>
          <a:p/>
        </p:txBody>
      </p:sp>
      <p:sp>
        <p:nvSpPr>
          <p:cNvPr id="26" name="Google Shape;26;p4"/>
          <p:cNvSpPr txBox="1"/>
          <p:nvPr>
            <p:ph idx="10" type="dt"/>
          </p:nvPr>
        </p:nvSpPr>
        <p:spPr>
          <a:xfrm>
            <a:off x="471488" y="8475136"/>
            <a:ext cx="1543050" cy="48683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4"/>
          <p:cNvSpPr txBox="1"/>
          <p:nvPr>
            <p:ph idx="11" type="ftr"/>
          </p:nvPr>
        </p:nvSpPr>
        <p:spPr>
          <a:xfrm>
            <a:off x="2271713" y="8475136"/>
            <a:ext cx="2314575" cy="48683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4"/>
          <p:cNvSpPr txBox="1"/>
          <p:nvPr>
            <p:ph idx="12" type="sldNum"/>
          </p:nvPr>
        </p:nvSpPr>
        <p:spPr>
          <a:xfrm>
            <a:off x="4843463" y="8475136"/>
            <a:ext cx="1543050" cy="48683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つのコンテンツ" type="twoObj">
  <p:cSld name="TWO_OBJECTS">
    <p:spTree>
      <p:nvGrpSpPr>
        <p:cNvPr id="29" name="Shape 29"/>
        <p:cNvGrpSpPr/>
        <p:nvPr/>
      </p:nvGrpSpPr>
      <p:grpSpPr>
        <a:xfrm>
          <a:off x="0" y="0"/>
          <a:ext cx="0" cy="0"/>
          <a:chOff x="0" y="0"/>
          <a:chExt cx="0" cy="0"/>
        </a:xfrm>
      </p:grpSpPr>
      <p:sp>
        <p:nvSpPr>
          <p:cNvPr id="30" name="Google Shape;30;p5"/>
          <p:cNvSpPr txBox="1"/>
          <p:nvPr>
            <p:ph type="title"/>
          </p:nvPr>
        </p:nvSpPr>
        <p:spPr>
          <a:xfrm>
            <a:off x="471488" y="486836"/>
            <a:ext cx="5915025" cy="1767417"/>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5"/>
          <p:cNvSpPr txBox="1"/>
          <p:nvPr>
            <p:ph idx="1" type="body"/>
          </p:nvPr>
        </p:nvSpPr>
        <p:spPr>
          <a:xfrm>
            <a:off x="471488" y="2434167"/>
            <a:ext cx="2914650" cy="580178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2" name="Google Shape;32;p5"/>
          <p:cNvSpPr txBox="1"/>
          <p:nvPr>
            <p:ph idx="2" type="body"/>
          </p:nvPr>
        </p:nvSpPr>
        <p:spPr>
          <a:xfrm>
            <a:off x="3471863" y="2434167"/>
            <a:ext cx="2914650" cy="580178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3" name="Google Shape;33;p5"/>
          <p:cNvSpPr txBox="1"/>
          <p:nvPr>
            <p:ph idx="10" type="dt"/>
          </p:nvPr>
        </p:nvSpPr>
        <p:spPr>
          <a:xfrm>
            <a:off x="471488" y="8475136"/>
            <a:ext cx="1543050" cy="48683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5"/>
          <p:cNvSpPr txBox="1"/>
          <p:nvPr>
            <p:ph idx="11" type="ftr"/>
          </p:nvPr>
        </p:nvSpPr>
        <p:spPr>
          <a:xfrm>
            <a:off x="2271713" y="8475136"/>
            <a:ext cx="2314575" cy="48683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2" type="sldNum"/>
          </p:nvPr>
        </p:nvSpPr>
        <p:spPr>
          <a:xfrm>
            <a:off x="4843463" y="8475136"/>
            <a:ext cx="1543050" cy="48683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較" type="twoTxTwoObj">
  <p:cSld name="TWO_OBJECTS_WITH_TEXT">
    <p:spTree>
      <p:nvGrpSpPr>
        <p:cNvPr id="36" name="Shape 36"/>
        <p:cNvGrpSpPr/>
        <p:nvPr/>
      </p:nvGrpSpPr>
      <p:grpSpPr>
        <a:xfrm>
          <a:off x="0" y="0"/>
          <a:ext cx="0" cy="0"/>
          <a:chOff x="0" y="0"/>
          <a:chExt cx="0" cy="0"/>
        </a:xfrm>
      </p:grpSpPr>
      <p:sp>
        <p:nvSpPr>
          <p:cNvPr id="37" name="Google Shape;37;p6"/>
          <p:cNvSpPr txBox="1"/>
          <p:nvPr>
            <p:ph type="title"/>
          </p:nvPr>
        </p:nvSpPr>
        <p:spPr>
          <a:xfrm>
            <a:off x="472381" y="486836"/>
            <a:ext cx="5915025" cy="1767417"/>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6"/>
          <p:cNvSpPr txBox="1"/>
          <p:nvPr>
            <p:ph idx="1" type="body"/>
          </p:nvPr>
        </p:nvSpPr>
        <p:spPr>
          <a:xfrm>
            <a:off x="472381" y="2241551"/>
            <a:ext cx="2901255" cy="1098549"/>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39" name="Google Shape;39;p6"/>
          <p:cNvSpPr txBox="1"/>
          <p:nvPr>
            <p:ph idx="2" type="body"/>
          </p:nvPr>
        </p:nvSpPr>
        <p:spPr>
          <a:xfrm>
            <a:off x="472381" y="3340100"/>
            <a:ext cx="2901255" cy="491278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0" name="Google Shape;40;p6"/>
          <p:cNvSpPr txBox="1"/>
          <p:nvPr>
            <p:ph idx="3" type="body"/>
          </p:nvPr>
        </p:nvSpPr>
        <p:spPr>
          <a:xfrm>
            <a:off x="3471863" y="2241551"/>
            <a:ext cx="2915543" cy="1098549"/>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41" name="Google Shape;41;p6"/>
          <p:cNvSpPr txBox="1"/>
          <p:nvPr>
            <p:ph idx="4" type="body"/>
          </p:nvPr>
        </p:nvSpPr>
        <p:spPr>
          <a:xfrm>
            <a:off x="3471863" y="3340100"/>
            <a:ext cx="2915543" cy="491278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2" name="Google Shape;42;p6"/>
          <p:cNvSpPr txBox="1"/>
          <p:nvPr>
            <p:ph idx="10" type="dt"/>
          </p:nvPr>
        </p:nvSpPr>
        <p:spPr>
          <a:xfrm>
            <a:off x="471488" y="8475136"/>
            <a:ext cx="1543050" cy="48683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1" type="ftr"/>
          </p:nvPr>
        </p:nvSpPr>
        <p:spPr>
          <a:xfrm>
            <a:off x="2271713" y="8475136"/>
            <a:ext cx="2314575" cy="48683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6"/>
          <p:cNvSpPr txBox="1"/>
          <p:nvPr>
            <p:ph idx="12" type="sldNum"/>
          </p:nvPr>
        </p:nvSpPr>
        <p:spPr>
          <a:xfrm>
            <a:off x="4843463" y="8475136"/>
            <a:ext cx="1543050" cy="48683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タイトルのみ" type="titleOnly">
  <p:cSld name="TITLE_ONLY">
    <p:spTree>
      <p:nvGrpSpPr>
        <p:cNvPr id="45" name="Shape 45"/>
        <p:cNvGrpSpPr/>
        <p:nvPr/>
      </p:nvGrpSpPr>
      <p:grpSpPr>
        <a:xfrm>
          <a:off x="0" y="0"/>
          <a:ext cx="0" cy="0"/>
          <a:chOff x="0" y="0"/>
          <a:chExt cx="0" cy="0"/>
        </a:xfrm>
      </p:grpSpPr>
      <p:sp>
        <p:nvSpPr>
          <p:cNvPr id="46" name="Google Shape;46;p7"/>
          <p:cNvSpPr txBox="1"/>
          <p:nvPr>
            <p:ph type="title"/>
          </p:nvPr>
        </p:nvSpPr>
        <p:spPr>
          <a:xfrm>
            <a:off x="471488" y="486836"/>
            <a:ext cx="5915025" cy="1767417"/>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7"/>
          <p:cNvSpPr txBox="1"/>
          <p:nvPr>
            <p:ph idx="10" type="dt"/>
          </p:nvPr>
        </p:nvSpPr>
        <p:spPr>
          <a:xfrm>
            <a:off x="471488" y="8475136"/>
            <a:ext cx="1543050" cy="48683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1" type="ftr"/>
          </p:nvPr>
        </p:nvSpPr>
        <p:spPr>
          <a:xfrm>
            <a:off x="2271713" y="8475136"/>
            <a:ext cx="2314575" cy="48683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7"/>
          <p:cNvSpPr txBox="1"/>
          <p:nvPr>
            <p:ph idx="12" type="sldNum"/>
          </p:nvPr>
        </p:nvSpPr>
        <p:spPr>
          <a:xfrm>
            <a:off x="4843463" y="8475136"/>
            <a:ext cx="1543050" cy="48683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白紙" type="blank">
  <p:cSld name="BLANK">
    <p:spTree>
      <p:nvGrpSpPr>
        <p:cNvPr id="50" name="Shape 50"/>
        <p:cNvGrpSpPr/>
        <p:nvPr/>
      </p:nvGrpSpPr>
      <p:grpSpPr>
        <a:xfrm>
          <a:off x="0" y="0"/>
          <a:ext cx="0" cy="0"/>
          <a:chOff x="0" y="0"/>
          <a:chExt cx="0" cy="0"/>
        </a:xfrm>
      </p:grpSpPr>
      <p:sp>
        <p:nvSpPr>
          <p:cNvPr id="51" name="Google Shape;51;p8"/>
          <p:cNvSpPr txBox="1"/>
          <p:nvPr>
            <p:ph idx="10" type="dt"/>
          </p:nvPr>
        </p:nvSpPr>
        <p:spPr>
          <a:xfrm>
            <a:off x="471488" y="8475136"/>
            <a:ext cx="1543050" cy="48683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2271713" y="8475136"/>
            <a:ext cx="2314575" cy="48683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4843463" y="8475136"/>
            <a:ext cx="1543050" cy="48683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タイトル付きのコンテンツ"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72381" y="609600"/>
            <a:ext cx="2211884" cy="21336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Play"/>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2915543" y="1316569"/>
            <a:ext cx="3471863" cy="6498167"/>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750"/>
              </a:spcBef>
              <a:spcAft>
                <a:spcPts val="0"/>
              </a:spcAft>
              <a:buClr>
                <a:schemeClr val="dk1"/>
              </a:buClr>
              <a:buSzPts val="2400"/>
              <a:buChar char="•"/>
              <a:defRPr sz="2400"/>
            </a:lvl1pPr>
            <a:lvl2pPr indent="-361950" lvl="1" marL="914400" algn="l">
              <a:lnSpc>
                <a:spcPct val="90000"/>
              </a:lnSpc>
              <a:spcBef>
                <a:spcPts val="375"/>
              </a:spcBef>
              <a:spcAft>
                <a:spcPts val="0"/>
              </a:spcAft>
              <a:buClr>
                <a:schemeClr val="dk1"/>
              </a:buClr>
              <a:buSzPts val="2100"/>
              <a:buChar char="•"/>
              <a:defRPr sz="2100"/>
            </a:lvl2pPr>
            <a:lvl3pPr indent="-342900" lvl="2" marL="1371600" algn="l">
              <a:lnSpc>
                <a:spcPct val="90000"/>
              </a:lnSpc>
              <a:spcBef>
                <a:spcPts val="375"/>
              </a:spcBef>
              <a:spcAft>
                <a:spcPts val="0"/>
              </a:spcAft>
              <a:buClr>
                <a:schemeClr val="dk1"/>
              </a:buClr>
              <a:buSzPts val="1800"/>
              <a:buChar char="•"/>
              <a:defRPr sz="1800"/>
            </a:lvl3pPr>
            <a:lvl4pPr indent="-323850" lvl="3" marL="1828800" algn="l">
              <a:lnSpc>
                <a:spcPct val="90000"/>
              </a:lnSpc>
              <a:spcBef>
                <a:spcPts val="375"/>
              </a:spcBef>
              <a:spcAft>
                <a:spcPts val="0"/>
              </a:spcAft>
              <a:buClr>
                <a:schemeClr val="dk1"/>
              </a:buClr>
              <a:buSzPts val="1500"/>
              <a:buChar char="•"/>
              <a:defRPr sz="1500"/>
            </a:lvl4pPr>
            <a:lvl5pPr indent="-323850" lvl="4" marL="2286000" algn="l">
              <a:lnSpc>
                <a:spcPct val="90000"/>
              </a:lnSpc>
              <a:spcBef>
                <a:spcPts val="375"/>
              </a:spcBef>
              <a:spcAft>
                <a:spcPts val="0"/>
              </a:spcAft>
              <a:buClr>
                <a:schemeClr val="dk1"/>
              </a:buClr>
              <a:buSzPts val="1500"/>
              <a:buChar char="•"/>
              <a:defRPr sz="1500"/>
            </a:lvl5pPr>
            <a:lvl6pPr indent="-323850" lvl="5" marL="2743200" algn="l">
              <a:lnSpc>
                <a:spcPct val="90000"/>
              </a:lnSpc>
              <a:spcBef>
                <a:spcPts val="375"/>
              </a:spcBef>
              <a:spcAft>
                <a:spcPts val="0"/>
              </a:spcAft>
              <a:buClr>
                <a:schemeClr val="dk1"/>
              </a:buClr>
              <a:buSzPts val="1500"/>
              <a:buChar char="•"/>
              <a:defRPr sz="1500"/>
            </a:lvl6pPr>
            <a:lvl7pPr indent="-323850" lvl="6" marL="3200400" algn="l">
              <a:lnSpc>
                <a:spcPct val="90000"/>
              </a:lnSpc>
              <a:spcBef>
                <a:spcPts val="375"/>
              </a:spcBef>
              <a:spcAft>
                <a:spcPts val="0"/>
              </a:spcAft>
              <a:buClr>
                <a:schemeClr val="dk1"/>
              </a:buClr>
              <a:buSzPts val="1500"/>
              <a:buChar char="•"/>
              <a:defRPr sz="1500"/>
            </a:lvl7pPr>
            <a:lvl8pPr indent="-323850" lvl="7" marL="3657600" algn="l">
              <a:lnSpc>
                <a:spcPct val="90000"/>
              </a:lnSpc>
              <a:spcBef>
                <a:spcPts val="375"/>
              </a:spcBef>
              <a:spcAft>
                <a:spcPts val="0"/>
              </a:spcAft>
              <a:buClr>
                <a:schemeClr val="dk1"/>
              </a:buClr>
              <a:buSzPts val="1500"/>
              <a:buChar char="•"/>
              <a:defRPr sz="1500"/>
            </a:lvl8pPr>
            <a:lvl9pPr indent="-323850" lvl="8" marL="4114800" algn="l">
              <a:lnSpc>
                <a:spcPct val="90000"/>
              </a:lnSpc>
              <a:spcBef>
                <a:spcPts val="375"/>
              </a:spcBef>
              <a:spcAft>
                <a:spcPts val="0"/>
              </a:spcAft>
              <a:buClr>
                <a:schemeClr val="dk1"/>
              </a:buClr>
              <a:buSzPts val="1500"/>
              <a:buChar char="•"/>
              <a:defRPr sz="1500"/>
            </a:lvl9pPr>
          </a:lstStyle>
          <a:p/>
        </p:txBody>
      </p:sp>
      <p:sp>
        <p:nvSpPr>
          <p:cNvPr id="57" name="Google Shape;57;p9"/>
          <p:cNvSpPr txBox="1"/>
          <p:nvPr>
            <p:ph idx="2" type="body"/>
          </p:nvPr>
        </p:nvSpPr>
        <p:spPr>
          <a:xfrm>
            <a:off x="472381" y="2743200"/>
            <a:ext cx="2211884" cy="508211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58" name="Google Shape;58;p9"/>
          <p:cNvSpPr txBox="1"/>
          <p:nvPr>
            <p:ph idx="10" type="dt"/>
          </p:nvPr>
        </p:nvSpPr>
        <p:spPr>
          <a:xfrm>
            <a:off x="471488" y="8475136"/>
            <a:ext cx="1543050" cy="48683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2271713" y="8475136"/>
            <a:ext cx="2314575" cy="48683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4843463" y="8475136"/>
            <a:ext cx="1543050" cy="48683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タイトル付きの図"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472381" y="609600"/>
            <a:ext cx="2211884" cy="21336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Play"/>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2915543" y="1316569"/>
            <a:ext cx="3471863" cy="6498167"/>
          </a:xfrm>
          <a:prstGeom prst="rect">
            <a:avLst/>
          </a:prstGeom>
          <a:noFill/>
          <a:ln>
            <a:noFill/>
          </a:ln>
        </p:spPr>
      </p:sp>
      <p:sp>
        <p:nvSpPr>
          <p:cNvPr id="64" name="Google Shape;64;p10"/>
          <p:cNvSpPr txBox="1"/>
          <p:nvPr>
            <p:ph idx="1" type="body"/>
          </p:nvPr>
        </p:nvSpPr>
        <p:spPr>
          <a:xfrm>
            <a:off x="472381" y="2743200"/>
            <a:ext cx="2211884" cy="508211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65" name="Google Shape;65;p10"/>
          <p:cNvSpPr txBox="1"/>
          <p:nvPr>
            <p:ph idx="10" type="dt"/>
          </p:nvPr>
        </p:nvSpPr>
        <p:spPr>
          <a:xfrm>
            <a:off x="471488" y="8475136"/>
            <a:ext cx="1543050" cy="48683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2271713" y="8475136"/>
            <a:ext cx="2314575" cy="48683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4843463" y="8475136"/>
            <a:ext cx="1543050" cy="48683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タイトルと縦書きテキスト"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71488" y="486836"/>
            <a:ext cx="5915025" cy="1767417"/>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528108" y="2377546"/>
            <a:ext cx="5801784" cy="59150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71" name="Google Shape;71;p11"/>
          <p:cNvSpPr txBox="1"/>
          <p:nvPr>
            <p:ph idx="10" type="dt"/>
          </p:nvPr>
        </p:nvSpPr>
        <p:spPr>
          <a:xfrm>
            <a:off x="471488" y="8475136"/>
            <a:ext cx="1543050" cy="48683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2271713" y="8475136"/>
            <a:ext cx="2314575" cy="48683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4843463" y="8475136"/>
            <a:ext cx="1543050" cy="48683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縦書きタイトルと&#10;縦書きテキスト"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1772577" y="3622015"/>
            <a:ext cx="7749117" cy="147875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1227798" y="2186121"/>
            <a:ext cx="7749117" cy="435054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77" name="Google Shape;77;p12"/>
          <p:cNvSpPr txBox="1"/>
          <p:nvPr>
            <p:ph idx="10" type="dt"/>
          </p:nvPr>
        </p:nvSpPr>
        <p:spPr>
          <a:xfrm>
            <a:off x="471488" y="8475136"/>
            <a:ext cx="1543050" cy="48683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2271713" y="8475136"/>
            <a:ext cx="2314575" cy="48683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4843463" y="8475136"/>
            <a:ext cx="1543050" cy="48683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71488" y="486836"/>
            <a:ext cx="5915025" cy="1767417"/>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3300"/>
              <a:buFont typeface="Play"/>
              <a:buNone/>
              <a:defRPr b="0" i="0" sz="33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71488" y="2434167"/>
            <a:ext cx="5915025" cy="5801784"/>
          </a:xfrm>
          <a:prstGeom prst="rect">
            <a:avLst/>
          </a:prstGeom>
          <a:noFill/>
          <a:ln>
            <a:noFill/>
          </a:ln>
        </p:spPr>
        <p:txBody>
          <a:bodyPr anchorCtr="0" anchor="t" bIns="45700" lIns="91425" spcFirstLastPara="1" rIns="91425" wrap="square" tIns="45700">
            <a:norm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9pPr>
          </a:lstStyle>
          <a:p/>
        </p:txBody>
      </p:sp>
      <p:sp>
        <p:nvSpPr>
          <p:cNvPr id="8" name="Google Shape;8;p1"/>
          <p:cNvSpPr txBox="1"/>
          <p:nvPr>
            <p:ph idx="10" type="dt"/>
          </p:nvPr>
        </p:nvSpPr>
        <p:spPr>
          <a:xfrm>
            <a:off x="471488" y="8475136"/>
            <a:ext cx="1543050" cy="486833"/>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9" name="Google Shape;9;p1"/>
          <p:cNvSpPr txBox="1"/>
          <p:nvPr>
            <p:ph idx="11" type="ftr"/>
          </p:nvPr>
        </p:nvSpPr>
        <p:spPr>
          <a:xfrm>
            <a:off x="2271713" y="8475136"/>
            <a:ext cx="2314575" cy="486833"/>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9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0" name="Google Shape;10;p1"/>
          <p:cNvSpPr txBox="1"/>
          <p:nvPr>
            <p:ph idx="12" type="sldNum"/>
          </p:nvPr>
        </p:nvSpPr>
        <p:spPr>
          <a:xfrm>
            <a:off x="4843463" y="8475136"/>
            <a:ext cx="1543050" cy="486833"/>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900" u="none" cap="none" strike="noStrike">
                <a:solidFill>
                  <a:srgbClr val="757575"/>
                </a:solidFill>
                <a:latin typeface="Arial"/>
                <a:ea typeface="Arial"/>
                <a:cs typeface="Arial"/>
                <a:sym typeface="Arial"/>
              </a:defRPr>
            </a:lvl1pPr>
            <a:lvl2pPr indent="0" lvl="1" marL="0" marR="0" rtl="0" algn="r">
              <a:spcBef>
                <a:spcPts val="0"/>
              </a:spcBef>
              <a:buNone/>
              <a:defRPr b="0" i="0" sz="900" u="none" cap="none" strike="noStrike">
                <a:solidFill>
                  <a:srgbClr val="757575"/>
                </a:solidFill>
                <a:latin typeface="Arial"/>
                <a:ea typeface="Arial"/>
                <a:cs typeface="Arial"/>
                <a:sym typeface="Arial"/>
              </a:defRPr>
            </a:lvl2pPr>
            <a:lvl3pPr indent="0" lvl="2" marL="0" marR="0" rtl="0" algn="r">
              <a:spcBef>
                <a:spcPts val="0"/>
              </a:spcBef>
              <a:buNone/>
              <a:defRPr b="0" i="0" sz="900" u="none" cap="none" strike="noStrike">
                <a:solidFill>
                  <a:srgbClr val="757575"/>
                </a:solidFill>
                <a:latin typeface="Arial"/>
                <a:ea typeface="Arial"/>
                <a:cs typeface="Arial"/>
                <a:sym typeface="Arial"/>
              </a:defRPr>
            </a:lvl3pPr>
            <a:lvl4pPr indent="0" lvl="3" marL="0" marR="0" rtl="0" algn="r">
              <a:spcBef>
                <a:spcPts val="0"/>
              </a:spcBef>
              <a:buNone/>
              <a:defRPr b="0" i="0" sz="900" u="none" cap="none" strike="noStrike">
                <a:solidFill>
                  <a:srgbClr val="757575"/>
                </a:solidFill>
                <a:latin typeface="Arial"/>
                <a:ea typeface="Arial"/>
                <a:cs typeface="Arial"/>
                <a:sym typeface="Arial"/>
              </a:defRPr>
            </a:lvl4pPr>
            <a:lvl5pPr indent="0" lvl="4" marL="0" marR="0" rtl="0" algn="r">
              <a:spcBef>
                <a:spcPts val="0"/>
              </a:spcBef>
              <a:buNone/>
              <a:defRPr b="0" i="0" sz="900" u="none" cap="none" strike="noStrike">
                <a:solidFill>
                  <a:srgbClr val="757575"/>
                </a:solidFill>
                <a:latin typeface="Arial"/>
                <a:ea typeface="Arial"/>
                <a:cs typeface="Arial"/>
                <a:sym typeface="Arial"/>
              </a:defRPr>
            </a:lvl5pPr>
            <a:lvl6pPr indent="0" lvl="5" marL="0" marR="0" rtl="0" algn="r">
              <a:spcBef>
                <a:spcPts val="0"/>
              </a:spcBef>
              <a:buNone/>
              <a:defRPr b="0" i="0" sz="900" u="none" cap="none" strike="noStrike">
                <a:solidFill>
                  <a:srgbClr val="757575"/>
                </a:solidFill>
                <a:latin typeface="Arial"/>
                <a:ea typeface="Arial"/>
                <a:cs typeface="Arial"/>
                <a:sym typeface="Arial"/>
              </a:defRPr>
            </a:lvl6pPr>
            <a:lvl7pPr indent="0" lvl="6" marL="0" marR="0" rtl="0" algn="r">
              <a:spcBef>
                <a:spcPts val="0"/>
              </a:spcBef>
              <a:buNone/>
              <a:defRPr b="0" i="0" sz="900" u="none" cap="none" strike="noStrike">
                <a:solidFill>
                  <a:srgbClr val="757575"/>
                </a:solidFill>
                <a:latin typeface="Arial"/>
                <a:ea typeface="Arial"/>
                <a:cs typeface="Arial"/>
                <a:sym typeface="Arial"/>
              </a:defRPr>
            </a:lvl7pPr>
            <a:lvl8pPr indent="0" lvl="7" marL="0" marR="0" rtl="0" algn="r">
              <a:spcBef>
                <a:spcPts val="0"/>
              </a:spcBef>
              <a:buNone/>
              <a:defRPr b="0" i="0" sz="900" u="none" cap="none" strike="noStrike">
                <a:solidFill>
                  <a:srgbClr val="757575"/>
                </a:solidFill>
                <a:latin typeface="Arial"/>
                <a:ea typeface="Arial"/>
                <a:cs typeface="Arial"/>
                <a:sym typeface="Arial"/>
              </a:defRPr>
            </a:lvl8pPr>
            <a:lvl9pPr indent="0" lvl="8" marL="0" marR="0" rtl="0" algn="r">
              <a:spcBef>
                <a:spcPts val="0"/>
              </a:spcBef>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3"/>
          <p:cNvSpPr/>
          <p:nvPr/>
        </p:nvSpPr>
        <p:spPr>
          <a:xfrm>
            <a:off x="33951" y="45268"/>
            <a:ext cx="6790099" cy="9053465"/>
          </a:xfrm>
          <a:prstGeom prst="rect">
            <a:avLst/>
          </a:prstGeom>
          <a:gradFill>
            <a:gsLst>
              <a:gs pos="0">
                <a:srgbClr val="EE00B0"/>
              </a:gs>
              <a:gs pos="10000">
                <a:srgbClr val="EE00B0"/>
              </a:gs>
              <a:gs pos="50000">
                <a:srgbClr val="6200E8"/>
              </a:gs>
              <a:gs pos="90000">
                <a:srgbClr val="0095E5"/>
              </a:gs>
              <a:gs pos="100000">
                <a:srgbClr val="0095E5"/>
              </a:gs>
            </a:gsLst>
            <a:lin ang="1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85" name="Google Shape;85;p13"/>
          <p:cNvSpPr/>
          <p:nvPr/>
        </p:nvSpPr>
        <p:spPr>
          <a:xfrm>
            <a:off x="16975" y="0"/>
            <a:ext cx="6858000" cy="9144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grpSp>
        <p:nvGrpSpPr>
          <p:cNvPr id="86" name="Google Shape;86;p13"/>
          <p:cNvGrpSpPr/>
          <p:nvPr/>
        </p:nvGrpSpPr>
        <p:grpSpPr>
          <a:xfrm>
            <a:off x="0" y="0"/>
            <a:ext cx="6865269" cy="9144001"/>
            <a:chOff x="0" y="0"/>
            <a:chExt cx="6865269" cy="9144001"/>
          </a:xfrm>
        </p:grpSpPr>
        <p:sp>
          <p:nvSpPr>
            <p:cNvPr id="87" name="Google Shape;87;p13"/>
            <p:cNvSpPr/>
            <p:nvPr/>
          </p:nvSpPr>
          <p:spPr>
            <a:xfrm>
              <a:off x="0" y="0"/>
              <a:ext cx="6858000" cy="432000"/>
            </a:xfrm>
            <a:prstGeom prst="rect">
              <a:avLst/>
            </a:prstGeom>
            <a:solidFill>
              <a:srgbClr val="F2A982">
                <a:alpha val="10196"/>
              </a:srgbClr>
            </a:solidFill>
            <a:ln cap="flat" cmpd="sng" w="19050">
              <a:solidFill>
                <a:srgbClr val="7F340D"/>
              </a:solidFill>
              <a:prstDash val="dash"/>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88" name="Google Shape;88;p13"/>
            <p:cNvSpPr/>
            <p:nvPr/>
          </p:nvSpPr>
          <p:spPr>
            <a:xfrm>
              <a:off x="0" y="8712000"/>
              <a:ext cx="6858000" cy="432000"/>
            </a:xfrm>
            <a:prstGeom prst="rect">
              <a:avLst/>
            </a:prstGeom>
            <a:solidFill>
              <a:srgbClr val="F2A982">
                <a:alpha val="10196"/>
              </a:srgbClr>
            </a:solidFill>
            <a:ln cap="flat" cmpd="sng" w="19050">
              <a:solidFill>
                <a:srgbClr val="7F340D"/>
              </a:solidFill>
              <a:prstDash val="dash"/>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89" name="Google Shape;89;p13"/>
            <p:cNvSpPr/>
            <p:nvPr/>
          </p:nvSpPr>
          <p:spPr>
            <a:xfrm>
              <a:off x="0" y="1"/>
              <a:ext cx="540000" cy="9144000"/>
            </a:xfrm>
            <a:prstGeom prst="rect">
              <a:avLst/>
            </a:prstGeom>
            <a:solidFill>
              <a:srgbClr val="F2A982">
                <a:alpha val="10196"/>
              </a:srgbClr>
            </a:solidFill>
            <a:ln cap="flat" cmpd="sng" w="19050">
              <a:solidFill>
                <a:srgbClr val="7F340D"/>
              </a:solidFill>
              <a:prstDash val="dash"/>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90" name="Google Shape;90;p13"/>
            <p:cNvSpPr/>
            <p:nvPr/>
          </p:nvSpPr>
          <p:spPr>
            <a:xfrm>
              <a:off x="6325269" y="0"/>
              <a:ext cx="540000" cy="9144000"/>
            </a:xfrm>
            <a:prstGeom prst="rect">
              <a:avLst/>
            </a:prstGeom>
            <a:solidFill>
              <a:srgbClr val="F2A982">
                <a:alpha val="10196"/>
              </a:srgbClr>
            </a:solidFill>
            <a:ln cap="flat" cmpd="sng" w="19050">
              <a:solidFill>
                <a:srgbClr val="7F340D"/>
              </a:solidFill>
              <a:prstDash val="dash"/>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grpSp>
      <p:sp>
        <p:nvSpPr>
          <p:cNvPr id="91" name="Google Shape;91;p13"/>
          <p:cNvSpPr/>
          <p:nvPr/>
        </p:nvSpPr>
        <p:spPr>
          <a:xfrm>
            <a:off x="539999" y="431999"/>
            <a:ext cx="5785269" cy="54000"/>
          </a:xfrm>
          <a:prstGeom prst="rect">
            <a:avLst/>
          </a:prstGeom>
          <a:solidFill>
            <a:schemeClr val="accent1"/>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92" name="Google Shape;92;p13"/>
          <p:cNvSpPr/>
          <p:nvPr/>
        </p:nvSpPr>
        <p:spPr>
          <a:xfrm>
            <a:off x="554538" y="8661917"/>
            <a:ext cx="2592000" cy="54000"/>
          </a:xfrm>
          <a:prstGeom prst="rect">
            <a:avLst/>
          </a:prstGeom>
          <a:solidFill>
            <a:schemeClr val="accent1"/>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93" name="Google Shape;93;p13"/>
          <p:cNvSpPr/>
          <p:nvPr/>
        </p:nvSpPr>
        <p:spPr>
          <a:xfrm>
            <a:off x="3734844" y="8661917"/>
            <a:ext cx="2592000" cy="54000"/>
          </a:xfrm>
          <a:prstGeom prst="rect">
            <a:avLst/>
          </a:prstGeom>
          <a:solidFill>
            <a:schemeClr val="accent1"/>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94" name="Google Shape;94;p13"/>
          <p:cNvSpPr txBox="1"/>
          <p:nvPr/>
        </p:nvSpPr>
        <p:spPr>
          <a:xfrm>
            <a:off x="3163826" y="8511531"/>
            <a:ext cx="575734" cy="369332"/>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0" i="0" lang="en-US" sz="1800" u="none" cap="none" strike="noStrike">
                <a:solidFill>
                  <a:schemeClr val="dk1"/>
                </a:solidFill>
                <a:latin typeface="Arial"/>
                <a:ea typeface="Arial"/>
                <a:cs typeface="Arial"/>
                <a:sym typeface="Arial"/>
              </a:rPr>
              <a:t>1</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4"/>
          <p:cNvSpPr/>
          <p:nvPr/>
        </p:nvSpPr>
        <p:spPr>
          <a:xfrm>
            <a:off x="0" y="0"/>
            <a:ext cx="6858000" cy="9144000"/>
          </a:xfrm>
          <a:prstGeom prst="rect">
            <a:avLst/>
          </a:prstGeom>
          <a:gradFill>
            <a:gsLst>
              <a:gs pos="0">
                <a:srgbClr val="EE00B0"/>
              </a:gs>
              <a:gs pos="10000">
                <a:srgbClr val="EE00B0"/>
              </a:gs>
              <a:gs pos="50000">
                <a:srgbClr val="6200E8"/>
              </a:gs>
              <a:gs pos="90000">
                <a:srgbClr val="0095E5"/>
              </a:gs>
              <a:gs pos="100000">
                <a:srgbClr val="0095E5"/>
              </a:gs>
            </a:gsLst>
            <a:lin ang="1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00" name="Google Shape;100;p14"/>
          <p:cNvSpPr/>
          <p:nvPr/>
        </p:nvSpPr>
        <p:spPr>
          <a:xfrm>
            <a:off x="3632" y="0"/>
            <a:ext cx="6858000" cy="9144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grpSp>
        <p:nvGrpSpPr>
          <p:cNvPr id="101" name="Google Shape;101;p14"/>
          <p:cNvGrpSpPr/>
          <p:nvPr/>
        </p:nvGrpSpPr>
        <p:grpSpPr>
          <a:xfrm>
            <a:off x="0" y="0"/>
            <a:ext cx="6865269" cy="9144001"/>
            <a:chOff x="0" y="0"/>
            <a:chExt cx="6865269" cy="9144001"/>
          </a:xfrm>
        </p:grpSpPr>
        <p:sp>
          <p:nvSpPr>
            <p:cNvPr id="102" name="Google Shape;102;p14"/>
            <p:cNvSpPr/>
            <p:nvPr/>
          </p:nvSpPr>
          <p:spPr>
            <a:xfrm>
              <a:off x="0" y="0"/>
              <a:ext cx="6858000" cy="432000"/>
            </a:xfrm>
            <a:prstGeom prst="rect">
              <a:avLst/>
            </a:prstGeom>
            <a:solidFill>
              <a:srgbClr val="F2A982">
                <a:alpha val="10196"/>
              </a:srgbClr>
            </a:solidFill>
            <a:ln cap="flat" cmpd="sng" w="19050">
              <a:solidFill>
                <a:srgbClr val="7F340D"/>
              </a:solidFill>
              <a:prstDash val="dash"/>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03" name="Google Shape;103;p14"/>
            <p:cNvSpPr/>
            <p:nvPr/>
          </p:nvSpPr>
          <p:spPr>
            <a:xfrm>
              <a:off x="0" y="8712000"/>
              <a:ext cx="6858000" cy="432000"/>
            </a:xfrm>
            <a:prstGeom prst="rect">
              <a:avLst/>
            </a:prstGeom>
            <a:solidFill>
              <a:srgbClr val="F2A982">
                <a:alpha val="10196"/>
              </a:srgbClr>
            </a:solidFill>
            <a:ln cap="flat" cmpd="sng" w="19050">
              <a:solidFill>
                <a:srgbClr val="7F340D"/>
              </a:solidFill>
              <a:prstDash val="dash"/>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04" name="Google Shape;104;p14"/>
            <p:cNvSpPr/>
            <p:nvPr/>
          </p:nvSpPr>
          <p:spPr>
            <a:xfrm>
              <a:off x="0" y="1"/>
              <a:ext cx="540000" cy="9144000"/>
            </a:xfrm>
            <a:prstGeom prst="rect">
              <a:avLst/>
            </a:prstGeom>
            <a:solidFill>
              <a:srgbClr val="F2A982">
                <a:alpha val="10196"/>
              </a:srgbClr>
            </a:solidFill>
            <a:ln cap="flat" cmpd="sng" w="19050">
              <a:solidFill>
                <a:srgbClr val="7F340D"/>
              </a:solidFill>
              <a:prstDash val="dash"/>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05" name="Google Shape;105;p14"/>
            <p:cNvSpPr/>
            <p:nvPr/>
          </p:nvSpPr>
          <p:spPr>
            <a:xfrm>
              <a:off x="6325269" y="0"/>
              <a:ext cx="540000" cy="9144000"/>
            </a:xfrm>
            <a:prstGeom prst="rect">
              <a:avLst/>
            </a:prstGeom>
            <a:solidFill>
              <a:srgbClr val="F2A982">
                <a:alpha val="10196"/>
              </a:srgbClr>
            </a:solidFill>
            <a:ln cap="flat" cmpd="sng" w="19050">
              <a:solidFill>
                <a:srgbClr val="7F340D"/>
              </a:solidFill>
              <a:prstDash val="dash"/>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grpSp>
      <p:sp>
        <p:nvSpPr>
          <p:cNvPr id="106" name="Google Shape;106;p14"/>
          <p:cNvSpPr/>
          <p:nvPr/>
        </p:nvSpPr>
        <p:spPr>
          <a:xfrm>
            <a:off x="554538" y="8661917"/>
            <a:ext cx="2592000" cy="54000"/>
          </a:xfrm>
          <a:prstGeom prst="rect">
            <a:avLst/>
          </a:prstGeom>
          <a:solidFill>
            <a:schemeClr val="accent1"/>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07" name="Google Shape;107;p14"/>
          <p:cNvSpPr/>
          <p:nvPr/>
        </p:nvSpPr>
        <p:spPr>
          <a:xfrm>
            <a:off x="3734844" y="8661917"/>
            <a:ext cx="2592000" cy="54000"/>
          </a:xfrm>
          <a:prstGeom prst="rect">
            <a:avLst/>
          </a:prstGeom>
          <a:solidFill>
            <a:schemeClr val="accent1"/>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08" name="Google Shape;108;p14"/>
          <p:cNvSpPr txBox="1"/>
          <p:nvPr/>
        </p:nvSpPr>
        <p:spPr>
          <a:xfrm>
            <a:off x="3163826" y="8511531"/>
            <a:ext cx="575734" cy="369332"/>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0" i="0" lang="en-US" sz="1800" u="none" cap="none" strike="noStrike">
                <a:solidFill>
                  <a:schemeClr val="dk1"/>
                </a:solidFill>
                <a:latin typeface="Arial"/>
                <a:ea typeface="Arial"/>
                <a:cs typeface="Arial"/>
                <a:sym typeface="Arial"/>
              </a:rPr>
              <a:t>1</a:t>
            </a:r>
            <a:endParaRPr b="0" i="0" sz="1800" u="none" cap="none" strike="noStrike">
              <a:solidFill>
                <a:schemeClr val="dk1"/>
              </a:solidFill>
              <a:latin typeface="Arial"/>
              <a:ea typeface="Arial"/>
              <a:cs typeface="Arial"/>
              <a:sym typeface="Arial"/>
            </a:endParaRPr>
          </a:p>
        </p:txBody>
      </p:sp>
      <p:sp>
        <p:nvSpPr>
          <p:cNvPr id="109" name="Google Shape;109;p14"/>
          <p:cNvSpPr txBox="1"/>
          <p:nvPr/>
        </p:nvSpPr>
        <p:spPr>
          <a:xfrm>
            <a:off x="614227" y="840575"/>
            <a:ext cx="57054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chemeClr val="dk1"/>
                </a:solidFill>
                <a:latin typeface="Quattrocento Sans"/>
                <a:ea typeface="Quattrocento Sans"/>
                <a:cs typeface="Quattrocento Sans"/>
                <a:sym typeface="Quattrocento Sans"/>
              </a:rPr>
              <a:t>FlexChroma</a:t>
            </a:r>
            <a:r>
              <a:rPr b="1" i="0" lang="en-US" sz="3200" u="none" cap="none" strike="noStrike">
                <a:solidFill>
                  <a:schemeClr val="dk1"/>
                </a:solidFill>
                <a:latin typeface="IBM Plex Sans JP"/>
                <a:ea typeface="IBM Plex Sans JP"/>
                <a:cs typeface="IBM Plex Sans JP"/>
                <a:sym typeface="IBM Plex Sans JP"/>
              </a:rPr>
              <a:t> </a:t>
            </a:r>
            <a:r>
              <a:rPr b="1" i="0" lang="en-US" sz="2400" u="none" cap="none" strike="noStrike">
                <a:solidFill>
                  <a:schemeClr val="dk1"/>
                </a:solidFill>
                <a:latin typeface="IBM Plex Sans JP"/>
                <a:ea typeface="IBM Plex Sans JP"/>
                <a:cs typeface="IBM Plex Sans JP"/>
                <a:sym typeface="IBM Plex Sans JP"/>
              </a:rPr>
              <a:t>Blend</a:t>
            </a:r>
            <a:r>
              <a:rPr b="1" lang="en-US" sz="2400">
                <a:solidFill>
                  <a:schemeClr val="dk1"/>
                </a:solidFill>
                <a:latin typeface="IBM Plex Sans JP"/>
                <a:ea typeface="IBM Plex Sans JP"/>
                <a:cs typeface="IBM Plex Sans JP"/>
                <a:sym typeface="IBM Plex Sans JP"/>
              </a:rPr>
              <a:t> Filament Guide</a:t>
            </a:r>
            <a:endParaRPr b="1" sz="2400">
              <a:solidFill>
                <a:schemeClr val="dk1"/>
              </a:solidFill>
              <a:latin typeface="IBM Plex Sans JP"/>
              <a:ea typeface="IBM Plex Sans JP"/>
              <a:cs typeface="IBM Plex Sans JP"/>
              <a:sym typeface="IBM Plex Sans JP"/>
            </a:endParaRPr>
          </a:p>
        </p:txBody>
      </p:sp>
      <p:sp>
        <p:nvSpPr>
          <p:cNvPr id="110" name="Google Shape;110;p14"/>
          <p:cNvSpPr/>
          <p:nvPr/>
        </p:nvSpPr>
        <p:spPr>
          <a:xfrm>
            <a:off x="566175" y="3096197"/>
            <a:ext cx="204600" cy="204600"/>
          </a:xfrm>
          <a:prstGeom prst="ellipse">
            <a:avLst/>
          </a:prstGeom>
          <a:solidFill>
            <a:schemeClr val="accent1"/>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1" name="Google Shape;111;p14"/>
          <p:cNvSpPr txBox="1"/>
          <p:nvPr/>
        </p:nvSpPr>
        <p:spPr>
          <a:xfrm>
            <a:off x="770844" y="3001606"/>
            <a:ext cx="2055371"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IBM Plex Sans JP SemiBold"/>
                <a:ea typeface="IBM Plex Sans JP SemiBold"/>
                <a:cs typeface="IBM Plex Sans JP SemiBold"/>
                <a:sym typeface="IBM Plex Sans JP SemiBold"/>
              </a:rPr>
              <a:t>１．はじめに </a:t>
            </a:r>
            <a:endParaRPr b="1" sz="2000">
              <a:solidFill>
                <a:schemeClr val="dk1"/>
              </a:solidFill>
              <a:latin typeface="IBM Plex Sans JP SemiBold"/>
              <a:ea typeface="IBM Plex Sans JP SemiBold"/>
              <a:cs typeface="IBM Plex Sans JP SemiBold"/>
              <a:sym typeface="IBM Plex Sans JP SemiBold"/>
            </a:endParaRPr>
          </a:p>
        </p:txBody>
      </p:sp>
      <p:sp>
        <p:nvSpPr>
          <p:cNvPr id="112" name="Google Shape;112;p14"/>
          <p:cNvSpPr txBox="1"/>
          <p:nvPr/>
        </p:nvSpPr>
        <p:spPr>
          <a:xfrm>
            <a:off x="668508" y="3558071"/>
            <a:ext cx="5649600" cy="762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Quattrocento Sans"/>
                <a:ea typeface="Quattrocento Sans"/>
                <a:cs typeface="Quattrocento Sans"/>
                <a:sym typeface="Quattrocento Sans"/>
              </a:rPr>
              <a:t>ブランド概要 </a:t>
            </a:r>
            <a:endParaRPr b="1" sz="1200">
              <a:solidFill>
                <a:schemeClr val="dk1"/>
              </a:solidFill>
              <a:latin typeface="Quattrocento Sans"/>
              <a:ea typeface="Quattrocento Sans"/>
              <a:cs typeface="Quattrocento Sans"/>
              <a:sym typeface="Quattrocento Sans"/>
            </a:endParaRPr>
          </a:p>
          <a:p>
            <a:pPr indent="0" lvl="0" marL="0" marR="0" rtl="0" algn="l">
              <a:spcBef>
                <a:spcPts val="0"/>
              </a:spcBef>
              <a:spcAft>
                <a:spcPts val="0"/>
              </a:spcAft>
              <a:buNone/>
            </a:pPr>
            <a:r>
              <a:rPr lang="en-US" sz="1050">
                <a:solidFill>
                  <a:schemeClr val="dk1"/>
                </a:solidFill>
                <a:latin typeface="Quattrocento Sans"/>
                <a:ea typeface="Quattrocento Sans"/>
                <a:cs typeface="Quattrocento Sans"/>
                <a:sym typeface="Quattrocento Sans"/>
              </a:rPr>
              <a:t>FlexChromaは既存のフィラメントの持つ色では満足できない人だけでなく、保有フィラメントが少ないせいで創造性を十分に 発揮できていない人に向けた、色の自由度を開放するブランドです。 </a:t>
            </a:r>
            <a:endParaRPr b="1" sz="1050">
              <a:solidFill>
                <a:schemeClr val="dk1"/>
              </a:solidFill>
              <a:latin typeface="IBM Plex Sans JP"/>
              <a:ea typeface="IBM Plex Sans JP"/>
              <a:cs typeface="IBM Plex Sans JP"/>
              <a:sym typeface="IBM Plex Sans JP"/>
            </a:endParaRPr>
          </a:p>
        </p:txBody>
      </p:sp>
      <p:grpSp>
        <p:nvGrpSpPr>
          <p:cNvPr id="113" name="Google Shape;113;p14"/>
          <p:cNvGrpSpPr/>
          <p:nvPr/>
        </p:nvGrpSpPr>
        <p:grpSpPr>
          <a:xfrm>
            <a:off x="730772" y="441444"/>
            <a:ext cx="5419984" cy="400120"/>
            <a:chOff x="1042026" y="430737"/>
            <a:chExt cx="4781214" cy="377792"/>
          </a:xfrm>
        </p:grpSpPr>
        <p:sp>
          <p:nvSpPr>
            <p:cNvPr id="114" name="Google Shape;114;p14"/>
            <p:cNvSpPr/>
            <p:nvPr/>
          </p:nvSpPr>
          <p:spPr>
            <a:xfrm>
              <a:off x="1042026" y="430737"/>
              <a:ext cx="4781214" cy="377792"/>
            </a:xfrm>
            <a:prstGeom prst="round2SameRect">
              <a:avLst>
                <a:gd fmla="val 50000" name="adj1"/>
                <a:gd fmla="val 0" name="adj2"/>
              </a:avLst>
            </a:prstGeom>
            <a:solidFill>
              <a:schemeClr val="accent1"/>
            </a:solidFill>
            <a:ln cap="flat" cmpd="sng" w="20175">
              <a:solidFill>
                <a:srgbClr val="082836"/>
              </a:solidFill>
              <a:prstDash val="solid"/>
              <a:miter lim="8000"/>
              <a:headEnd len="sm" w="sm" type="none"/>
              <a:tailEnd len="sm" w="sm" type="none"/>
            </a:ln>
          </p:spPr>
          <p:txBody>
            <a:bodyPr anchorCtr="0" anchor="ctr" bIns="48400" lIns="96825" spcFirstLastPara="1" rIns="96825" wrap="square" tIns="48400">
              <a:noAutofit/>
            </a:bodyPr>
            <a:lstStyle/>
            <a:p>
              <a:pPr indent="0" lvl="0" marL="0" marR="0" rtl="0" algn="ctr">
                <a:spcBef>
                  <a:spcPts val="0"/>
                </a:spcBef>
                <a:spcAft>
                  <a:spcPts val="0"/>
                </a:spcAft>
                <a:buNone/>
              </a:pPr>
              <a:r>
                <a:t/>
              </a:r>
              <a:endParaRPr sz="1906">
                <a:solidFill>
                  <a:schemeClr val="lt1"/>
                </a:solidFill>
                <a:latin typeface="Arial"/>
                <a:ea typeface="Arial"/>
                <a:cs typeface="Arial"/>
                <a:sym typeface="Arial"/>
              </a:endParaRPr>
            </a:p>
          </p:txBody>
        </p:sp>
        <p:sp>
          <p:nvSpPr>
            <p:cNvPr id="115" name="Google Shape;115;p14"/>
            <p:cNvSpPr/>
            <p:nvPr/>
          </p:nvSpPr>
          <p:spPr>
            <a:xfrm>
              <a:off x="1042026" y="697920"/>
              <a:ext cx="4781214" cy="110609"/>
            </a:xfrm>
            <a:prstGeom prst="round2SameRect">
              <a:avLst>
                <a:gd fmla="val 50000" name="adj1"/>
                <a:gd fmla="val 0" name="adj2"/>
              </a:avLst>
            </a:prstGeom>
            <a:solidFill>
              <a:schemeClr val="accent1"/>
            </a:solidFill>
            <a:ln cap="flat" cmpd="sng" w="20175">
              <a:solidFill>
                <a:srgbClr val="082836"/>
              </a:solidFill>
              <a:prstDash val="solid"/>
              <a:miter lim="8000"/>
              <a:headEnd len="sm" w="sm" type="none"/>
              <a:tailEnd len="sm" w="sm" type="none"/>
            </a:ln>
          </p:spPr>
          <p:txBody>
            <a:bodyPr anchorCtr="0" anchor="ctr" bIns="48400" lIns="96825" spcFirstLastPara="1" rIns="96825" wrap="square" tIns="48400">
              <a:noAutofit/>
            </a:bodyPr>
            <a:lstStyle/>
            <a:p>
              <a:pPr indent="0" lvl="0" marL="0" marR="0" rtl="0" algn="ctr">
                <a:spcBef>
                  <a:spcPts val="0"/>
                </a:spcBef>
                <a:spcAft>
                  <a:spcPts val="0"/>
                </a:spcAft>
                <a:buNone/>
              </a:pPr>
              <a:r>
                <a:t/>
              </a:r>
              <a:endParaRPr sz="1906">
                <a:solidFill>
                  <a:schemeClr val="lt1"/>
                </a:solidFill>
                <a:latin typeface="Arial"/>
                <a:ea typeface="Arial"/>
                <a:cs typeface="Arial"/>
                <a:sym typeface="Arial"/>
              </a:endParaRPr>
            </a:p>
          </p:txBody>
        </p:sp>
      </p:grpSp>
      <p:grpSp>
        <p:nvGrpSpPr>
          <p:cNvPr id="116" name="Google Shape;116;p14"/>
          <p:cNvGrpSpPr/>
          <p:nvPr/>
        </p:nvGrpSpPr>
        <p:grpSpPr>
          <a:xfrm rot="10800000">
            <a:off x="713470" y="2224664"/>
            <a:ext cx="5419984" cy="377792"/>
            <a:chOff x="1042026" y="430737"/>
            <a:chExt cx="4781214" cy="377792"/>
          </a:xfrm>
        </p:grpSpPr>
        <p:sp>
          <p:nvSpPr>
            <p:cNvPr id="117" name="Google Shape;117;p14"/>
            <p:cNvSpPr/>
            <p:nvPr/>
          </p:nvSpPr>
          <p:spPr>
            <a:xfrm>
              <a:off x="1042026" y="430737"/>
              <a:ext cx="4781214" cy="377792"/>
            </a:xfrm>
            <a:prstGeom prst="round2SameRect">
              <a:avLst>
                <a:gd fmla="val 50000" name="adj1"/>
                <a:gd fmla="val 0" name="adj2"/>
              </a:avLst>
            </a:prstGeom>
            <a:solidFill>
              <a:schemeClr val="accent1"/>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8" name="Google Shape;118;p14"/>
            <p:cNvSpPr/>
            <p:nvPr/>
          </p:nvSpPr>
          <p:spPr>
            <a:xfrm>
              <a:off x="1042026" y="697920"/>
              <a:ext cx="4781214" cy="110609"/>
            </a:xfrm>
            <a:prstGeom prst="round2SameRect">
              <a:avLst>
                <a:gd fmla="val 50000" name="adj1"/>
                <a:gd fmla="val 0" name="adj2"/>
              </a:avLst>
            </a:prstGeom>
            <a:solidFill>
              <a:schemeClr val="accent1"/>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sp>
        <p:nvSpPr>
          <p:cNvPr id="119" name="Google Shape;119;p14"/>
          <p:cNvSpPr txBox="1"/>
          <p:nvPr/>
        </p:nvSpPr>
        <p:spPr>
          <a:xfrm>
            <a:off x="1515655" y="1444411"/>
            <a:ext cx="3826689"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IBM Plex Sans JP"/>
                <a:ea typeface="IBM Plex Sans JP"/>
                <a:cs typeface="IBM Plex Sans JP"/>
                <a:sym typeface="IBM Plex Sans JP"/>
              </a:rPr>
              <a:t>-  Print Any Colors You Imagine.</a:t>
            </a:r>
            <a:r>
              <a:rPr lang="en-US" sz="1600">
                <a:solidFill>
                  <a:schemeClr val="dk1"/>
                </a:solidFill>
                <a:latin typeface="IBM Plex Sans JP"/>
                <a:ea typeface="IBM Plex Sans JP"/>
                <a:cs typeface="IBM Plex Sans JP"/>
                <a:sym typeface="IBM Plex Sans JP"/>
              </a:rPr>
              <a:t> -</a:t>
            </a:r>
            <a:endParaRPr sz="1600">
              <a:solidFill>
                <a:schemeClr val="dk1"/>
              </a:solidFill>
              <a:latin typeface="IBM Plex Sans JP"/>
              <a:ea typeface="IBM Plex Sans JP"/>
              <a:cs typeface="IBM Plex Sans JP"/>
              <a:sym typeface="IBM Plex Sans JP"/>
            </a:endParaRPr>
          </a:p>
        </p:txBody>
      </p:sp>
      <p:sp>
        <p:nvSpPr>
          <p:cNvPr id="120" name="Google Shape;120;p14"/>
          <p:cNvSpPr txBox="1"/>
          <p:nvPr/>
        </p:nvSpPr>
        <p:spPr>
          <a:xfrm>
            <a:off x="2428662" y="1849925"/>
            <a:ext cx="19896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IBM Plex Sans JP"/>
                <a:ea typeface="IBM Plex Sans JP"/>
                <a:cs typeface="IBM Plex Sans JP"/>
                <a:sym typeface="IBM Plex Sans JP"/>
              </a:rPr>
              <a:t>Ver.1.1</a:t>
            </a:r>
            <a:r>
              <a:rPr lang="en-US">
                <a:solidFill>
                  <a:schemeClr val="dk1"/>
                </a:solidFill>
                <a:latin typeface="IBM Plex Sans JP"/>
                <a:ea typeface="IBM Plex Sans JP"/>
                <a:cs typeface="IBM Plex Sans JP"/>
                <a:sym typeface="IBM Plex Sans JP"/>
              </a:rPr>
              <a:t>0</a:t>
            </a:r>
            <a:r>
              <a:rPr lang="en-US" sz="1400">
                <a:solidFill>
                  <a:schemeClr val="dk1"/>
                </a:solidFill>
                <a:latin typeface="IBM Plex Sans JP"/>
                <a:ea typeface="IBM Plex Sans JP"/>
                <a:cs typeface="IBM Plex Sans JP"/>
                <a:sym typeface="IBM Plex Sans JP"/>
              </a:rPr>
              <a:t>  2026.8.</a:t>
            </a:r>
            <a:r>
              <a:rPr lang="en-US">
                <a:solidFill>
                  <a:schemeClr val="dk1"/>
                </a:solidFill>
                <a:latin typeface="IBM Plex Sans JP"/>
                <a:ea typeface="IBM Plex Sans JP"/>
                <a:cs typeface="IBM Plex Sans JP"/>
                <a:sym typeface="IBM Plex Sans JP"/>
              </a:rPr>
              <a:t>14</a:t>
            </a:r>
            <a:endParaRPr sz="1400">
              <a:solidFill>
                <a:schemeClr val="dk1"/>
              </a:solidFill>
              <a:latin typeface="IBM Plex Sans JP"/>
              <a:ea typeface="IBM Plex Sans JP"/>
              <a:cs typeface="IBM Plex Sans JP"/>
              <a:sym typeface="IBM Plex Sans JP"/>
            </a:endParaRPr>
          </a:p>
        </p:txBody>
      </p:sp>
      <p:sp>
        <p:nvSpPr>
          <p:cNvPr id="121" name="Google Shape;121;p14"/>
          <p:cNvSpPr txBox="1"/>
          <p:nvPr/>
        </p:nvSpPr>
        <p:spPr>
          <a:xfrm>
            <a:off x="668508" y="4409521"/>
            <a:ext cx="5649600" cy="923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Quattrocento Sans"/>
                <a:ea typeface="Quattrocento Sans"/>
                <a:cs typeface="Quattrocento Sans"/>
                <a:sym typeface="Quattrocento Sans"/>
              </a:rPr>
              <a:t>シリーズ概要</a:t>
            </a:r>
            <a:endParaRPr b="1" sz="1200">
              <a:solidFill>
                <a:schemeClr val="dk1"/>
              </a:solidFill>
              <a:latin typeface="Quattrocento Sans"/>
              <a:ea typeface="Quattrocento Sans"/>
              <a:cs typeface="Quattrocento Sans"/>
              <a:sym typeface="Quattrocento Sans"/>
            </a:endParaRPr>
          </a:p>
          <a:p>
            <a:pPr indent="0" lvl="0" marL="0" marR="0" rtl="0" algn="l">
              <a:spcBef>
                <a:spcPts val="0"/>
              </a:spcBef>
              <a:spcAft>
                <a:spcPts val="0"/>
              </a:spcAft>
              <a:buNone/>
            </a:pPr>
            <a:r>
              <a:rPr lang="en-US" sz="1050">
                <a:solidFill>
                  <a:schemeClr val="dk1"/>
                </a:solidFill>
                <a:latin typeface="Quattrocento Sans"/>
                <a:ea typeface="Quattrocento Sans"/>
                <a:cs typeface="Quattrocento Sans"/>
                <a:sym typeface="Quattrocento Sans"/>
              </a:rPr>
              <a:t> Blend FilamentシリーズはFlexChromaの最も基礎的なシリーズです。2つのフィラメントを様々な混合比で混ぜ合わせ、あ なただけの新しい色を作ることが出来ます。 </a:t>
            </a:r>
            <a:endParaRPr sz="1050">
              <a:solidFill>
                <a:schemeClr val="dk1"/>
              </a:solidFill>
              <a:latin typeface="Quattrocento Sans"/>
              <a:ea typeface="Quattrocento Sans"/>
              <a:cs typeface="Quattrocento Sans"/>
              <a:sym typeface="Quattrocento Sans"/>
            </a:endParaRPr>
          </a:p>
          <a:p>
            <a:pPr indent="0" lvl="0" marL="0" marR="0" rtl="0" algn="l">
              <a:spcBef>
                <a:spcPts val="0"/>
              </a:spcBef>
              <a:spcAft>
                <a:spcPts val="0"/>
              </a:spcAft>
              <a:buNone/>
            </a:pPr>
            <a:r>
              <a:rPr lang="en-US" sz="1050">
                <a:solidFill>
                  <a:schemeClr val="dk1"/>
                </a:solidFill>
                <a:latin typeface="Quattrocento Sans"/>
                <a:ea typeface="Quattrocento Sans"/>
                <a:cs typeface="Quattrocento Sans"/>
                <a:sym typeface="Quattrocento Sans"/>
              </a:rPr>
              <a:t>また、更なるこだわりや明暗差の大きい色の混合のためにDetailモデルも用意してしており、Standardモデルでは扱いきれな い細かい調整を行えます。 </a:t>
            </a:r>
            <a:endParaRPr sz="1050">
              <a:solidFill>
                <a:schemeClr val="dk1"/>
              </a:solidFill>
              <a:latin typeface="IBM Plex Sans JP"/>
              <a:ea typeface="IBM Plex Sans JP"/>
              <a:cs typeface="IBM Plex Sans JP"/>
              <a:sym typeface="IBM Plex Sans JP"/>
            </a:endParaRPr>
          </a:p>
        </p:txBody>
      </p:sp>
      <p:sp>
        <p:nvSpPr>
          <p:cNvPr id="122" name="Google Shape;122;p14"/>
          <p:cNvSpPr/>
          <p:nvPr/>
        </p:nvSpPr>
        <p:spPr>
          <a:xfrm>
            <a:off x="554550" y="5730472"/>
            <a:ext cx="204600" cy="204600"/>
          </a:xfrm>
          <a:prstGeom prst="ellipse">
            <a:avLst/>
          </a:prstGeom>
          <a:solidFill>
            <a:schemeClr val="accent1"/>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3" name="Google Shape;123;p14"/>
          <p:cNvSpPr txBox="1"/>
          <p:nvPr/>
        </p:nvSpPr>
        <p:spPr>
          <a:xfrm>
            <a:off x="759219" y="5635881"/>
            <a:ext cx="20553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IBM Plex Sans JP SemiBold"/>
                <a:ea typeface="IBM Plex Sans JP SemiBold"/>
                <a:cs typeface="IBM Plex Sans JP SemiBold"/>
                <a:sym typeface="IBM Plex Sans JP SemiBold"/>
              </a:rPr>
              <a:t>２．モデル構成 </a:t>
            </a:r>
            <a:r>
              <a:rPr lang="en-US" sz="2000">
                <a:solidFill>
                  <a:schemeClr val="dk1"/>
                </a:solidFill>
                <a:latin typeface="IBM Plex Sans JP SemiBold"/>
                <a:ea typeface="IBM Plex Sans JP SemiBold"/>
                <a:cs typeface="IBM Plex Sans JP SemiBold"/>
                <a:sym typeface="IBM Plex Sans JP SemiBold"/>
              </a:rPr>
              <a:t> </a:t>
            </a:r>
            <a:endParaRPr b="1" sz="2000">
              <a:solidFill>
                <a:schemeClr val="dk1"/>
              </a:solidFill>
              <a:latin typeface="IBM Plex Sans JP SemiBold"/>
              <a:ea typeface="IBM Plex Sans JP SemiBold"/>
              <a:cs typeface="IBM Plex Sans JP SemiBold"/>
              <a:sym typeface="IBM Plex Sans JP SemiBold"/>
            </a:endParaRPr>
          </a:p>
        </p:txBody>
      </p:sp>
      <p:sp>
        <p:nvSpPr>
          <p:cNvPr id="124" name="Google Shape;124;p14"/>
          <p:cNvSpPr txBox="1"/>
          <p:nvPr/>
        </p:nvSpPr>
        <p:spPr>
          <a:xfrm>
            <a:off x="770856" y="6607625"/>
            <a:ext cx="15366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Quattrocento Sans"/>
                <a:ea typeface="Quattrocento Sans"/>
                <a:cs typeface="Quattrocento Sans"/>
                <a:sym typeface="Quattrocento Sans"/>
              </a:rPr>
              <a:t>混色比 </a:t>
            </a:r>
            <a:endParaRPr b="1" sz="1200">
              <a:solidFill>
                <a:schemeClr val="dk1"/>
              </a:solidFill>
              <a:latin typeface="Quattrocento Sans"/>
              <a:ea typeface="Quattrocento Sans"/>
              <a:cs typeface="Quattrocento Sans"/>
              <a:sym typeface="Quattrocento Sans"/>
            </a:endParaRPr>
          </a:p>
        </p:txBody>
      </p:sp>
      <p:sp>
        <p:nvSpPr>
          <p:cNvPr id="125" name="Google Shape;125;p14"/>
          <p:cNvSpPr/>
          <p:nvPr/>
        </p:nvSpPr>
        <p:spPr>
          <a:xfrm>
            <a:off x="607651" y="4480638"/>
            <a:ext cx="124500" cy="129900"/>
          </a:xfrm>
          <a:prstGeom prst="ellipse">
            <a:avLst/>
          </a:prstGeom>
          <a:solidFill>
            <a:schemeClr val="accent1"/>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26" name="Google Shape;126;p14"/>
          <p:cNvSpPr/>
          <p:nvPr/>
        </p:nvSpPr>
        <p:spPr>
          <a:xfrm>
            <a:off x="607651" y="3634626"/>
            <a:ext cx="124500" cy="129900"/>
          </a:xfrm>
          <a:prstGeom prst="ellipse">
            <a:avLst/>
          </a:prstGeom>
          <a:solidFill>
            <a:schemeClr val="accent1"/>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27" name="Google Shape;127;p14"/>
          <p:cNvSpPr txBox="1"/>
          <p:nvPr/>
        </p:nvSpPr>
        <p:spPr>
          <a:xfrm>
            <a:off x="668508" y="6063596"/>
            <a:ext cx="5649600" cy="415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50">
                <a:solidFill>
                  <a:schemeClr val="dk1"/>
                </a:solidFill>
                <a:latin typeface="Quattrocento Sans"/>
                <a:ea typeface="Quattrocento Sans"/>
                <a:cs typeface="Quattrocento Sans"/>
                <a:sym typeface="Quattrocento Sans"/>
              </a:rPr>
              <a:t>本シリーズはサイズごとにモデルを分けており、各サイズはStandardモデルの他にDetailモデルを別途用意しています。 </a:t>
            </a:r>
            <a:endParaRPr sz="1050">
              <a:solidFill>
                <a:schemeClr val="dk1"/>
              </a:solidFill>
              <a:latin typeface="Quattrocento Sans"/>
              <a:ea typeface="Quattrocento Sans"/>
              <a:cs typeface="Quattrocento Sans"/>
              <a:sym typeface="Quattrocento Sans"/>
            </a:endParaRPr>
          </a:p>
        </p:txBody>
      </p:sp>
      <p:sp>
        <p:nvSpPr>
          <p:cNvPr id="128" name="Google Shape;128;p14"/>
          <p:cNvSpPr txBox="1"/>
          <p:nvPr/>
        </p:nvSpPr>
        <p:spPr>
          <a:xfrm>
            <a:off x="659598" y="6878554"/>
            <a:ext cx="5705400" cy="1600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chemeClr val="dk1"/>
                </a:solidFill>
                <a:latin typeface="Quattrocento Sans"/>
                <a:ea typeface="Quattrocento Sans"/>
                <a:cs typeface="Quattrocento Sans"/>
                <a:sym typeface="Quattrocento Sans"/>
              </a:rPr>
              <a:t>混色比は主に2つのモデルで決められます。</a:t>
            </a:r>
            <a:endParaRPr sz="1000">
              <a:solidFill>
                <a:schemeClr val="dk1"/>
              </a:solidFill>
              <a:latin typeface="Quattrocento Sans"/>
              <a:ea typeface="Quattrocento Sans"/>
              <a:cs typeface="Quattrocento Sans"/>
              <a:sym typeface="Quattrocento Sans"/>
            </a:endParaRPr>
          </a:p>
          <a:p>
            <a:pPr indent="0" lvl="0" marL="0" marR="0" rtl="0" algn="l">
              <a:spcBef>
                <a:spcPts val="0"/>
              </a:spcBef>
              <a:spcAft>
                <a:spcPts val="0"/>
              </a:spcAft>
              <a:buNone/>
            </a:pPr>
            <a:r>
              <a:rPr lang="en-US" sz="1000">
                <a:solidFill>
                  <a:schemeClr val="dk1"/>
                </a:solidFill>
                <a:latin typeface="Quattrocento Sans"/>
                <a:ea typeface="Quattrocento Sans"/>
                <a:cs typeface="Quattrocento Sans"/>
                <a:sym typeface="Quattrocento Sans"/>
              </a:rPr>
              <a:t> ・Standard モデル：50～95％まで5％刻み。10モデル </a:t>
            </a:r>
            <a:endParaRPr sz="1000">
              <a:solidFill>
                <a:schemeClr val="dk1"/>
              </a:solidFill>
              <a:latin typeface="Quattrocento Sans"/>
              <a:ea typeface="Quattrocento Sans"/>
              <a:cs typeface="Quattrocento Sans"/>
              <a:sym typeface="Quattrocento Sans"/>
            </a:endParaRPr>
          </a:p>
          <a:p>
            <a:pPr indent="0" lvl="0" marL="0" marR="0" rtl="0" algn="l">
              <a:spcBef>
                <a:spcPts val="0"/>
              </a:spcBef>
              <a:spcAft>
                <a:spcPts val="0"/>
              </a:spcAft>
              <a:buNone/>
            </a:pPr>
            <a:r>
              <a:rPr lang="en-US" sz="1000">
                <a:solidFill>
                  <a:schemeClr val="dk1"/>
                </a:solidFill>
                <a:latin typeface="Quattrocento Sans"/>
                <a:ea typeface="Quattrocento Sans"/>
                <a:cs typeface="Quattrocento Sans"/>
                <a:sym typeface="Quattrocento Sans"/>
              </a:rPr>
              <a:t>・Detail モデル：90%, 92.5%, 95%, 96%, 97%, 98%, 98.5%, 99%, 99.5%の 9 モデル</a:t>
            </a:r>
            <a:endParaRPr sz="1000">
              <a:solidFill>
                <a:schemeClr val="dk1"/>
              </a:solidFill>
              <a:latin typeface="Quattrocento Sans"/>
              <a:ea typeface="Quattrocento Sans"/>
              <a:cs typeface="Quattrocento Sans"/>
              <a:sym typeface="Quattrocento Sans"/>
            </a:endParaRPr>
          </a:p>
          <a:p>
            <a:pPr indent="0" lvl="0" marL="0" marR="0" rtl="0" algn="l">
              <a:spcBef>
                <a:spcPts val="0"/>
              </a:spcBef>
              <a:spcAft>
                <a:spcPts val="0"/>
              </a:spcAft>
              <a:buNone/>
            </a:pPr>
            <a:r>
              <a:rPr lang="en-US" sz="1000">
                <a:solidFill>
                  <a:schemeClr val="dk1"/>
                </a:solidFill>
                <a:latin typeface="Quattrocento Sans"/>
                <a:ea typeface="Quattrocento Sans"/>
                <a:cs typeface="Quattrocento Sans"/>
                <a:sym typeface="Quattrocento Sans"/>
              </a:rPr>
              <a:t> ※90%, 95％のデータは同一のものとなります。 </a:t>
            </a:r>
            <a:endParaRPr sz="1000">
              <a:solidFill>
                <a:schemeClr val="dk1"/>
              </a:solidFill>
              <a:latin typeface="Quattrocento Sans"/>
              <a:ea typeface="Quattrocento Sans"/>
              <a:cs typeface="Quattrocento Sans"/>
              <a:sym typeface="Quattrocento Sans"/>
            </a:endParaRPr>
          </a:p>
          <a:p>
            <a:pPr indent="0" lvl="0" marL="0" marR="0" rtl="0" algn="l">
              <a:spcBef>
                <a:spcPts val="0"/>
              </a:spcBef>
              <a:spcAft>
                <a:spcPts val="0"/>
              </a:spcAft>
              <a:buNone/>
            </a:pPr>
            <a:r>
              <a:t/>
            </a:r>
            <a:endParaRPr sz="1000">
              <a:solidFill>
                <a:schemeClr val="dk1"/>
              </a:solidFill>
              <a:latin typeface="Quattrocento Sans"/>
              <a:ea typeface="Quattrocento Sans"/>
              <a:cs typeface="Quattrocento Sans"/>
              <a:sym typeface="Quattrocento Sans"/>
            </a:endParaRPr>
          </a:p>
          <a:p>
            <a:pPr indent="0" lvl="0" marL="0" marR="0" rtl="0" algn="l">
              <a:spcBef>
                <a:spcPts val="0"/>
              </a:spcBef>
              <a:spcAft>
                <a:spcPts val="0"/>
              </a:spcAft>
              <a:buNone/>
            </a:pPr>
            <a:r>
              <a:rPr lang="en-US" sz="1000">
                <a:solidFill>
                  <a:schemeClr val="dk1"/>
                </a:solidFill>
                <a:latin typeface="Quattrocento Sans"/>
                <a:ea typeface="Quattrocento Sans"/>
                <a:cs typeface="Quattrocento Sans"/>
                <a:sym typeface="Quattrocento Sans"/>
              </a:rPr>
              <a:t>混色比は同一の2色を考慮すると17種類ですが、5０％のデータを除きフィラメントA/Bを入れ替えることで別の混合比を 取ることが出来ます。 </a:t>
            </a:r>
            <a:endParaRPr sz="1000">
              <a:solidFill>
                <a:schemeClr val="dk1"/>
              </a:solidFill>
              <a:latin typeface="Quattrocento Sans"/>
              <a:ea typeface="Quattrocento Sans"/>
              <a:cs typeface="Quattrocento Sans"/>
              <a:sym typeface="Quattrocento Sans"/>
            </a:endParaRPr>
          </a:p>
          <a:p>
            <a:pPr indent="0" lvl="0" marL="0" marR="0" rtl="0" algn="l">
              <a:spcBef>
                <a:spcPts val="0"/>
              </a:spcBef>
              <a:spcAft>
                <a:spcPts val="0"/>
              </a:spcAft>
              <a:buNone/>
            </a:pPr>
            <a:r>
              <a:rPr lang="en-US" sz="900">
                <a:solidFill>
                  <a:schemeClr val="dk1"/>
                </a:solidFill>
                <a:latin typeface="Quattrocento Sans"/>
                <a:ea typeface="Quattrocento Sans"/>
                <a:cs typeface="Quattrocento Sans"/>
                <a:sym typeface="Quattrocento Sans"/>
              </a:rPr>
              <a:t>例：75％モデルを使うと[A：B＝75:25]、入れ替えると[A：B＝25:75]となり、25%モデル相当となります。</a:t>
            </a:r>
            <a:endParaRPr sz="900">
              <a:solidFill>
                <a:schemeClr val="dk1"/>
              </a:solidFill>
              <a:latin typeface="Quattrocento Sans"/>
              <a:ea typeface="Quattrocento Sans"/>
              <a:cs typeface="Quattrocento Sans"/>
              <a:sym typeface="Quattrocento Sans"/>
            </a:endParaRPr>
          </a:p>
          <a:p>
            <a:pPr indent="0" lvl="0" marL="0" marR="0" rtl="0" algn="l">
              <a:spcBef>
                <a:spcPts val="0"/>
              </a:spcBef>
              <a:spcAft>
                <a:spcPts val="0"/>
              </a:spcAft>
              <a:buNone/>
            </a:pPr>
            <a:r>
              <a:t/>
            </a:r>
            <a:endParaRPr sz="900">
              <a:solidFill>
                <a:schemeClr val="dk1"/>
              </a:solidFill>
              <a:latin typeface="Quattrocento Sans"/>
              <a:ea typeface="Quattrocento Sans"/>
              <a:cs typeface="Quattrocento Sans"/>
              <a:sym typeface="Quattrocento Sans"/>
            </a:endParaRPr>
          </a:p>
          <a:p>
            <a:pPr indent="0" lvl="0" marL="0" marR="0" rtl="0" algn="l">
              <a:spcBef>
                <a:spcPts val="0"/>
              </a:spcBef>
              <a:spcAft>
                <a:spcPts val="0"/>
              </a:spcAft>
              <a:buNone/>
            </a:pPr>
            <a:r>
              <a:rPr lang="en-US" sz="1000">
                <a:solidFill>
                  <a:schemeClr val="dk1"/>
                </a:solidFill>
                <a:latin typeface="Quattrocento Sans"/>
                <a:ea typeface="Quattrocento Sans"/>
                <a:cs typeface="Quattrocento Sans"/>
                <a:sym typeface="Quattrocento Sans"/>
              </a:rPr>
              <a:t>Standard モデルは容量を少なくまとめるためStandard1, Standard2と分けられることがあります。 </a:t>
            </a:r>
            <a:endParaRPr sz="1000">
              <a:solidFill>
                <a:schemeClr val="dk1"/>
              </a:solidFill>
              <a:latin typeface="Quattrocento Sans"/>
              <a:ea typeface="Quattrocento Sans"/>
              <a:cs typeface="Quattrocento Sans"/>
              <a:sym typeface="Quattrocento Sans"/>
            </a:endParaRPr>
          </a:p>
        </p:txBody>
      </p:sp>
      <p:sp>
        <p:nvSpPr>
          <p:cNvPr id="129" name="Google Shape;129;p14"/>
          <p:cNvSpPr/>
          <p:nvPr/>
        </p:nvSpPr>
        <p:spPr>
          <a:xfrm>
            <a:off x="713476" y="6681113"/>
            <a:ext cx="124500" cy="129900"/>
          </a:xfrm>
          <a:prstGeom prst="ellipse">
            <a:avLst/>
          </a:prstGeom>
          <a:solidFill>
            <a:schemeClr val="accent1"/>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5"/>
          <p:cNvSpPr/>
          <p:nvPr/>
        </p:nvSpPr>
        <p:spPr>
          <a:xfrm>
            <a:off x="0" y="0"/>
            <a:ext cx="6858000" cy="9144000"/>
          </a:xfrm>
          <a:prstGeom prst="rect">
            <a:avLst/>
          </a:prstGeom>
          <a:gradFill>
            <a:gsLst>
              <a:gs pos="0">
                <a:srgbClr val="EE00B0"/>
              </a:gs>
              <a:gs pos="10000">
                <a:srgbClr val="EE00B0"/>
              </a:gs>
              <a:gs pos="50000">
                <a:srgbClr val="6200E8"/>
              </a:gs>
              <a:gs pos="90000">
                <a:srgbClr val="0095E5"/>
              </a:gs>
              <a:gs pos="100000">
                <a:srgbClr val="0095E5"/>
              </a:gs>
            </a:gsLst>
            <a:lin ang="1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35" name="Google Shape;135;p15"/>
          <p:cNvSpPr/>
          <p:nvPr/>
        </p:nvSpPr>
        <p:spPr>
          <a:xfrm>
            <a:off x="-6" y="-2"/>
            <a:ext cx="6858000" cy="9144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136" name="Google Shape;136;p15"/>
          <p:cNvGrpSpPr/>
          <p:nvPr/>
        </p:nvGrpSpPr>
        <p:grpSpPr>
          <a:xfrm>
            <a:off x="0" y="0"/>
            <a:ext cx="6865269" cy="9144001"/>
            <a:chOff x="0" y="0"/>
            <a:chExt cx="6865269" cy="9144001"/>
          </a:xfrm>
        </p:grpSpPr>
        <p:sp>
          <p:nvSpPr>
            <p:cNvPr id="137" name="Google Shape;137;p15"/>
            <p:cNvSpPr/>
            <p:nvPr/>
          </p:nvSpPr>
          <p:spPr>
            <a:xfrm>
              <a:off x="0" y="0"/>
              <a:ext cx="6858000" cy="432000"/>
            </a:xfrm>
            <a:prstGeom prst="rect">
              <a:avLst/>
            </a:prstGeom>
            <a:solidFill>
              <a:srgbClr val="F2A982">
                <a:alpha val="10196"/>
              </a:srgbClr>
            </a:solidFill>
            <a:ln cap="flat" cmpd="sng" w="19050">
              <a:solidFill>
                <a:srgbClr val="7F340D"/>
              </a:solidFill>
              <a:prstDash val="dash"/>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38" name="Google Shape;138;p15"/>
            <p:cNvSpPr/>
            <p:nvPr/>
          </p:nvSpPr>
          <p:spPr>
            <a:xfrm>
              <a:off x="0" y="8712000"/>
              <a:ext cx="6858000" cy="432000"/>
            </a:xfrm>
            <a:prstGeom prst="rect">
              <a:avLst/>
            </a:prstGeom>
            <a:solidFill>
              <a:srgbClr val="F2A982">
                <a:alpha val="10196"/>
              </a:srgbClr>
            </a:solidFill>
            <a:ln cap="flat" cmpd="sng" w="19050">
              <a:solidFill>
                <a:srgbClr val="7F340D"/>
              </a:solidFill>
              <a:prstDash val="dash"/>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39" name="Google Shape;139;p15"/>
            <p:cNvSpPr/>
            <p:nvPr/>
          </p:nvSpPr>
          <p:spPr>
            <a:xfrm>
              <a:off x="0" y="1"/>
              <a:ext cx="540000" cy="9144000"/>
            </a:xfrm>
            <a:prstGeom prst="rect">
              <a:avLst/>
            </a:prstGeom>
            <a:solidFill>
              <a:srgbClr val="F2A982">
                <a:alpha val="10196"/>
              </a:srgbClr>
            </a:solidFill>
            <a:ln cap="flat" cmpd="sng" w="19050">
              <a:solidFill>
                <a:srgbClr val="7F340D"/>
              </a:solidFill>
              <a:prstDash val="dash"/>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40" name="Google Shape;140;p15"/>
            <p:cNvSpPr/>
            <p:nvPr/>
          </p:nvSpPr>
          <p:spPr>
            <a:xfrm>
              <a:off x="6325269" y="0"/>
              <a:ext cx="540000" cy="9144000"/>
            </a:xfrm>
            <a:prstGeom prst="rect">
              <a:avLst/>
            </a:prstGeom>
            <a:solidFill>
              <a:srgbClr val="F2A982">
                <a:alpha val="10196"/>
              </a:srgbClr>
            </a:solidFill>
            <a:ln cap="flat" cmpd="sng" w="19050">
              <a:solidFill>
                <a:srgbClr val="7F340D"/>
              </a:solidFill>
              <a:prstDash val="dash"/>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sp>
        <p:nvSpPr>
          <p:cNvPr id="141" name="Google Shape;141;p15"/>
          <p:cNvSpPr/>
          <p:nvPr/>
        </p:nvSpPr>
        <p:spPr>
          <a:xfrm>
            <a:off x="554537" y="452468"/>
            <a:ext cx="5756193" cy="54000"/>
          </a:xfrm>
          <a:prstGeom prst="rect">
            <a:avLst/>
          </a:prstGeom>
          <a:solidFill>
            <a:schemeClr val="accent1"/>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42" name="Google Shape;142;p15"/>
          <p:cNvSpPr/>
          <p:nvPr/>
        </p:nvSpPr>
        <p:spPr>
          <a:xfrm>
            <a:off x="554538" y="8661917"/>
            <a:ext cx="2592000" cy="54000"/>
          </a:xfrm>
          <a:prstGeom prst="rect">
            <a:avLst/>
          </a:prstGeom>
          <a:solidFill>
            <a:schemeClr val="accent1"/>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43" name="Google Shape;143;p15"/>
          <p:cNvSpPr/>
          <p:nvPr/>
        </p:nvSpPr>
        <p:spPr>
          <a:xfrm>
            <a:off x="3734844" y="8661917"/>
            <a:ext cx="2592000" cy="54000"/>
          </a:xfrm>
          <a:prstGeom prst="rect">
            <a:avLst/>
          </a:prstGeom>
          <a:solidFill>
            <a:schemeClr val="accent1"/>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44" name="Google Shape;144;p15"/>
          <p:cNvSpPr txBox="1"/>
          <p:nvPr/>
        </p:nvSpPr>
        <p:spPr>
          <a:xfrm>
            <a:off x="3163826" y="8511531"/>
            <a:ext cx="575734" cy="369332"/>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Arial"/>
                <a:ea typeface="Arial"/>
                <a:cs typeface="Arial"/>
                <a:sym typeface="Arial"/>
              </a:rPr>
              <a:t>2</a:t>
            </a:r>
            <a:endParaRPr sz="1800">
              <a:solidFill>
                <a:schemeClr val="dk1"/>
              </a:solidFill>
              <a:latin typeface="Arial"/>
              <a:ea typeface="Arial"/>
              <a:cs typeface="Arial"/>
              <a:sym typeface="Arial"/>
            </a:endParaRPr>
          </a:p>
        </p:txBody>
      </p:sp>
      <p:sp>
        <p:nvSpPr>
          <p:cNvPr id="145" name="Google Shape;145;p15"/>
          <p:cNvSpPr/>
          <p:nvPr/>
        </p:nvSpPr>
        <p:spPr>
          <a:xfrm>
            <a:off x="549450" y="4371703"/>
            <a:ext cx="204600" cy="204600"/>
          </a:xfrm>
          <a:prstGeom prst="ellipse">
            <a:avLst/>
          </a:prstGeom>
          <a:solidFill>
            <a:schemeClr val="accent1"/>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46" name="Google Shape;146;p15"/>
          <p:cNvSpPr txBox="1"/>
          <p:nvPr/>
        </p:nvSpPr>
        <p:spPr>
          <a:xfrm>
            <a:off x="745217" y="4283341"/>
            <a:ext cx="23793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IBM Plex Sans JP SemiBold"/>
                <a:ea typeface="IBM Plex Sans JP SemiBold"/>
                <a:cs typeface="IBM Plex Sans JP SemiBold"/>
                <a:sym typeface="IBM Plex Sans JP SemiBold"/>
              </a:rPr>
              <a:t>３．混色結果 </a:t>
            </a:r>
            <a:endParaRPr b="1" sz="2800">
              <a:solidFill>
                <a:schemeClr val="dk1"/>
              </a:solidFill>
              <a:latin typeface="IBM Plex Sans JP SemiBold"/>
              <a:ea typeface="IBM Plex Sans JP SemiBold"/>
              <a:cs typeface="IBM Plex Sans JP SemiBold"/>
              <a:sym typeface="IBM Plex Sans JP SemiBold"/>
            </a:endParaRPr>
          </a:p>
        </p:txBody>
      </p:sp>
      <p:sp>
        <p:nvSpPr>
          <p:cNvPr id="147" name="Google Shape;147;p15"/>
          <p:cNvSpPr txBox="1"/>
          <p:nvPr/>
        </p:nvSpPr>
        <p:spPr>
          <a:xfrm>
            <a:off x="642882" y="4662992"/>
            <a:ext cx="5642100" cy="1262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chemeClr val="dk1"/>
                </a:solidFill>
                <a:latin typeface="IBM Plex Sans JP"/>
                <a:ea typeface="IBM Plex Sans JP"/>
                <a:cs typeface="IBM Plex Sans JP"/>
                <a:sym typeface="IBM Plex Sans JP"/>
              </a:rPr>
              <a:t>フィラメントには色を重ねたときに発色の良い物と悪い物があります。明度の低い物ほど発色が良い傾向にあり、逆に明度の 高い物ほど発色が悪い傾向にあります。そのためどの様なフィラメントの組み合わせを用いるかに応じたモデルの選択が必要 になります。</a:t>
            </a:r>
            <a:endParaRPr sz="1000">
              <a:solidFill>
                <a:schemeClr val="dk1"/>
              </a:solidFill>
              <a:latin typeface="IBM Plex Sans JP"/>
              <a:ea typeface="IBM Plex Sans JP"/>
              <a:cs typeface="IBM Plex Sans JP"/>
              <a:sym typeface="IBM Plex Sans JP"/>
            </a:endParaRPr>
          </a:p>
          <a:p>
            <a:pPr indent="0" lvl="0" marL="0" marR="0" rtl="0" algn="l">
              <a:spcBef>
                <a:spcPts val="0"/>
              </a:spcBef>
              <a:spcAft>
                <a:spcPts val="0"/>
              </a:spcAft>
              <a:buNone/>
            </a:pPr>
            <a:r>
              <a:t/>
            </a:r>
            <a:endParaRPr sz="600">
              <a:solidFill>
                <a:schemeClr val="dk1"/>
              </a:solidFill>
              <a:latin typeface="IBM Plex Sans JP"/>
              <a:ea typeface="IBM Plex Sans JP"/>
              <a:cs typeface="IBM Plex Sans JP"/>
              <a:sym typeface="IBM Plex Sans JP"/>
            </a:endParaRPr>
          </a:p>
          <a:p>
            <a:pPr indent="0" lvl="0" marL="0" marR="0" rtl="0" algn="l">
              <a:spcBef>
                <a:spcPts val="0"/>
              </a:spcBef>
              <a:spcAft>
                <a:spcPts val="0"/>
              </a:spcAft>
              <a:buNone/>
            </a:pPr>
            <a:r>
              <a:rPr lang="en-US" sz="1000">
                <a:solidFill>
                  <a:schemeClr val="dk1"/>
                </a:solidFill>
                <a:latin typeface="IBM Plex Sans JP"/>
                <a:ea typeface="IBM Plex Sans JP"/>
                <a:cs typeface="IBM Plex Sans JP"/>
                <a:sym typeface="IBM Plex Sans JP"/>
              </a:rPr>
              <a:t>混色結果は実際に印刷してみないと、どんな色になるか分かりません。S４モデルでサンプルフィラメントを作って試作をする のも良いですが、時間が許せばBlend Color Checkerで混色結果の比較をして色を確認することを推奨します。 </a:t>
            </a:r>
            <a:endParaRPr sz="1000">
              <a:solidFill>
                <a:schemeClr val="dk1"/>
              </a:solidFill>
              <a:latin typeface="IBM Plex Sans JP"/>
              <a:ea typeface="IBM Plex Sans JP"/>
              <a:cs typeface="IBM Plex Sans JP"/>
              <a:sym typeface="IBM Plex Sans JP"/>
            </a:endParaRPr>
          </a:p>
          <a:p>
            <a:pPr indent="0" lvl="0" marL="0" marR="0" rtl="0" algn="l">
              <a:spcBef>
                <a:spcPts val="0"/>
              </a:spcBef>
              <a:spcAft>
                <a:spcPts val="0"/>
              </a:spcAft>
              <a:buNone/>
            </a:pPr>
            <a:r>
              <a:t/>
            </a:r>
            <a:endParaRPr b="1" sz="1000">
              <a:solidFill>
                <a:schemeClr val="dk1"/>
              </a:solidFill>
              <a:latin typeface="IBM Plex Sans JP"/>
              <a:ea typeface="IBM Plex Sans JP"/>
              <a:cs typeface="IBM Plex Sans JP"/>
              <a:sym typeface="IBM Plex Sans JP"/>
            </a:endParaRPr>
          </a:p>
        </p:txBody>
      </p:sp>
      <p:sp>
        <p:nvSpPr>
          <p:cNvPr id="148" name="Google Shape;148;p15"/>
          <p:cNvSpPr txBox="1"/>
          <p:nvPr/>
        </p:nvSpPr>
        <p:spPr>
          <a:xfrm>
            <a:off x="623556" y="592731"/>
            <a:ext cx="15366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Quattrocento Sans"/>
                <a:ea typeface="Quattrocento Sans"/>
                <a:cs typeface="Quattrocento Sans"/>
                <a:sym typeface="Quattrocento Sans"/>
              </a:rPr>
              <a:t>サイズ</a:t>
            </a:r>
            <a:r>
              <a:rPr b="1" lang="en-US" sz="1200">
                <a:solidFill>
                  <a:schemeClr val="dk1"/>
                </a:solidFill>
                <a:latin typeface="Quattrocento Sans"/>
                <a:ea typeface="Quattrocento Sans"/>
                <a:cs typeface="Quattrocento Sans"/>
                <a:sym typeface="Quattrocento Sans"/>
              </a:rPr>
              <a:t> </a:t>
            </a:r>
            <a:endParaRPr b="1" sz="1200">
              <a:solidFill>
                <a:schemeClr val="dk1"/>
              </a:solidFill>
              <a:latin typeface="Quattrocento Sans"/>
              <a:ea typeface="Quattrocento Sans"/>
              <a:cs typeface="Quattrocento Sans"/>
              <a:sym typeface="Quattrocento Sans"/>
            </a:endParaRPr>
          </a:p>
        </p:txBody>
      </p:sp>
      <p:sp>
        <p:nvSpPr>
          <p:cNvPr id="149" name="Google Shape;149;p15"/>
          <p:cNvSpPr txBox="1"/>
          <p:nvPr/>
        </p:nvSpPr>
        <p:spPr>
          <a:xfrm>
            <a:off x="619107" y="822827"/>
            <a:ext cx="5705400" cy="1477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chemeClr val="dk1"/>
                </a:solidFill>
                <a:latin typeface="Quattrocento Sans"/>
                <a:ea typeface="Quattrocento Sans"/>
                <a:cs typeface="Quattrocento Sans"/>
                <a:sym typeface="Quattrocento Sans"/>
              </a:rPr>
              <a:t>Mで始まるモデルをM Familyと呼んでおりBambu Lab P, XシリーズやA1で印刷できるサイズとなります。 M2～M4はBambu Lab以外の主要３Dプリンタでちょうど印刷できるようなサイズ展開としております。 </a:t>
            </a:r>
            <a:endParaRPr sz="1000">
              <a:solidFill>
                <a:schemeClr val="dk1"/>
              </a:solidFill>
              <a:latin typeface="Quattrocento Sans"/>
              <a:ea typeface="Quattrocento Sans"/>
              <a:cs typeface="Quattrocento Sans"/>
              <a:sym typeface="Quattrocento Sans"/>
            </a:endParaRPr>
          </a:p>
          <a:p>
            <a:pPr indent="0" lvl="0" marL="0" marR="0" rtl="0" algn="l">
              <a:spcBef>
                <a:spcPts val="0"/>
              </a:spcBef>
              <a:spcAft>
                <a:spcPts val="0"/>
              </a:spcAft>
              <a:buNone/>
            </a:pPr>
            <a:r>
              <a:t/>
            </a:r>
            <a:endParaRPr sz="1000">
              <a:solidFill>
                <a:schemeClr val="dk1"/>
              </a:solidFill>
              <a:latin typeface="Quattrocento Sans"/>
              <a:ea typeface="Quattrocento Sans"/>
              <a:cs typeface="Quattrocento Sans"/>
              <a:sym typeface="Quattrocento Sans"/>
            </a:endParaRPr>
          </a:p>
          <a:p>
            <a:pPr indent="0" lvl="0" marL="0" marR="0" rtl="0" algn="l">
              <a:spcBef>
                <a:spcPts val="0"/>
              </a:spcBef>
              <a:spcAft>
                <a:spcPts val="0"/>
              </a:spcAft>
              <a:buNone/>
            </a:pPr>
            <a:r>
              <a:rPr lang="en-US" sz="1000">
                <a:solidFill>
                  <a:schemeClr val="dk1"/>
                </a:solidFill>
                <a:latin typeface="Quattrocento Sans"/>
                <a:ea typeface="Quattrocento Sans"/>
                <a:cs typeface="Quattrocento Sans"/>
                <a:sym typeface="Quattrocento Sans"/>
              </a:rPr>
              <a:t>S で始まるモデルをS Familyと呼んでおりBambu Lab A1 miniで印刷できるサイズとなります。 S4 モデルは最小サイズであり、3DBenchyがちょうど作れるサイズとなっています。 </a:t>
            </a:r>
            <a:endParaRPr sz="1000">
              <a:solidFill>
                <a:schemeClr val="dk1"/>
              </a:solidFill>
              <a:latin typeface="Quattrocento Sans"/>
              <a:ea typeface="Quattrocento Sans"/>
              <a:cs typeface="Quattrocento Sans"/>
              <a:sym typeface="Quattrocento Sans"/>
            </a:endParaRPr>
          </a:p>
          <a:p>
            <a:pPr indent="0" lvl="0" marL="0" marR="0" rtl="0" algn="l">
              <a:spcBef>
                <a:spcPts val="0"/>
              </a:spcBef>
              <a:spcAft>
                <a:spcPts val="0"/>
              </a:spcAft>
              <a:buNone/>
            </a:pPr>
            <a:r>
              <a:t/>
            </a:r>
            <a:endParaRPr sz="1000">
              <a:solidFill>
                <a:schemeClr val="dk1"/>
              </a:solidFill>
              <a:latin typeface="Quattrocento Sans"/>
              <a:ea typeface="Quattrocento Sans"/>
              <a:cs typeface="Quattrocento Sans"/>
              <a:sym typeface="Quattrocento Sans"/>
            </a:endParaRPr>
          </a:p>
          <a:p>
            <a:pPr indent="0" lvl="0" marL="0" marR="0" rtl="0" algn="l">
              <a:spcBef>
                <a:spcPts val="0"/>
              </a:spcBef>
              <a:spcAft>
                <a:spcPts val="0"/>
              </a:spcAft>
              <a:buNone/>
            </a:pPr>
            <a:r>
              <a:rPr lang="en-US" sz="1000">
                <a:solidFill>
                  <a:schemeClr val="dk1"/>
                </a:solidFill>
                <a:latin typeface="Quattrocento Sans"/>
                <a:ea typeface="Quattrocento Sans"/>
                <a:cs typeface="Quattrocento Sans"/>
                <a:sym typeface="Quattrocento Sans"/>
              </a:rPr>
              <a:t>L で始まるモデルはBambu Lab Hシリーズが扱える大型モデルです。まだ予定は立っておりませんが、将来的に実装の可能性があります。 </a:t>
            </a:r>
            <a:r>
              <a:rPr lang="en-US" sz="1000">
                <a:solidFill>
                  <a:schemeClr val="dk1"/>
                </a:solidFill>
                <a:latin typeface="Quattrocento Sans"/>
                <a:ea typeface="Quattrocento Sans"/>
                <a:cs typeface="Quattrocento Sans"/>
                <a:sym typeface="Quattrocento Sans"/>
              </a:rPr>
              <a:t> </a:t>
            </a:r>
            <a:endParaRPr sz="1000">
              <a:solidFill>
                <a:schemeClr val="dk1"/>
              </a:solidFill>
              <a:latin typeface="Quattrocento Sans"/>
              <a:ea typeface="Quattrocento Sans"/>
              <a:cs typeface="Quattrocento Sans"/>
              <a:sym typeface="Quattrocento Sans"/>
            </a:endParaRPr>
          </a:p>
        </p:txBody>
      </p:sp>
      <p:sp>
        <p:nvSpPr>
          <p:cNvPr id="150" name="Google Shape;150;p15"/>
          <p:cNvSpPr/>
          <p:nvPr/>
        </p:nvSpPr>
        <p:spPr>
          <a:xfrm>
            <a:off x="566176" y="666219"/>
            <a:ext cx="124500" cy="129900"/>
          </a:xfrm>
          <a:prstGeom prst="ellipse">
            <a:avLst/>
          </a:prstGeom>
          <a:solidFill>
            <a:schemeClr val="accent1"/>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pic>
        <p:nvPicPr>
          <p:cNvPr id="151" name="Google Shape;151;p15"/>
          <p:cNvPicPr preferRelativeResize="0"/>
          <p:nvPr/>
        </p:nvPicPr>
        <p:blipFill>
          <a:blip r:embed="rId3">
            <a:alphaModFix/>
          </a:blip>
          <a:stretch>
            <a:fillRect/>
          </a:stretch>
        </p:blipFill>
        <p:spPr>
          <a:xfrm>
            <a:off x="880546" y="2300317"/>
            <a:ext cx="5163500" cy="1923700"/>
          </a:xfrm>
          <a:prstGeom prst="rect">
            <a:avLst/>
          </a:prstGeom>
          <a:noFill/>
          <a:ln>
            <a:noFill/>
          </a:ln>
        </p:spPr>
      </p:pic>
      <p:sp>
        <p:nvSpPr>
          <p:cNvPr id="152" name="Google Shape;152;p15"/>
          <p:cNvSpPr txBox="1"/>
          <p:nvPr/>
        </p:nvSpPr>
        <p:spPr>
          <a:xfrm>
            <a:off x="652382" y="5880595"/>
            <a:ext cx="5642100" cy="892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IBM Plex Sans JP"/>
                <a:ea typeface="IBM Plex Sans JP"/>
                <a:cs typeface="IBM Plex Sans JP"/>
                <a:sym typeface="IBM Plex Sans JP"/>
              </a:rPr>
              <a:t>混色の特徴</a:t>
            </a:r>
            <a:r>
              <a:rPr lang="en-US" sz="1200">
                <a:solidFill>
                  <a:schemeClr val="dk1"/>
                </a:solidFill>
                <a:latin typeface="IBM Plex Sans JP"/>
                <a:ea typeface="IBM Plex Sans JP"/>
                <a:cs typeface="IBM Plex Sans JP"/>
                <a:sym typeface="IBM Plex Sans JP"/>
              </a:rPr>
              <a:t> </a:t>
            </a:r>
            <a:endParaRPr sz="1200">
              <a:solidFill>
                <a:schemeClr val="dk1"/>
              </a:solidFill>
              <a:latin typeface="IBM Plex Sans JP"/>
              <a:ea typeface="IBM Plex Sans JP"/>
              <a:cs typeface="IBM Plex Sans JP"/>
              <a:sym typeface="IBM Plex Sans JP"/>
            </a:endParaRPr>
          </a:p>
          <a:p>
            <a:pPr indent="0" lvl="0" marL="0" marR="0" rtl="0" algn="l">
              <a:spcBef>
                <a:spcPts val="0"/>
              </a:spcBef>
              <a:spcAft>
                <a:spcPts val="0"/>
              </a:spcAft>
              <a:buNone/>
            </a:pPr>
            <a:r>
              <a:t/>
            </a:r>
            <a:endParaRPr sz="600">
              <a:solidFill>
                <a:schemeClr val="dk1"/>
              </a:solidFill>
              <a:latin typeface="IBM Plex Sans JP"/>
              <a:ea typeface="IBM Plex Sans JP"/>
              <a:cs typeface="IBM Plex Sans JP"/>
              <a:sym typeface="IBM Plex Sans JP"/>
            </a:endParaRPr>
          </a:p>
          <a:p>
            <a:pPr indent="0" lvl="0" marL="0" marR="0" rtl="0" algn="l">
              <a:spcBef>
                <a:spcPts val="0"/>
              </a:spcBef>
              <a:spcAft>
                <a:spcPts val="0"/>
              </a:spcAft>
              <a:buNone/>
            </a:pPr>
            <a:r>
              <a:rPr b="1" lang="en-US" sz="1000">
                <a:solidFill>
                  <a:schemeClr val="dk1"/>
                </a:solidFill>
                <a:latin typeface="IBM Plex Sans JP"/>
                <a:ea typeface="IBM Plex Sans JP"/>
                <a:cs typeface="IBM Plex Sans JP"/>
                <a:sym typeface="IBM Plex Sans JP"/>
              </a:rPr>
              <a:t>明度差の小さい組み合わせ（CMY）</a:t>
            </a:r>
            <a:endParaRPr b="1" sz="1000">
              <a:solidFill>
                <a:schemeClr val="dk1"/>
              </a:solidFill>
              <a:latin typeface="IBM Plex Sans JP"/>
              <a:ea typeface="IBM Plex Sans JP"/>
              <a:cs typeface="IBM Plex Sans JP"/>
              <a:sym typeface="IBM Plex Sans JP"/>
            </a:endParaRPr>
          </a:p>
          <a:p>
            <a:pPr indent="0" lvl="0" marL="0" marR="0" rtl="0" algn="l">
              <a:spcBef>
                <a:spcPts val="0"/>
              </a:spcBef>
              <a:spcAft>
                <a:spcPts val="0"/>
              </a:spcAft>
              <a:buNone/>
            </a:pPr>
            <a:r>
              <a:t/>
            </a:r>
            <a:endParaRPr b="1" sz="400">
              <a:solidFill>
                <a:schemeClr val="dk1"/>
              </a:solidFill>
              <a:latin typeface="IBM Plex Sans JP"/>
              <a:ea typeface="IBM Plex Sans JP"/>
              <a:cs typeface="IBM Plex Sans JP"/>
              <a:sym typeface="IBM Plex Sans JP"/>
            </a:endParaRPr>
          </a:p>
          <a:p>
            <a:pPr indent="0" lvl="0" marL="0" marR="0" rtl="0" algn="l">
              <a:spcBef>
                <a:spcPts val="0"/>
              </a:spcBef>
              <a:spcAft>
                <a:spcPts val="0"/>
              </a:spcAft>
              <a:buNone/>
            </a:pPr>
            <a:r>
              <a:rPr lang="en-US" sz="1000">
                <a:solidFill>
                  <a:schemeClr val="dk1"/>
                </a:solidFill>
                <a:latin typeface="IBM Plex Sans JP"/>
                <a:ea typeface="IBM Plex Sans JP"/>
                <a:cs typeface="IBM Plex Sans JP"/>
                <a:sym typeface="IBM Plex Sans JP"/>
              </a:rPr>
              <a:t>シアン・マゼンタ・イエローなどの明度差の小さい組合せはは、混合比と最終色が比較的リニアに対応します。 この</a:t>
            </a:r>
            <a:r>
              <a:rPr lang="en-US" sz="1000">
                <a:solidFill>
                  <a:schemeClr val="dk1"/>
                </a:solidFill>
                <a:latin typeface="IBM Plex Sans JP"/>
                <a:ea typeface="IBM Plex Sans JP"/>
                <a:cs typeface="IBM Plex Sans JP"/>
                <a:sym typeface="IBM Plex Sans JP"/>
              </a:rPr>
              <a:t>様</a:t>
            </a:r>
            <a:r>
              <a:rPr lang="en-US" sz="1000">
                <a:solidFill>
                  <a:schemeClr val="dk1"/>
                </a:solidFill>
                <a:latin typeface="IBM Plex Sans JP"/>
                <a:ea typeface="IBM Plex Sans JP"/>
                <a:cs typeface="IBM Plex Sans JP"/>
                <a:sym typeface="IBM Plex Sans JP"/>
              </a:rPr>
              <a:t>なケースではStandardモデルだけで十分な結果を得る</a:t>
            </a:r>
            <a:r>
              <a:rPr lang="en-US" sz="1000">
                <a:solidFill>
                  <a:schemeClr val="dk1"/>
                </a:solidFill>
                <a:latin typeface="IBM Plex Sans JP"/>
                <a:ea typeface="IBM Plex Sans JP"/>
                <a:cs typeface="IBM Plex Sans JP"/>
                <a:sym typeface="IBM Plex Sans JP"/>
              </a:rPr>
              <a:t>事</a:t>
            </a:r>
            <a:r>
              <a:rPr lang="en-US" sz="1000">
                <a:solidFill>
                  <a:schemeClr val="dk1"/>
                </a:solidFill>
                <a:latin typeface="IBM Plex Sans JP"/>
                <a:ea typeface="IBM Plex Sans JP"/>
                <a:cs typeface="IBM Plex Sans JP"/>
                <a:sym typeface="IBM Plex Sans JP"/>
              </a:rPr>
              <a:t>が出来ます。 </a:t>
            </a:r>
            <a:endParaRPr b="1" sz="1000">
              <a:solidFill>
                <a:schemeClr val="dk1"/>
              </a:solidFill>
              <a:latin typeface="IBM Plex Sans JP"/>
              <a:ea typeface="IBM Plex Sans JP"/>
              <a:cs typeface="IBM Plex Sans JP"/>
              <a:sym typeface="IBM Plex Sans JP"/>
            </a:endParaRPr>
          </a:p>
        </p:txBody>
      </p:sp>
      <p:sp>
        <p:nvSpPr>
          <p:cNvPr id="153" name="Google Shape;153;p15"/>
          <p:cNvSpPr/>
          <p:nvPr/>
        </p:nvSpPr>
        <p:spPr>
          <a:xfrm>
            <a:off x="580600" y="5954503"/>
            <a:ext cx="124500" cy="129900"/>
          </a:xfrm>
          <a:prstGeom prst="ellipse">
            <a:avLst/>
          </a:prstGeom>
          <a:solidFill>
            <a:schemeClr val="accent1"/>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pic>
        <p:nvPicPr>
          <p:cNvPr id="154" name="Google Shape;154;p15"/>
          <p:cNvPicPr preferRelativeResize="0"/>
          <p:nvPr/>
        </p:nvPicPr>
        <p:blipFill>
          <a:blip r:embed="rId4">
            <a:alphaModFix/>
          </a:blip>
          <a:stretch>
            <a:fillRect/>
          </a:stretch>
        </p:blipFill>
        <p:spPr>
          <a:xfrm>
            <a:off x="550900" y="6776119"/>
            <a:ext cx="5756200" cy="1821412"/>
          </a:xfrm>
          <a:prstGeom prst="rect">
            <a:avLst/>
          </a:prstGeom>
          <a:solidFill>
            <a:schemeClr val="lt1"/>
          </a:solid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6"/>
          <p:cNvSpPr/>
          <p:nvPr/>
        </p:nvSpPr>
        <p:spPr>
          <a:xfrm>
            <a:off x="51086" y="45268"/>
            <a:ext cx="6790099" cy="9053465"/>
          </a:xfrm>
          <a:prstGeom prst="rect">
            <a:avLst/>
          </a:prstGeom>
          <a:gradFill>
            <a:gsLst>
              <a:gs pos="0">
                <a:srgbClr val="EE00B0"/>
              </a:gs>
              <a:gs pos="10000">
                <a:srgbClr val="EE00B0"/>
              </a:gs>
              <a:gs pos="50000">
                <a:srgbClr val="6200E8"/>
              </a:gs>
              <a:gs pos="90000">
                <a:srgbClr val="0095E5"/>
              </a:gs>
              <a:gs pos="100000">
                <a:srgbClr val="0095E5"/>
              </a:gs>
            </a:gsLst>
            <a:lin ang="1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60" name="Google Shape;160;p16"/>
          <p:cNvSpPr/>
          <p:nvPr/>
        </p:nvSpPr>
        <p:spPr>
          <a:xfrm>
            <a:off x="17051" y="5531"/>
            <a:ext cx="6858000" cy="9144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161" name="Google Shape;161;p16"/>
          <p:cNvGrpSpPr/>
          <p:nvPr/>
        </p:nvGrpSpPr>
        <p:grpSpPr>
          <a:xfrm>
            <a:off x="0" y="0"/>
            <a:ext cx="6865269" cy="9144001"/>
            <a:chOff x="0" y="0"/>
            <a:chExt cx="6865269" cy="9144001"/>
          </a:xfrm>
        </p:grpSpPr>
        <p:sp>
          <p:nvSpPr>
            <p:cNvPr id="162" name="Google Shape;162;p16"/>
            <p:cNvSpPr/>
            <p:nvPr/>
          </p:nvSpPr>
          <p:spPr>
            <a:xfrm>
              <a:off x="0" y="0"/>
              <a:ext cx="6858000" cy="432000"/>
            </a:xfrm>
            <a:prstGeom prst="rect">
              <a:avLst/>
            </a:prstGeom>
            <a:solidFill>
              <a:srgbClr val="F2A982">
                <a:alpha val="10196"/>
              </a:srgbClr>
            </a:solidFill>
            <a:ln cap="flat" cmpd="sng" w="19050">
              <a:solidFill>
                <a:srgbClr val="7F340D"/>
              </a:solidFill>
              <a:prstDash val="dash"/>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63" name="Google Shape;163;p16"/>
            <p:cNvSpPr/>
            <p:nvPr/>
          </p:nvSpPr>
          <p:spPr>
            <a:xfrm>
              <a:off x="0" y="8712000"/>
              <a:ext cx="6858000" cy="432000"/>
            </a:xfrm>
            <a:prstGeom prst="rect">
              <a:avLst/>
            </a:prstGeom>
            <a:solidFill>
              <a:srgbClr val="F2A982">
                <a:alpha val="10196"/>
              </a:srgbClr>
            </a:solidFill>
            <a:ln cap="flat" cmpd="sng" w="19050">
              <a:solidFill>
                <a:srgbClr val="7F340D"/>
              </a:solidFill>
              <a:prstDash val="dash"/>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64" name="Google Shape;164;p16"/>
            <p:cNvSpPr/>
            <p:nvPr/>
          </p:nvSpPr>
          <p:spPr>
            <a:xfrm>
              <a:off x="0" y="1"/>
              <a:ext cx="540000" cy="9144000"/>
            </a:xfrm>
            <a:prstGeom prst="rect">
              <a:avLst/>
            </a:prstGeom>
            <a:solidFill>
              <a:srgbClr val="F2A982">
                <a:alpha val="10196"/>
              </a:srgbClr>
            </a:solidFill>
            <a:ln cap="flat" cmpd="sng" w="19050">
              <a:solidFill>
                <a:srgbClr val="7F340D"/>
              </a:solidFill>
              <a:prstDash val="dash"/>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65" name="Google Shape;165;p16"/>
            <p:cNvSpPr/>
            <p:nvPr/>
          </p:nvSpPr>
          <p:spPr>
            <a:xfrm>
              <a:off x="6325269" y="0"/>
              <a:ext cx="540000" cy="9144000"/>
            </a:xfrm>
            <a:prstGeom prst="rect">
              <a:avLst/>
            </a:prstGeom>
            <a:solidFill>
              <a:srgbClr val="F2A982">
                <a:alpha val="10196"/>
              </a:srgbClr>
            </a:solidFill>
            <a:ln cap="flat" cmpd="sng" w="19050">
              <a:solidFill>
                <a:srgbClr val="7F340D"/>
              </a:solidFill>
              <a:prstDash val="dash"/>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sp>
        <p:nvSpPr>
          <p:cNvPr id="166" name="Google Shape;166;p16"/>
          <p:cNvSpPr/>
          <p:nvPr/>
        </p:nvSpPr>
        <p:spPr>
          <a:xfrm>
            <a:off x="554537" y="452468"/>
            <a:ext cx="5756193" cy="54000"/>
          </a:xfrm>
          <a:prstGeom prst="rect">
            <a:avLst/>
          </a:prstGeom>
          <a:solidFill>
            <a:schemeClr val="accent1"/>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67" name="Google Shape;167;p16"/>
          <p:cNvSpPr/>
          <p:nvPr/>
        </p:nvSpPr>
        <p:spPr>
          <a:xfrm>
            <a:off x="554538" y="8661917"/>
            <a:ext cx="2592000" cy="54000"/>
          </a:xfrm>
          <a:prstGeom prst="rect">
            <a:avLst/>
          </a:prstGeom>
          <a:solidFill>
            <a:schemeClr val="accent1"/>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68" name="Google Shape;168;p16"/>
          <p:cNvSpPr/>
          <p:nvPr/>
        </p:nvSpPr>
        <p:spPr>
          <a:xfrm>
            <a:off x="3734844" y="8661917"/>
            <a:ext cx="2592000" cy="54000"/>
          </a:xfrm>
          <a:prstGeom prst="rect">
            <a:avLst/>
          </a:prstGeom>
          <a:solidFill>
            <a:schemeClr val="accent1"/>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69" name="Google Shape;169;p16"/>
          <p:cNvSpPr txBox="1"/>
          <p:nvPr/>
        </p:nvSpPr>
        <p:spPr>
          <a:xfrm>
            <a:off x="3163826" y="8511531"/>
            <a:ext cx="575734" cy="369332"/>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Arial"/>
                <a:ea typeface="Arial"/>
                <a:cs typeface="Arial"/>
                <a:sym typeface="Arial"/>
              </a:rPr>
              <a:t>3</a:t>
            </a:r>
            <a:endParaRPr sz="1800">
              <a:solidFill>
                <a:schemeClr val="dk1"/>
              </a:solidFill>
              <a:latin typeface="Arial"/>
              <a:ea typeface="Arial"/>
              <a:cs typeface="Arial"/>
              <a:sym typeface="Arial"/>
            </a:endParaRPr>
          </a:p>
        </p:txBody>
      </p:sp>
      <p:sp>
        <p:nvSpPr>
          <p:cNvPr id="170" name="Google Shape;170;p16"/>
          <p:cNvSpPr/>
          <p:nvPr/>
        </p:nvSpPr>
        <p:spPr>
          <a:xfrm>
            <a:off x="575725" y="5930002"/>
            <a:ext cx="204600" cy="204600"/>
          </a:xfrm>
          <a:prstGeom prst="ellipse">
            <a:avLst/>
          </a:prstGeom>
          <a:solidFill>
            <a:schemeClr val="accent1"/>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71" name="Google Shape;171;p16"/>
          <p:cNvSpPr txBox="1"/>
          <p:nvPr/>
        </p:nvSpPr>
        <p:spPr>
          <a:xfrm>
            <a:off x="780402" y="5862125"/>
            <a:ext cx="36456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IBM Plex Sans JP SemiBold"/>
                <a:ea typeface="IBM Plex Sans JP SemiBold"/>
                <a:cs typeface="IBM Plex Sans JP SemiBold"/>
                <a:sym typeface="IBM Plex Sans JP SemiBold"/>
              </a:rPr>
              <a:t>４．揃えるべきフィラメント </a:t>
            </a:r>
            <a:endParaRPr b="1" sz="2400">
              <a:solidFill>
                <a:schemeClr val="dk1"/>
              </a:solidFill>
              <a:latin typeface="IBM Plex Sans JP SemiBold"/>
              <a:ea typeface="IBM Plex Sans JP SemiBold"/>
              <a:cs typeface="IBM Plex Sans JP SemiBold"/>
              <a:sym typeface="IBM Plex Sans JP SemiBold"/>
            </a:endParaRPr>
          </a:p>
        </p:txBody>
      </p:sp>
      <p:sp>
        <p:nvSpPr>
          <p:cNvPr id="172" name="Google Shape;172;p16"/>
          <p:cNvSpPr txBox="1"/>
          <p:nvPr/>
        </p:nvSpPr>
        <p:spPr>
          <a:xfrm>
            <a:off x="678058" y="6285057"/>
            <a:ext cx="5649600" cy="1939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chemeClr val="dk1"/>
                </a:solidFill>
                <a:latin typeface="IBM Plex Sans JP"/>
                <a:ea typeface="IBM Plex Sans JP"/>
                <a:cs typeface="IBM Plex Sans JP"/>
                <a:sym typeface="IBM Plex Sans JP"/>
              </a:rPr>
              <a:t>おすすめは Bambu Lab PLA Basic の Cyan・Magenta・Yellow・White の 4色です。 この4色があれば、基本的な色表現を幅広くカバーできます。 Black も色の幅を広げる際に有効ですが、非常に強い影響力を持つため、混ざりムラが出やすく注意が必要です。 </a:t>
            </a:r>
            <a:endParaRPr sz="1000">
              <a:solidFill>
                <a:schemeClr val="dk1"/>
              </a:solidFill>
              <a:latin typeface="IBM Plex Sans JP"/>
              <a:ea typeface="IBM Plex Sans JP"/>
              <a:cs typeface="IBM Plex Sans JP"/>
              <a:sym typeface="IBM Plex Sans JP"/>
            </a:endParaRPr>
          </a:p>
          <a:p>
            <a:pPr indent="0" lvl="0" marL="0" marR="0" rtl="0" algn="l">
              <a:spcBef>
                <a:spcPts val="0"/>
              </a:spcBef>
              <a:spcAft>
                <a:spcPts val="0"/>
              </a:spcAft>
              <a:buNone/>
            </a:pPr>
            <a:r>
              <a:t/>
            </a:r>
            <a:endParaRPr sz="1000">
              <a:solidFill>
                <a:schemeClr val="dk1"/>
              </a:solidFill>
              <a:latin typeface="IBM Plex Sans JP"/>
              <a:ea typeface="IBM Plex Sans JP"/>
              <a:cs typeface="IBM Plex Sans JP"/>
              <a:sym typeface="IBM Plex Sans JP"/>
            </a:endParaRPr>
          </a:p>
          <a:p>
            <a:pPr indent="0" lvl="0" marL="0" marR="0" rtl="0" algn="l">
              <a:spcBef>
                <a:spcPts val="0"/>
              </a:spcBef>
              <a:spcAft>
                <a:spcPts val="0"/>
              </a:spcAft>
              <a:buNone/>
            </a:pPr>
            <a:r>
              <a:rPr lang="en-US" sz="1000">
                <a:solidFill>
                  <a:schemeClr val="dk1"/>
                </a:solidFill>
                <a:latin typeface="IBM Plex Sans JP"/>
                <a:ea typeface="IBM Plex Sans JP"/>
                <a:cs typeface="IBM Plex Sans JP"/>
                <a:sym typeface="IBM Plex Sans JP"/>
              </a:rPr>
              <a:t>理論上、2 つの原色の中間点は、均等色空間（LCh など）で定義される perceptual midpoint color（知覚的中間色）になり ます。しかし、実際のフィラメント混色では、顔料の吸収特性や減法混色の影響により、下図に示されている material-mixing midpoint（実素材混合の中点）は彩度が低下し、理想的な中間位置とは異なる、くすみのある色になりやす くなります。 </a:t>
            </a:r>
            <a:endParaRPr sz="1000">
              <a:solidFill>
                <a:schemeClr val="dk1"/>
              </a:solidFill>
              <a:latin typeface="IBM Plex Sans JP"/>
              <a:ea typeface="IBM Plex Sans JP"/>
              <a:cs typeface="IBM Plex Sans JP"/>
              <a:sym typeface="IBM Plex Sans JP"/>
            </a:endParaRPr>
          </a:p>
          <a:p>
            <a:pPr indent="0" lvl="0" marL="0" marR="0" rtl="0" algn="l">
              <a:spcBef>
                <a:spcPts val="0"/>
              </a:spcBef>
              <a:spcAft>
                <a:spcPts val="0"/>
              </a:spcAft>
              <a:buNone/>
            </a:pPr>
            <a:r>
              <a:t/>
            </a:r>
            <a:endParaRPr sz="1000">
              <a:solidFill>
                <a:schemeClr val="dk1"/>
              </a:solidFill>
              <a:latin typeface="IBM Plex Sans JP"/>
              <a:ea typeface="IBM Plex Sans JP"/>
              <a:cs typeface="IBM Plex Sans JP"/>
              <a:sym typeface="IBM Plex Sans JP"/>
            </a:endParaRPr>
          </a:p>
          <a:p>
            <a:pPr indent="0" lvl="0" marL="0" marR="0" rtl="0" algn="l">
              <a:spcBef>
                <a:spcPts val="0"/>
              </a:spcBef>
              <a:spcAft>
                <a:spcPts val="0"/>
              </a:spcAft>
              <a:buNone/>
            </a:pPr>
            <a:r>
              <a:rPr lang="en-US" sz="1000">
                <a:solidFill>
                  <a:schemeClr val="dk1"/>
                </a:solidFill>
                <a:latin typeface="IBM Plex Sans JP"/>
                <a:ea typeface="IBM Plex Sans JP"/>
                <a:cs typeface="IBM Plex Sans JP"/>
                <a:sym typeface="IBM Plex Sans JP"/>
              </a:rPr>
              <a:t>そのため、ユーザーが期待する「自然な中間色相・中間彩度」を確実に得られるように、図に示す recommended bridge filament（推奨ブリッジ色）を追加しています。 </a:t>
            </a:r>
            <a:endParaRPr sz="1000">
              <a:solidFill>
                <a:schemeClr val="dk1"/>
              </a:solidFill>
              <a:latin typeface="IBM Plex Sans JP"/>
              <a:ea typeface="IBM Plex Sans JP"/>
              <a:cs typeface="IBM Plex Sans JP"/>
              <a:sym typeface="IBM Plex Sans JP"/>
            </a:endParaRPr>
          </a:p>
          <a:p>
            <a:pPr indent="0" lvl="0" marL="0" marR="0" rtl="0" algn="l">
              <a:spcBef>
                <a:spcPts val="0"/>
              </a:spcBef>
              <a:spcAft>
                <a:spcPts val="0"/>
              </a:spcAft>
              <a:buNone/>
            </a:pPr>
            <a:r>
              <a:t/>
            </a:r>
            <a:endParaRPr b="1" sz="1000">
              <a:solidFill>
                <a:schemeClr val="dk1"/>
              </a:solidFill>
              <a:latin typeface="IBM Plex Sans JP"/>
              <a:ea typeface="IBM Plex Sans JP"/>
              <a:cs typeface="IBM Plex Sans JP"/>
              <a:sym typeface="IBM Plex Sans JP"/>
            </a:endParaRPr>
          </a:p>
        </p:txBody>
      </p:sp>
      <p:sp>
        <p:nvSpPr>
          <p:cNvPr id="173" name="Google Shape;173;p16"/>
          <p:cNvSpPr txBox="1"/>
          <p:nvPr/>
        </p:nvSpPr>
        <p:spPr>
          <a:xfrm>
            <a:off x="695070" y="610703"/>
            <a:ext cx="5642100" cy="153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000">
                <a:solidFill>
                  <a:schemeClr val="dk1"/>
                </a:solidFill>
                <a:latin typeface="IBM Plex Sans JP"/>
                <a:ea typeface="IBM Plex Sans JP"/>
                <a:cs typeface="IBM Plex Sans JP"/>
                <a:sym typeface="IBM Plex Sans JP"/>
              </a:rPr>
              <a:t>明度差の大きい組み合わせ（白・黒）</a:t>
            </a:r>
            <a:endParaRPr b="1" sz="1000">
              <a:solidFill>
                <a:schemeClr val="dk1"/>
              </a:solidFill>
              <a:latin typeface="IBM Plex Sans JP"/>
              <a:ea typeface="IBM Plex Sans JP"/>
              <a:cs typeface="IBM Plex Sans JP"/>
              <a:sym typeface="IBM Plex Sans JP"/>
            </a:endParaRPr>
          </a:p>
          <a:p>
            <a:pPr indent="0" lvl="0" marL="0" marR="0" rtl="0" algn="l">
              <a:spcBef>
                <a:spcPts val="0"/>
              </a:spcBef>
              <a:spcAft>
                <a:spcPts val="0"/>
              </a:spcAft>
              <a:buNone/>
            </a:pPr>
            <a:r>
              <a:t/>
            </a:r>
            <a:endParaRPr b="1" sz="400">
              <a:solidFill>
                <a:schemeClr val="dk1"/>
              </a:solidFill>
              <a:latin typeface="IBM Plex Sans JP"/>
              <a:ea typeface="IBM Plex Sans JP"/>
              <a:cs typeface="IBM Plex Sans JP"/>
              <a:sym typeface="IBM Plex Sans JP"/>
            </a:endParaRPr>
          </a:p>
          <a:p>
            <a:pPr indent="0" lvl="0" marL="0" marR="0" rtl="0" algn="l">
              <a:spcBef>
                <a:spcPts val="0"/>
              </a:spcBef>
              <a:spcAft>
                <a:spcPts val="0"/>
              </a:spcAft>
              <a:buNone/>
            </a:pPr>
            <a:r>
              <a:rPr lang="en-US" sz="1000">
                <a:solidFill>
                  <a:schemeClr val="dk1"/>
                </a:solidFill>
                <a:latin typeface="IBM Plex Sans JP"/>
                <a:ea typeface="IBM Plex Sans JP"/>
                <a:cs typeface="IBM Plex Sans JP"/>
                <a:sym typeface="IBM Plex Sans JP"/>
              </a:rPr>
              <a:t>白と黒の様に明暗差の大きい組合せは明度の低いフィラメントの影響が強くStandardモデルだけでは表現の幅が狭まってし まいます。このような場合はDetailモデルを活用してください。 </a:t>
            </a:r>
            <a:endParaRPr sz="1000">
              <a:solidFill>
                <a:schemeClr val="dk1"/>
              </a:solidFill>
              <a:latin typeface="IBM Plex Sans JP"/>
              <a:ea typeface="IBM Plex Sans JP"/>
              <a:cs typeface="IBM Plex Sans JP"/>
              <a:sym typeface="IBM Plex Sans JP"/>
            </a:endParaRPr>
          </a:p>
          <a:p>
            <a:pPr indent="0" lvl="0" marL="0" marR="0" rtl="0" algn="l">
              <a:spcBef>
                <a:spcPts val="0"/>
              </a:spcBef>
              <a:spcAft>
                <a:spcPts val="0"/>
              </a:spcAft>
              <a:buNone/>
            </a:pPr>
            <a:r>
              <a:t/>
            </a:r>
            <a:endParaRPr sz="1000">
              <a:solidFill>
                <a:schemeClr val="dk1"/>
              </a:solidFill>
              <a:latin typeface="IBM Plex Sans JP"/>
              <a:ea typeface="IBM Plex Sans JP"/>
              <a:cs typeface="IBM Plex Sans JP"/>
              <a:sym typeface="IBM Plex Sans JP"/>
            </a:endParaRPr>
          </a:p>
          <a:p>
            <a:pPr indent="0" lvl="0" marL="0" marR="0" rtl="0" algn="l">
              <a:spcBef>
                <a:spcPts val="0"/>
              </a:spcBef>
              <a:spcAft>
                <a:spcPts val="0"/>
              </a:spcAft>
              <a:buNone/>
            </a:pPr>
            <a:r>
              <a:rPr lang="en-US" sz="1000">
                <a:solidFill>
                  <a:schemeClr val="dk1"/>
                </a:solidFill>
                <a:latin typeface="IBM Plex Sans JP"/>
                <a:ea typeface="IBM Plex Sans JP"/>
                <a:cs typeface="IBM Plex Sans JP"/>
                <a:sym typeface="IBM Plex Sans JP"/>
              </a:rPr>
              <a:t>印刷中のフィラメントは粘性が高くノズル内で十分な撹拌は行われません。そのため混色フィラメントでの印刷結果がまだらに なってしまう事があります。 </a:t>
            </a:r>
            <a:endParaRPr sz="1000">
              <a:solidFill>
                <a:schemeClr val="dk1"/>
              </a:solidFill>
              <a:latin typeface="IBM Plex Sans JP"/>
              <a:ea typeface="IBM Plex Sans JP"/>
              <a:cs typeface="IBM Plex Sans JP"/>
              <a:sym typeface="IBM Plex Sans JP"/>
            </a:endParaRPr>
          </a:p>
          <a:p>
            <a:pPr indent="0" lvl="0" marL="0" marR="0" rtl="0" algn="l">
              <a:spcBef>
                <a:spcPts val="0"/>
              </a:spcBef>
              <a:spcAft>
                <a:spcPts val="0"/>
              </a:spcAft>
              <a:buNone/>
            </a:pPr>
            <a:r>
              <a:rPr lang="en-US" sz="1000">
                <a:solidFill>
                  <a:schemeClr val="dk1"/>
                </a:solidFill>
                <a:latin typeface="IBM Plex Sans JP"/>
                <a:ea typeface="IBM Plex Sans JP"/>
                <a:cs typeface="IBM Plex Sans JP"/>
                <a:sym typeface="IBM Plex Sans JP"/>
              </a:rPr>
              <a:t>明暗差が小さい場合は気づきませんが、明暗差が大きい場合は十分に分かるレベルです。Blend Filament で薄いグレーの フィラメントを作成する場合は白と黒よりも白とグレーの組合せを推奨します。 </a:t>
            </a:r>
            <a:endParaRPr sz="1000">
              <a:solidFill>
                <a:schemeClr val="dk1"/>
              </a:solidFill>
              <a:latin typeface="IBM Plex Sans JP"/>
              <a:ea typeface="IBM Plex Sans JP"/>
              <a:cs typeface="IBM Plex Sans JP"/>
              <a:sym typeface="IBM Plex Sans JP"/>
            </a:endParaRPr>
          </a:p>
        </p:txBody>
      </p:sp>
      <p:pic>
        <p:nvPicPr>
          <p:cNvPr id="174" name="Google Shape;174;p16"/>
          <p:cNvPicPr preferRelativeResize="0"/>
          <p:nvPr/>
        </p:nvPicPr>
        <p:blipFill>
          <a:blip r:embed="rId3">
            <a:alphaModFix/>
          </a:blip>
          <a:stretch>
            <a:fillRect/>
          </a:stretch>
        </p:blipFill>
        <p:spPr>
          <a:xfrm>
            <a:off x="542588" y="2212973"/>
            <a:ext cx="5772827" cy="1863752"/>
          </a:xfrm>
          <a:prstGeom prst="rect">
            <a:avLst/>
          </a:prstGeom>
          <a:noFill/>
          <a:ln>
            <a:noFill/>
          </a:ln>
        </p:spPr>
      </p:pic>
      <p:sp>
        <p:nvSpPr>
          <p:cNvPr id="175" name="Google Shape;175;p16"/>
          <p:cNvSpPr txBox="1"/>
          <p:nvPr/>
        </p:nvSpPr>
        <p:spPr>
          <a:xfrm>
            <a:off x="666532" y="4269345"/>
            <a:ext cx="5642100" cy="1200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IBM Plex Sans JP"/>
                <a:ea typeface="IBM Plex Sans JP"/>
                <a:cs typeface="IBM Plex Sans JP"/>
                <a:sym typeface="IBM Plex Sans JP"/>
              </a:rPr>
              <a:t>材質による違い</a:t>
            </a:r>
            <a:endParaRPr sz="1200">
              <a:solidFill>
                <a:schemeClr val="dk1"/>
              </a:solidFill>
              <a:latin typeface="IBM Plex Sans JP"/>
              <a:ea typeface="IBM Plex Sans JP"/>
              <a:cs typeface="IBM Plex Sans JP"/>
              <a:sym typeface="IBM Plex Sans JP"/>
            </a:endParaRPr>
          </a:p>
          <a:p>
            <a:pPr indent="0" lvl="0" marL="0" marR="0" rtl="0" algn="l">
              <a:spcBef>
                <a:spcPts val="0"/>
              </a:spcBef>
              <a:spcAft>
                <a:spcPts val="0"/>
              </a:spcAft>
              <a:buNone/>
            </a:pPr>
            <a:r>
              <a:t/>
            </a:r>
            <a:endParaRPr sz="600">
              <a:solidFill>
                <a:schemeClr val="dk1"/>
              </a:solidFill>
              <a:latin typeface="IBM Plex Sans JP"/>
              <a:ea typeface="IBM Plex Sans JP"/>
              <a:cs typeface="IBM Plex Sans JP"/>
              <a:sym typeface="IBM Plex Sans JP"/>
            </a:endParaRPr>
          </a:p>
          <a:p>
            <a:pPr indent="0" lvl="0" marL="0" marR="0" rtl="0" algn="l">
              <a:spcBef>
                <a:spcPts val="0"/>
              </a:spcBef>
              <a:spcAft>
                <a:spcPts val="0"/>
              </a:spcAft>
              <a:buNone/>
            </a:pPr>
            <a:r>
              <a:rPr lang="en-US" sz="1000">
                <a:solidFill>
                  <a:schemeClr val="dk1"/>
                </a:solidFill>
                <a:latin typeface="IBM Plex Sans JP"/>
                <a:ea typeface="IBM Plex Sans JP"/>
                <a:cs typeface="IBM Plex Sans JP"/>
                <a:sym typeface="IBM Plex Sans JP"/>
              </a:rPr>
              <a:t>上記白と黒の印刷結果を見てもらうと分かりますが、PLAの混色結果とPETGの混色結果は異なります。 </a:t>
            </a:r>
            <a:endParaRPr sz="1000">
              <a:solidFill>
                <a:schemeClr val="dk1"/>
              </a:solidFill>
              <a:latin typeface="IBM Plex Sans JP"/>
              <a:ea typeface="IBM Plex Sans JP"/>
              <a:cs typeface="IBM Plex Sans JP"/>
              <a:sym typeface="IBM Plex Sans JP"/>
            </a:endParaRPr>
          </a:p>
          <a:p>
            <a:pPr indent="0" lvl="0" marL="0" marR="0" rtl="0" algn="l">
              <a:spcBef>
                <a:spcPts val="0"/>
              </a:spcBef>
              <a:spcAft>
                <a:spcPts val="0"/>
              </a:spcAft>
              <a:buNone/>
            </a:pPr>
            <a:r>
              <a:rPr lang="en-US" sz="1000">
                <a:solidFill>
                  <a:schemeClr val="dk1"/>
                </a:solidFill>
                <a:latin typeface="IBM Plex Sans JP"/>
                <a:ea typeface="IBM Plex Sans JP"/>
                <a:cs typeface="IBM Plex Sans JP"/>
                <a:sym typeface="IBM Plex Sans JP"/>
              </a:rPr>
              <a:t>特にPLA Basicの白は透過性に優れているため、白の影響が極めて低い結果となりました。 一方でPETG HTの白は透過性が低く、PLA Basicよりも白の影響が強い結果となります。 </a:t>
            </a:r>
            <a:endParaRPr sz="1000">
              <a:solidFill>
                <a:schemeClr val="dk1"/>
              </a:solidFill>
              <a:latin typeface="IBM Plex Sans JP"/>
              <a:ea typeface="IBM Plex Sans JP"/>
              <a:cs typeface="IBM Plex Sans JP"/>
              <a:sym typeface="IBM Plex Sans JP"/>
            </a:endParaRPr>
          </a:p>
          <a:p>
            <a:pPr indent="0" lvl="0" marL="0" marR="0" rtl="0" algn="l">
              <a:spcBef>
                <a:spcPts val="0"/>
              </a:spcBef>
              <a:spcAft>
                <a:spcPts val="0"/>
              </a:spcAft>
              <a:buNone/>
            </a:pPr>
            <a:r>
              <a:t/>
            </a:r>
            <a:endParaRPr sz="400">
              <a:solidFill>
                <a:schemeClr val="dk1"/>
              </a:solidFill>
              <a:latin typeface="IBM Plex Sans JP"/>
              <a:ea typeface="IBM Plex Sans JP"/>
              <a:cs typeface="IBM Plex Sans JP"/>
              <a:sym typeface="IBM Plex Sans JP"/>
            </a:endParaRPr>
          </a:p>
          <a:p>
            <a:pPr indent="0" lvl="0" marL="0" marR="0" rtl="0" algn="l">
              <a:spcBef>
                <a:spcPts val="0"/>
              </a:spcBef>
              <a:spcAft>
                <a:spcPts val="0"/>
              </a:spcAft>
              <a:buNone/>
            </a:pPr>
            <a:r>
              <a:rPr lang="en-US" sz="1000">
                <a:solidFill>
                  <a:schemeClr val="dk1"/>
                </a:solidFill>
                <a:latin typeface="IBM Plex Sans JP"/>
                <a:ea typeface="IBM Plex Sans JP"/>
                <a:cs typeface="IBM Plex Sans JP"/>
                <a:sym typeface="IBM Plex Sans JP"/>
              </a:rPr>
              <a:t>混色時にはベースとなるフィラメントの色だけではなく、透過性の影響も受けます。 </a:t>
            </a:r>
            <a:r>
              <a:rPr lang="en-US" sz="1000">
                <a:solidFill>
                  <a:schemeClr val="dk1"/>
                </a:solidFill>
                <a:latin typeface="IBM Plex Sans JP"/>
                <a:ea typeface="IBM Plex Sans JP"/>
                <a:cs typeface="IBM Plex Sans JP"/>
                <a:sym typeface="IBM Plex Sans JP"/>
              </a:rPr>
              <a:t> </a:t>
            </a:r>
            <a:endParaRPr sz="1000">
              <a:solidFill>
                <a:schemeClr val="dk1"/>
              </a:solidFill>
              <a:latin typeface="IBM Plex Sans JP"/>
              <a:ea typeface="IBM Plex Sans JP"/>
              <a:cs typeface="IBM Plex Sans JP"/>
              <a:sym typeface="IBM Plex Sans JP"/>
            </a:endParaRPr>
          </a:p>
        </p:txBody>
      </p:sp>
      <p:sp>
        <p:nvSpPr>
          <p:cNvPr id="176" name="Google Shape;176;p16"/>
          <p:cNvSpPr/>
          <p:nvPr/>
        </p:nvSpPr>
        <p:spPr>
          <a:xfrm>
            <a:off x="594750" y="4343253"/>
            <a:ext cx="124500" cy="129900"/>
          </a:xfrm>
          <a:prstGeom prst="ellipse">
            <a:avLst/>
          </a:prstGeom>
          <a:solidFill>
            <a:schemeClr val="accent1"/>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17"/>
          <p:cNvSpPr/>
          <p:nvPr/>
        </p:nvSpPr>
        <p:spPr>
          <a:xfrm>
            <a:off x="51086" y="45268"/>
            <a:ext cx="6790099" cy="9053465"/>
          </a:xfrm>
          <a:prstGeom prst="rect">
            <a:avLst/>
          </a:prstGeom>
          <a:gradFill>
            <a:gsLst>
              <a:gs pos="0">
                <a:srgbClr val="EE00B0"/>
              </a:gs>
              <a:gs pos="10000">
                <a:srgbClr val="EE00B0"/>
              </a:gs>
              <a:gs pos="50000">
                <a:srgbClr val="6200E8"/>
              </a:gs>
              <a:gs pos="90000">
                <a:srgbClr val="0095E5"/>
              </a:gs>
              <a:gs pos="100000">
                <a:srgbClr val="0095E5"/>
              </a:gs>
            </a:gsLst>
            <a:lin ang="1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82" name="Google Shape;182;p17"/>
          <p:cNvSpPr/>
          <p:nvPr/>
        </p:nvSpPr>
        <p:spPr>
          <a:xfrm>
            <a:off x="17051" y="5531"/>
            <a:ext cx="6858000" cy="9144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183" name="Google Shape;183;p17"/>
          <p:cNvGrpSpPr/>
          <p:nvPr/>
        </p:nvGrpSpPr>
        <p:grpSpPr>
          <a:xfrm>
            <a:off x="0" y="0"/>
            <a:ext cx="6865269" cy="9144001"/>
            <a:chOff x="0" y="0"/>
            <a:chExt cx="6865269" cy="9144001"/>
          </a:xfrm>
        </p:grpSpPr>
        <p:sp>
          <p:nvSpPr>
            <p:cNvPr id="184" name="Google Shape;184;p17"/>
            <p:cNvSpPr/>
            <p:nvPr/>
          </p:nvSpPr>
          <p:spPr>
            <a:xfrm>
              <a:off x="0" y="0"/>
              <a:ext cx="6858000" cy="432000"/>
            </a:xfrm>
            <a:prstGeom prst="rect">
              <a:avLst/>
            </a:prstGeom>
            <a:solidFill>
              <a:srgbClr val="F2A982">
                <a:alpha val="10196"/>
              </a:srgbClr>
            </a:solidFill>
            <a:ln cap="flat" cmpd="sng" w="19050">
              <a:solidFill>
                <a:srgbClr val="7F340D"/>
              </a:solidFill>
              <a:prstDash val="dash"/>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85" name="Google Shape;185;p17"/>
            <p:cNvSpPr/>
            <p:nvPr/>
          </p:nvSpPr>
          <p:spPr>
            <a:xfrm>
              <a:off x="0" y="8712000"/>
              <a:ext cx="6858000" cy="432000"/>
            </a:xfrm>
            <a:prstGeom prst="rect">
              <a:avLst/>
            </a:prstGeom>
            <a:solidFill>
              <a:srgbClr val="F2A982">
                <a:alpha val="10196"/>
              </a:srgbClr>
            </a:solidFill>
            <a:ln cap="flat" cmpd="sng" w="19050">
              <a:solidFill>
                <a:srgbClr val="7F340D"/>
              </a:solidFill>
              <a:prstDash val="dash"/>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86" name="Google Shape;186;p17"/>
            <p:cNvSpPr/>
            <p:nvPr/>
          </p:nvSpPr>
          <p:spPr>
            <a:xfrm>
              <a:off x="0" y="1"/>
              <a:ext cx="540000" cy="9144000"/>
            </a:xfrm>
            <a:prstGeom prst="rect">
              <a:avLst/>
            </a:prstGeom>
            <a:solidFill>
              <a:srgbClr val="F2A982">
                <a:alpha val="10196"/>
              </a:srgbClr>
            </a:solidFill>
            <a:ln cap="flat" cmpd="sng" w="19050">
              <a:solidFill>
                <a:srgbClr val="7F340D"/>
              </a:solidFill>
              <a:prstDash val="dash"/>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87" name="Google Shape;187;p17"/>
            <p:cNvSpPr/>
            <p:nvPr/>
          </p:nvSpPr>
          <p:spPr>
            <a:xfrm>
              <a:off x="6325269" y="0"/>
              <a:ext cx="540000" cy="9144000"/>
            </a:xfrm>
            <a:prstGeom prst="rect">
              <a:avLst/>
            </a:prstGeom>
            <a:solidFill>
              <a:srgbClr val="F2A982">
                <a:alpha val="10196"/>
              </a:srgbClr>
            </a:solidFill>
            <a:ln cap="flat" cmpd="sng" w="19050">
              <a:solidFill>
                <a:srgbClr val="7F340D"/>
              </a:solidFill>
              <a:prstDash val="dash"/>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sp>
        <p:nvSpPr>
          <p:cNvPr id="188" name="Google Shape;188;p17"/>
          <p:cNvSpPr/>
          <p:nvPr/>
        </p:nvSpPr>
        <p:spPr>
          <a:xfrm>
            <a:off x="554537" y="452468"/>
            <a:ext cx="5756193" cy="54000"/>
          </a:xfrm>
          <a:prstGeom prst="rect">
            <a:avLst/>
          </a:prstGeom>
          <a:solidFill>
            <a:schemeClr val="accent1"/>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89" name="Google Shape;189;p17"/>
          <p:cNvSpPr/>
          <p:nvPr/>
        </p:nvSpPr>
        <p:spPr>
          <a:xfrm>
            <a:off x="554538" y="8661917"/>
            <a:ext cx="2592000" cy="54000"/>
          </a:xfrm>
          <a:prstGeom prst="rect">
            <a:avLst/>
          </a:prstGeom>
          <a:solidFill>
            <a:schemeClr val="accent1"/>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0" name="Google Shape;190;p17"/>
          <p:cNvSpPr/>
          <p:nvPr/>
        </p:nvSpPr>
        <p:spPr>
          <a:xfrm>
            <a:off x="3734844" y="8661917"/>
            <a:ext cx="2592000" cy="54000"/>
          </a:xfrm>
          <a:prstGeom prst="rect">
            <a:avLst/>
          </a:prstGeom>
          <a:solidFill>
            <a:schemeClr val="accent1"/>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1" name="Google Shape;191;p17"/>
          <p:cNvSpPr txBox="1"/>
          <p:nvPr/>
        </p:nvSpPr>
        <p:spPr>
          <a:xfrm>
            <a:off x="3163826" y="8511531"/>
            <a:ext cx="575734" cy="369332"/>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Arial"/>
                <a:ea typeface="Arial"/>
                <a:cs typeface="Arial"/>
                <a:sym typeface="Arial"/>
              </a:rPr>
              <a:t>4</a:t>
            </a:r>
            <a:endParaRPr sz="1800">
              <a:solidFill>
                <a:schemeClr val="dk1"/>
              </a:solidFill>
              <a:latin typeface="Arial"/>
              <a:ea typeface="Arial"/>
              <a:cs typeface="Arial"/>
              <a:sym typeface="Arial"/>
            </a:endParaRPr>
          </a:p>
        </p:txBody>
      </p:sp>
      <p:sp>
        <p:nvSpPr>
          <p:cNvPr id="192" name="Google Shape;192;p17"/>
          <p:cNvSpPr/>
          <p:nvPr/>
        </p:nvSpPr>
        <p:spPr>
          <a:xfrm>
            <a:off x="571996" y="4384391"/>
            <a:ext cx="204600" cy="204600"/>
          </a:xfrm>
          <a:prstGeom prst="ellipse">
            <a:avLst/>
          </a:prstGeom>
          <a:solidFill>
            <a:schemeClr val="accent1"/>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3" name="Google Shape;193;p17"/>
          <p:cNvSpPr txBox="1"/>
          <p:nvPr/>
        </p:nvSpPr>
        <p:spPr>
          <a:xfrm>
            <a:off x="812664" y="4316001"/>
            <a:ext cx="19239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IBM Plex Sans JP SemiBold"/>
                <a:ea typeface="IBM Plex Sans JP SemiBold"/>
                <a:cs typeface="IBM Plex Sans JP SemiBold"/>
                <a:sym typeface="IBM Plex Sans JP SemiBold"/>
              </a:rPr>
              <a:t>５．使用上の注意 </a:t>
            </a:r>
            <a:endParaRPr b="1" sz="1800">
              <a:solidFill>
                <a:schemeClr val="dk1"/>
              </a:solidFill>
              <a:latin typeface="IBM Plex Sans JP SemiBold"/>
              <a:ea typeface="IBM Plex Sans JP SemiBold"/>
              <a:cs typeface="IBM Plex Sans JP SemiBold"/>
              <a:sym typeface="IBM Plex Sans JP SemiBold"/>
            </a:endParaRPr>
          </a:p>
        </p:txBody>
      </p:sp>
      <p:sp>
        <p:nvSpPr>
          <p:cNvPr id="194" name="Google Shape;194;p17"/>
          <p:cNvSpPr txBox="1"/>
          <p:nvPr/>
        </p:nvSpPr>
        <p:spPr>
          <a:xfrm>
            <a:off x="672873" y="4641428"/>
            <a:ext cx="5649600" cy="708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000">
                <a:solidFill>
                  <a:schemeClr val="dk1"/>
                </a:solidFill>
                <a:latin typeface="IBM Plex Sans JP"/>
                <a:ea typeface="IBM Plex Sans JP"/>
                <a:cs typeface="IBM Plex Sans JP"/>
                <a:sym typeface="IBM Plex Sans JP"/>
              </a:rPr>
              <a:t>印刷手順：</a:t>
            </a:r>
            <a:r>
              <a:rPr lang="en-US" sz="1000">
                <a:solidFill>
                  <a:schemeClr val="dk1"/>
                </a:solidFill>
                <a:latin typeface="IBM Plex Sans JP"/>
                <a:ea typeface="IBM Plex Sans JP"/>
                <a:cs typeface="IBM Plex Sans JP"/>
                <a:sym typeface="IBM Plex Sans JP"/>
              </a:rPr>
              <a:t>本モデルは混色フィラメントを作るためのものです。2色の市販のフィラメントを用いて混色フィラメントを印刷＃1します。 この混色フィラメントを使って作りたいモデルを印刷#2します。 </a:t>
            </a:r>
            <a:endParaRPr sz="1000">
              <a:solidFill>
                <a:schemeClr val="dk1"/>
              </a:solidFill>
              <a:latin typeface="IBM Plex Sans JP"/>
              <a:ea typeface="IBM Plex Sans JP"/>
              <a:cs typeface="IBM Plex Sans JP"/>
              <a:sym typeface="IBM Plex Sans JP"/>
            </a:endParaRPr>
          </a:p>
          <a:p>
            <a:pPr indent="0" lvl="0" marL="0" marR="0" rtl="0" algn="l">
              <a:spcBef>
                <a:spcPts val="0"/>
              </a:spcBef>
              <a:spcAft>
                <a:spcPts val="0"/>
              </a:spcAft>
              <a:buNone/>
            </a:pPr>
            <a:r>
              <a:rPr lang="en-US" sz="1000">
                <a:solidFill>
                  <a:schemeClr val="dk1"/>
                </a:solidFill>
                <a:latin typeface="IBM Plex Sans JP"/>
                <a:ea typeface="IBM Plex Sans JP"/>
                <a:cs typeface="IBM Plex Sans JP"/>
                <a:sym typeface="IBM Plex Sans JP"/>
              </a:rPr>
              <a:t>この様に2段階の印刷で作りたい形の物を好きな色で作ることが出来ます。 </a:t>
            </a:r>
            <a:endParaRPr sz="1000"/>
          </a:p>
        </p:txBody>
      </p:sp>
      <p:sp>
        <p:nvSpPr>
          <p:cNvPr id="195" name="Google Shape;195;p17"/>
          <p:cNvSpPr txBox="1"/>
          <p:nvPr/>
        </p:nvSpPr>
        <p:spPr>
          <a:xfrm>
            <a:off x="677258" y="694682"/>
            <a:ext cx="5649600" cy="1462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chemeClr val="dk1"/>
                </a:solidFill>
                <a:latin typeface="IBM Plex Sans JP"/>
                <a:ea typeface="IBM Plex Sans JP"/>
                <a:cs typeface="IBM Plex Sans JP"/>
                <a:sym typeface="IBM Plex Sans JP"/>
              </a:rPr>
              <a:t>Cyan・Magenta・Yellow は、色相環上で等間隔に並んでおり、理想的な組み合わせですが、５０％混合色は彩度若干落ち ます。ユーザーによってはイメージする“鮮やかな中間色”から外れるかもしれません。 </a:t>
            </a:r>
            <a:endParaRPr sz="1000">
              <a:solidFill>
                <a:schemeClr val="dk1"/>
              </a:solidFill>
              <a:latin typeface="IBM Plex Sans JP"/>
              <a:ea typeface="IBM Plex Sans JP"/>
              <a:cs typeface="IBM Plex Sans JP"/>
              <a:sym typeface="IBM Plex Sans JP"/>
            </a:endParaRPr>
          </a:p>
          <a:p>
            <a:pPr indent="0" lvl="0" marL="0" marR="0" rtl="0" algn="l">
              <a:spcBef>
                <a:spcPts val="0"/>
              </a:spcBef>
              <a:spcAft>
                <a:spcPts val="0"/>
              </a:spcAft>
              <a:buNone/>
            </a:pPr>
            <a:r>
              <a:rPr lang="en-US" sz="1000">
                <a:solidFill>
                  <a:schemeClr val="dk1"/>
                </a:solidFill>
                <a:latin typeface="IBM Plex Sans JP"/>
                <a:ea typeface="IBM Plex Sans JP"/>
                <a:cs typeface="IBM Plex Sans JP"/>
                <a:sym typeface="IBM Plex Sans JP"/>
              </a:rPr>
              <a:t>また、Jade White とBlack は明度差が大きくまだらになってしまう傾向にあります。 </a:t>
            </a:r>
            <a:endParaRPr sz="1000">
              <a:solidFill>
                <a:schemeClr val="dk1"/>
              </a:solidFill>
              <a:latin typeface="IBM Plex Sans JP"/>
              <a:ea typeface="IBM Plex Sans JP"/>
              <a:cs typeface="IBM Plex Sans JP"/>
              <a:sym typeface="IBM Plex Sans JP"/>
            </a:endParaRPr>
          </a:p>
          <a:p>
            <a:pPr indent="0" lvl="0" marL="0" marR="0" rtl="0" algn="l">
              <a:spcBef>
                <a:spcPts val="0"/>
              </a:spcBef>
              <a:spcAft>
                <a:spcPts val="0"/>
              </a:spcAft>
              <a:buNone/>
            </a:pPr>
            <a:r>
              <a:t/>
            </a:r>
            <a:endParaRPr sz="1000">
              <a:solidFill>
                <a:schemeClr val="dk1"/>
              </a:solidFill>
              <a:latin typeface="IBM Plex Sans JP"/>
              <a:ea typeface="IBM Plex Sans JP"/>
              <a:cs typeface="IBM Plex Sans JP"/>
              <a:sym typeface="IBM Plex Sans JP"/>
            </a:endParaRPr>
          </a:p>
          <a:p>
            <a:pPr indent="0" lvl="0" marL="0" marR="0" rtl="0" algn="l">
              <a:spcBef>
                <a:spcPts val="0"/>
              </a:spcBef>
              <a:spcAft>
                <a:spcPts val="0"/>
              </a:spcAft>
              <a:buNone/>
            </a:pPr>
            <a:r>
              <a:rPr lang="en-US" sz="1000">
                <a:solidFill>
                  <a:schemeClr val="dk1"/>
                </a:solidFill>
                <a:latin typeface="IBM Plex Sans JP"/>
                <a:ea typeface="IBM Plex Sans JP"/>
                <a:cs typeface="IBM Plex Sans JP"/>
                <a:sym typeface="IBM Plex Sans JP"/>
              </a:rPr>
              <a:t>そこで、これらの区間に対しては ： </a:t>
            </a:r>
            <a:r>
              <a:rPr lang="en-US" sz="900">
                <a:solidFill>
                  <a:schemeClr val="dk1"/>
                </a:solidFill>
                <a:latin typeface="IBM Plex Sans JP"/>
                <a:ea typeface="IBM Plex Sans JP"/>
                <a:cs typeface="IBM Plex Sans JP"/>
                <a:sym typeface="IBM Plex Sans JP"/>
              </a:rPr>
              <a:t>Cyan–Yellow → Bamboo Green </a:t>
            </a:r>
            <a:endParaRPr sz="900">
              <a:solidFill>
                <a:schemeClr val="dk1"/>
              </a:solidFill>
              <a:latin typeface="IBM Plex Sans JP"/>
              <a:ea typeface="IBM Plex Sans JP"/>
              <a:cs typeface="IBM Plex Sans JP"/>
              <a:sym typeface="IBM Plex Sans JP"/>
            </a:endParaRPr>
          </a:p>
          <a:p>
            <a:pPr indent="0" lvl="0" marL="0" marR="0" rtl="0" algn="l">
              <a:spcBef>
                <a:spcPts val="0"/>
              </a:spcBef>
              <a:spcAft>
                <a:spcPts val="0"/>
              </a:spcAft>
              <a:buNone/>
            </a:pPr>
            <a:r>
              <a:rPr lang="en-US" sz="1000">
                <a:solidFill>
                  <a:schemeClr val="dk1"/>
                </a:solidFill>
                <a:latin typeface="IBM Plex Sans JP"/>
                <a:ea typeface="IBM Plex Sans JP"/>
                <a:cs typeface="IBM Plex Sans JP"/>
                <a:sym typeface="IBM Plex Sans JP"/>
              </a:rPr>
              <a:t>                                                                  </a:t>
            </a:r>
            <a:r>
              <a:rPr lang="en-US" sz="900">
                <a:solidFill>
                  <a:schemeClr val="dk1"/>
                </a:solidFill>
                <a:latin typeface="IBM Plex Sans JP"/>
                <a:ea typeface="IBM Plex Sans JP"/>
                <a:cs typeface="IBM Plex Sans JP"/>
                <a:sym typeface="IBM Plex Sans JP"/>
              </a:rPr>
              <a:t>Magenta-Cyan → Purple </a:t>
            </a:r>
            <a:endParaRPr sz="900">
              <a:solidFill>
                <a:schemeClr val="dk1"/>
              </a:solidFill>
              <a:latin typeface="IBM Plex Sans JP"/>
              <a:ea typeface="IBM Plex Sans JP"/>
              <a:cs typeface="IBM Plex Sans JP"/>
              <a:sym typeface="IBM Plex Sans JP"/>
            </a:endParaRPr>
          </a:p>
          <a:p>
            <a:pPr indent="0" lvl="0" marL="0" marR="0" rtl="0" algn="l">
              <a:spcBef>
                <a:spcPts val="0"/>
              </a:spcBef>
              <a:spcAft>
                <a:spcPts val="0"/>
              </a:spcAft>
              <a:buNone/>
            </a:pPr>
            <a:r>
              <a:t/>
            </a:r>
            <a:endParaRPr sz="900">
              <a:solidFill>
                <a:schemeClr val="dk1"/>
              </a:solidFill>
              <a:latin typeface="IBM Plex Sans JP"/>
              <a:ea typeface="IBM Plex Sans JP"/>
              <a:cs typeface="IBM Plex Sans JP"/>
              <a:sym typeface="IBM Plex Sans JP"/>
            </a:endParaRPr>
          </a:p>
          <a:p>
            <a:pPr indent="0" lvl="0" marL="0" marR="0" rtl="0" algn="l">
              <a:spcBef>
                <a:spcPts val="0"/>
              </a:spcBef>
              <a:spcAft>
                <a:spcPts val="0"/>
              </a:spcAft>
              <a:buNone/>
            </a:pPr>
            <a:r>
              <a:rPr lang="en-US" sz="1000">
                <a:solidFill>
                  <a:schemeClr val="dk1"/>
                </a:solidFill>
                <a:latin typeface="IBM Plex Sans JP"/>
                <a:ea typeface="IBM Plex Sans JP"/>
                <a:cs typeface="IBM Plex Sans JP"/>
                <a:sym typeface="IBM Plex Sans JP"/>
              </a:rPr>
              <a:t>といったブリッジ色(フィラメント)を提案いたします。 </a:t>
            </a:r>
            <a:endParaRPr b="1" sz="1000">
              <a:solidFill>
                <a:schemeClr val="dk1"/>
              </a:solidFill>
              <a:latin typeface="IBM Plex Sans JP"/>
              <a:ea typeface="IBM Plex Sans JP"/>
              <a:cs typeface="IBM Plex Sans JP"/>
              <a:sym typeface="IBM Plex Sans JP"/>
            </a:endParaRPr>
          </a:p>
        </p:txBody>
      </p:sp>
      <p:sp>
        <p:nvSpPr>
          <p:cNvPr id="196" name="Google Shape;196;p17"/>
          <p:cNvSpPr txBox="1"/>
          <p:nvPr/>
        </p:nvSpPr>
        <p:spPr>
          <a:xfrm>
            <a:off x="4590934" y="1475548"/>
            <a:ext cx="16647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900">
                <a:solidFill>
                  <a:schemeClr val="dk1"/>
                </a:solidFill>
                <a:latin typeface="IBM Plex Sans JP"/>
                <a:ea typeface="IBM Plex Sans JP"/>
                <a:cs typeface="IBM Plex Sans JP"/>
                <a:sym typeface="IBM Plex Sans JP"/>
              </a:rPr>
              <a:t>Yellow–Magenta → Orange </a:t>
            </a:r>
            <a:endParaRPr sz="900">
              <a:solidFill>
                <a:schemeClr val="dk1"/>
              </a:solidFill>
              <a:latin typeface="IBM Plex Sans JP"/>
              <a:ea typeface="IBM Plex Sans JP"/>
              <a:cs typeface="IBM Plex Sans JP"/>
              <a:sym typeface="IBM Plex Sans JP"/>
            </a:endParaRPr>
          </a:p>
          <a:p>
            <a:pPr indent="0" lvl="0" marL="0" marR="0" rtl="0" algn="l">
              <a:spcBef>
                <a:spcPts val="0"/>
              </a:spcBef>
              <a:spcAft>
                <a:spcPts val="0"/>
              </a:spcAft>
              <a:buNone/>
            </a:pPr>
            <a:r>
              <a:rPr lang="en-US" sz="900">
                <a:solidFill>
                  <a:schemeClr val="dk1"/>
                </a:solidFill>
                <a:latin typeface="IBM Plex Sans JP"/>
                <a:ea typeface="IBM Plex Sans JP"/>
                <a:cs typeface="IBM Plex Sans JP"/>
                <a:sym typeface="IBM Plex Sans JP"/>
              </a:rPr>
              <a:t>Jade White-Black → Gray </a:t>
            </a:r>
            <a:endParaRPr sz="900">
              <a:solidFill>
                <a:schemeClr val="dk1"/>
              </a:solidFill>
              <a:latin typeface="IBM Plex Sans JP"/>
              <a:ea typeface="IBM Plex Sans JP"/>
              <a:cs typeface="IBM Plex Sans JP"/>
              <a:sym typeface="IBM Plex Sans JP"/>
            </a:endParaRPr>
          </a:p>
        </p:txBody>
      </p:sp>
      <p:pic>
        <p:nvPicPr>
          <p:cNvPr id="197" name="Google Shape;197;p17"/>
          <p:cNvPicPr preferRelativeResize="0"/>
          <p:nvPr/>
        </p:nvPicPr>
        <p:blipFill>
          <a:blip r:embed="rId3">
            <a:alphaModFix/>
          </a:blip>
          <a:stretch>
            <a:fillRect/>
          </a:stretch>
        </p:blipFill>
        <p:spPr>
          <a:xfrm>
            <a:off x="785500" y="2258112"/>
            <a:ext cx="5536976" cy="2111324"/>
          </a:xfrm>
          <a:prstGeom prst="rect">
            <a:avLst/>
          </a:prstGeom>
          <a:noFill/>
          <a:ln>
            <a:noFill/>
          </a:ln>
        </p:spPr>
      </p:pic>
      <p:sp>
        <p:nvSpPr>
          <p:cNvPr id="198" name="Google Shape;198;p17"/>
          <p:cNvSpPr/>
          <p:nvPr/>
        </p:nvSpPr>
        <p:spPr>
          <a:xfrm>
            <a:off x="612050" y="6846355"/>
            <a:ext cx="124500" cy="129900"/>
          </a:xfrm>
          <a:prstGeom prst="ellipse">
            <a:avLst/>
          </a:prstGeom>
          <a:solidFill>
            <a:schemeClr val="accent1"/>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pic>
        <p:nvPicPr>
          <p:cNvPr id="199" name="Google Shape;199;p17"/>
          <p:cNvPicPr preferRelativeResize="0"/>
          <p:nvPr/>
        </p:nvPicPr>
        <p:blipFill>
          <a:blip r:embed="rId4">
            <a:alphaModFix/>
          </a:blip>
          <a:stretch>
            <a:fillRect/>
          </a:stretch>
        </p:blipFill>
        <p:spPr>
          <a:xfrm>
            <a:off x="689488" y="5376497"/>
            <a:ext cx="5479024" cy="1295775"/>
          </a:xfrm>
          <a:prstGeom prst="rect">
            <a:avLst/>
          </a:prstGeom>
          <a:noFill/>
          <a:ln>
            <a:noFill/>
          </a:ln>
        </p:spPr>
      </p:pic>
      <p:sp>
        <p:nvSpPr>
          <p:cNvPr id="200" name="Google Shape;200;p17"/>
          <p:cNvSpPr txBox="1"/>
          <p:nvPr/>
        </p:nvSpPr>
        <p:spPr>
          <a:xfrm>
            <a:off x="672873" y="6781953"/>
            <a:ext cx="5649600" cy="14622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b="1" lang="en-US" sz="1200"/>
              <a:t>印刷 #1（Blend Filament の印刷）前</a:t>
            </a:r>
            <a:endParaRPr b="1" sz="1200"/>
          </a:p>
          <a:p>
            <a:pPr indent="0" lvl="0" marL="0" rtl="0" algn="l">
              <a:spcBef>
                <a:spcPts val="0"/>
              </a:spcBef>
              <a:spcAft>
                <a:spcPts val="0"/>
              </a:spcAft>
              <a:buNone/>
            </a:pPr>
            <a:r>
              <a:t/>
            </a:r>
            <a:endParaRPr b="1" sz="500"/>
          </a:p>
          <a:p>
            <a:pPr indent="0" lvl="0" marL="0" rtl="0" algn="l">
              <a:spcBef>
                <a:spcPts val="0"/>
              </a:spcBef>
              <a:spcAft>
                <a:spcPts val="0"/>
              </a:spcAft>
              <a:buNone/>
            </a:pPr>
            <a:r>
              <a:rPr b="1" lang="en-US" sz="1000"/>
              <a:t>必須の項目 </a:t>
            </a:r>
            <a:endParaRPr b="1" sz="1000"/>
          </a:p>
          <a:p>
            <a:pPr indent="0" lvl="0" marL="0" rtl="0" algn="l">
              <a:spcBef>
                <a:spcPts val="0"/>
              </a:spcBef>
              <a:spcAft>
                <a:spcPts val="0"/>
              </a:spcAft>
              <a:buNone/>
            </a:pPr>
            <a:r>
              <a:t/>
            </a:r>
            <a:endParaRPr b="1" sz="400"/>
          </a:p>
          <a:p>
            <a:pPr indent="0" lvl="0" marL="0" rtl="0" algn="l">
              <a:spcBef>
                <a:spcPts val="0"/>
              </a:spcBef>
              <a:spcAft>
                <a:spcPts val="0"/>
              </a:spcAft>
              <a:buNone/>
            </a:pPr>
            <a:r>
              <a:rPr lang="en-US" sz="1000"/>
              <a:t>・AMS 必須 </a:t>
            </a:r>
            <a:endParaRPr sz="1000"/>
          </a:p>
          <a:p>
            <a:pPr indent="0" lvl="0" marL="0" rtl="0" algn="l">
              <a:spcBef>
                <a:spcPts val="0"/>
              </a:spcBef>
              <a:spcAft>
                <a:spcPts val="0"/>
              </a:spcAft>
              <a:buNone/>
            </a:pPr>
            <a:r>
              <a:rPr lang="en-US" sz="900"/>
              <a:t>2 色の頻繁な色の切り替えが必要です。AMSまたは同等のマルチマテリアルシステム必須です。</a:t>
            </a:r>
            <a:r>
              <a:rPr lang="en-US" sz="1000"/>
              <a:t> </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rPr lang="en-US" sz="1000"/>
              <a:t>・0.4 mm ノズル必須 </a:t>
            </a:r>
            <a:endParaRPr sz="1000"/>
          </a:p>
          <a:p>
            <a:pPr indent="0" lvl="0" marL="0" rtl="0" algn="l">
              <a:spcBef>
                <a:spcPts val="0"/>
              </a:spcBef>
              <a:spcAft>
                <a:spcPts val="0"/>
              </a:spcAft>
              <a:buNone/>
            </a:pPr>
            <a:r>
              <a:rPr lang="en-US" sz="900"/>
              <a:t>定着のため、比較的厚い1層目と混合比の確保のための薄い一般層と言う組み合わせのため、0.4mmノズルが必須となります。0.4mm大流量ノズルは問題ありません。 </a:t>
            </a:r>
            <a:endParaRPr sz="9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18"/>
          <p:cNvSpPr/>
          <p:nvPr/>
        </p:nvSpPr>
        <p:spPr>
          <a:xfrm>
            <a:off x="51086" y="45268"/>
            <a:ext cx="6790200" cy="9053400"/>
          </a:xfrm>
          <a:prstGeom prst="rect">
            <a:avLst/>
          </a:prstGeom>
          <a:gradFill>
            <a:gsLst>
              <a:gs pos="0">
                <a:srgbClr val="EE00B0"/>
              </a:gs>
              <a:gs pos="10000">
                <a:srgbClr val="EE00B0"/>
              </a:gs>
              <a:gs pos="50000">
                <a:srgbClr val="6200E8"/>
              </a:gs>
              <a:gs pos="90000">
                <a:srgbClr val="0095E5"/>
              </a:gs>
              <a:gs pos="100000">
                <a:srgbClr val="0095E5"/>
              </a:gs>
            </a:gsLst>
            <a:lin ang="1800004"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06" name="Google Shape;206;p18"/>
          <p:cNvSpPr/>
          <p:nvPr/>
        </p:nvSpPr>
        <p:spPr>
          <a:xfrm>
            <a:off x="17051" y="5531"/>
            <a:ext cx="6858000" cy="9144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207" name="Google Shape;207;p18"/>
          <p:cNvGrpSpPr/>
          <p:nvPr/>
        </p:nvGrpSpPr>
        <p:grpSpPr>
          <a:xfrm>
            <a:off x="0" y="0"/>
            <a:ext cx="6865269" cy="9144001"/>
            <a:chOff x="0" y="0"/>
            <a:chExt cx="6865269" cy="9144001"/>
          </a:xfrm>
        </p:grpSpPr>
        <p:sp>
          <p:nvSpPr>
            <p:cNvPr id="208" name="Google Shape;208;p18"/>
            <p:cNvSpPr/>
            <p:nvPr/>
          </p:nvSpPr>
          <p:spPr>
            <a:xfrm>
              <a:off x="0" y="0"/>
              <a:ext cx="6858000" cy="432000"/>
            </a:xfrm>
            <a:prstGeom prst="rect">
              <a:avLst/>
            </a:prstGeom>
            <a:solidFill>
              <a:srgbClr val="F2A982">
                <a:alpha val="10200"/>
              </a:srgbClr>
            </a:solidFill>
            <a:ln cap="flat" cmpd="sng" w="19050">
              <a:solidFill>
                <a:srgbClr val="7F340D"/>
              </a:solidFill>
              <a:prstDash val="dash"/>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09" name="Google Shape;209;p18"/>
            <p:cNvSpPr/>
            <p:nvPr/>
          </p:nvSpPr>
          <p:spPr>
            <a:xfrm>
              <a:off x="0" y="8712000"/>
              <a:ext cx="6858000" cy="432000"/>
            </a:xfrm>
            <a:prstGeom prst="rect">
              <a:avLst/>
            </a:prstGeom>
            <a:solidFill>
              <a:srgbClr val="F2A982">
                <a:alpha val="10200"/>
              </a:srgbClr>
            </a:solidFill>
            <a:ln cap="flat" cmpd="sng" w="19050">
              <a:solidFill>
                <a:srgbClr val="7F340D"/>
              </a:solidFill>
              <a:prstDash val="dash"/>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10" name="Google Shape;210;p18"/>
            <p:cNvSpPr/>
            <p:nvPr/>
          </p:nvSpPr>
          <p:spPr>
            <a:xfrm>
              <a:off x="0" y="1"/>
              <a:ext cx="540000" cy="9144000"/>
            </a:xfrm>
            <a:prstGeom prst="rect">
              <a:avLst/>
            </a:prstGeom>
            <a:solidFill>
              <a:srgbClr val="F2A982">
                <a:alpha val="10200"/>
              </a:srgbClr>
            </a:solidFill>
            <a:ln cap="flat" cmpd="sng" w="19050">
              <a:solidFill>
                <a:srgbClr val="7F340D"/>
              </a:solidFill>
              <a:prstDash val="dash"/>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11" name="Google Shape;211;p18"/>
            <p:cNvSpPr/>
            <p:nvPr/>
          </p:nvSpPr>
          <p:spPr>
            <a:xfrm>
              <a:off x="6325269" y="0"/>
              <a:ext cx="540000" cy="9144000"/>
            </a:xfrm>
            <a:prstGeom prst="rect">
              <a:avLst/>
            </a:prstGeom>
            <a:solidFill>
              <a:srgbClr val="F2A982">
                <a:alpha val="10200"/>
              </a:srgbClr>
            </a:solidFill>
            <a:ln cap="flat" cmpd="sng" w="19050">
              <a:solidFill>
                <a:srgbClr val="7F340D"/>
              </a:solidFill>
              <a:prstDash val="dash"/>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sp>
        <p:nvSpPr>
          <p:cNvPr id="212" name="Google Shape;212;p18"/>
          <p:cNvSpPr/>
          <p:nvPr/>
        </p:nvSpPr>
        <p:spPr>
          <a:xfrm>
            <a:off x="554537" y="452468"/>
            <a:ext cx="5756100" cy="54000"/>
          </a:xfrm>
          <a:prstGeom prst="rect">
            <a:avLst/>
          </a:prstGeom>
          <a:solidFill>
            <a:schemeClr val="accent1"/>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13" name="Google Shape;213;p18"/>
          <p:cNvSpPr/>
          <p:nvPr/>
        </p:nvSpPr>
        <p:spPr>
          <a:xfrm>
            <a:off x="554538" y="8661917"/>
            <a:ext cx="2592000" cy="54000"/>
          </a:xfrm>
          <a:prstGeom prst="rect">
            <a:avLst/>
          </a:prstGeom>
          <a:solidFill>
            <a:schemeClr val="accent1"/>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14" name="Google Shape;214;p18"/>
          <p:cNvSpPr/>
          <p:nvPr/>
        </p:nvSpPr>
        <p:spPr>
          <a:xfrm>
            <a:off x="3734844" y="8661917"/>
            <a:ext cx="2592000" cy="54000"/>
          </a:xfrm>
          <a:prstGeom prst="rect">
            <a:avLst/>
          </a:prstGeom>
          <a:solidFill>
            <a:schemeClr val="accent1"/>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15" name="Google Shape;215;p18"/>
          <p:cNvSpPr txBox="1"/>
          <p:nvPr/>
        </p:nvSpPr>
        <p:spPr>
          <a:xfrm>
            <a:off x="3163826" y="8511531"/>
            <a:ext cx="575700" cy="36930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rPr>
              <a:t>5</a:t>
            </a:r>
            <a:endParaRPr sz="1800">
              <a:solidFill>
                <a:schemeClr val="dk1"/>
              </a:solidFill>
              <a:latin typeface="Arial"/>
              <a:ea typeface="Arial"/>
              <a:cs typeface="Arial"/>
              <a:sym typeface="Arial"/>
            </a:endParaRPr>
          </a:p>
        </p:txBody>
      </p:sp>
      <p:sp>
        <p:nvSpPr>
          <p:cNvPr id="216" name="Google Shape;216;p18"/>
          <p:cNvSpPr txBox="1"/>
          <p:nvPr/>
        </p:nvSpPr>
        <p:spPr>
          <a:xfrm>
            <a:off x="672873" y="5382265"/>
            <a:ext cx="5649600" cy="1523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000">
                <a:solidFill>
                  <a:schemeClr val="dk1"/>
                </a:solidFill>
                <a:latin typeface="IBM Plex Sans JP"/>
                <a:ea typeface="IBM Plex Sans JP"/>
                <a:cs typeface="IBM Plex Sans JP"/>
                <a:sym typeface="IBM Plex Sans JP"/>
              </a:rPr>
              <a:t>非推奨の項目 </a:t>
            </a:r>
            <a:endParaRPr b="1" sz="1000">
              <a:solidFill>
                <a:schemeClr val="dk1"/>
              </a:solidFill>
              <a:latin typeface="IBM Plex Sans JP"/>
              <a:ea typeface="IBM Plex Sans JP"/>
              <a:cs typeface="IBM Plex Sans JP"/>
              <a:sym typeface="IBM Plex Sans JP"/>
            </a:endParaRPr>
          </a:p>
          <a:p>
            <a:pPr indent="0" lvl="0" marL="0" marR="0" rtl="0" algn="l">
              <a:spcBef>
                <a:spcPts val="0"/>
              </a:spcBef>
              <a:spcAft>
                <a:spcPts val="0"/>
              </a:spcAft>
              <a:buNone/>
            </a:pPr>
            <a:r>
              <a:t/>
            </a:r>
            <a:endParaRPr b="1" sz="400">
              <a:solidFill>
                <a:schemeClr val="dk1"/>
              </a:solidFill>
              <a:latin typeface="IBM Plex Sans JP"/>
              <a:ea typeface="IBM Plex Sans JP"/>
              <a:cs typeface="IBM Plex Sans JP"/>
              <a:sym typeface="IBM Plex Sans JP"/>
            </a:endParaRPr>
          </a:p>
          <a:p>
            <a:pPr indent="0" lvl="0" marL="0" marR="0" rtl="0" algn="l">
              <a:spcBef>
                <a:spcPts val="0"/>
              </a:spcBef>
              <a:spcAft>
                <a:spcPts val="0"/>
              </a:spcAft>
              <a:buNone/>
            </a:pPr>
            <a:r>
              <a:rPr lang="en-US" sz="1000">
                <a:solidFill>
                  <a:schemeClr val="dk1"/>
                </a:solidFill>
                <a:latin typeface="IBM Plex Sans JP"/>
                <a:ea typeface="IBM Plex Sans JP"/>
                <a:cs typeface="IBM Plex Sans JP"/>
                <a:sym typeface="IBM Plex Sans JP"/>
              </a:rPr>
              <a:t>・糊の使用 </a:t>
            </a:r>
            <a:endParaRPr sz="1000">
              <a:solidFill>
                <a:schemeClr val="dk1"/>
              </a:solidFill>
              <a:latin typeface="IBM Plex Sans JP"/>
              <a:ea typeface="IBM Plex Sans JP"/>
              <a:cs typeface="IBM Plex Sans JP"/>
              <a:sym typeface="IBM Plex Sans JP"/>
            </a:endParaRPr>
          </a:p>
          <a:p>
            <a:pPr indent="0" lvl="0" marL="0" marR="0" rtl="0" algn="l">
              <a:spcBef>
                <a:spcPts val="0"/>
              </a:spcBef>
              <a:spcAft>
                <a:spcPts val="0"/>
              </a:spcAft>
              <a:buNone/>
            </a:pPr>
            <a:r>
              <a:rPr lang="en-US" sz="900">
                <a:solidFill>
                  <a:schemeClr val="dk1"/>
                </a:solidFill>
                <a:latin typeface="IBM Plex Sans JP"/>
                <a:ea typeface="IBM Plex Sans JP"/>
                <a:cs typeface="IBM Plex Sans JP"/>
                <a:sym typeface="IBM Plex Sans JP"/>
              </a:rPr>
              <a:t>印刷 #2 にて糊がノズルに詰まる可能性があります。 </a:t>
            </a:r>
            <a:endParaRPr sz="900">
              <a:solidFill>
                <a:schemeClr val="dk1"/>
              </a:solidFill>
              <a:latin typeface="IBM Plex Sans JP"/>
              <a:ea typeface="IBM Plex Sans JP"/>
              <a:cs typeface="IBM Plex Sans JP"/>
              <a:sym typeface="IBM Plex Sans JP"/>
            </a:endParaRPr>
          </a:p>
          <a:p>
            <a:pPr indent="0" lvl="0" marL="0" marR="0" rtl="0" algn="l">
              <a:spcBef>
                <a:spcPts val="0"/>
              </a:spcBef>
              <a:spcAft>
                <a:spcPts val="0"/>
              </a:spcAft>
              <a:buNone/>
            </a:pPr>
            <a:r>
              <a:t/>
            </a:r>
            <a:endParaRPr sz="1000">
              <a:solidFill>
                <a:schemeClr val="dk1"/>
              </a:solidFill>
              <a:latin typeface="IBM Plex Sans JP"/>
              <a:ea typeface="IBM Plex Sans JP"/>
              <a:cs typeface="IBM Plex Sans JP"/>
              <a:sym typeface="IBM Plex Sans JP"/>
            </a:endParaRPr>
          </a:p>
          <a:p>
            <a:pPr indent="0" lvl="0" marL="0" marR="0" rtl="0" algn="l">
              <a:spcBef>
                <a:spcPts val="0"/>
              </a:spcBef>
              <a:spcAft>
                <a:spcPts val="0"/>
              </a:spcAft>
              <a:buNone/>
            </a:pPr>
            <a:r>
              <a:rPr lang="en-US" sz="1000">
                <a:solidFill>
                  <a:schemeClr val="dk1"/>
                </a:solidFill>
                <a:latin typeface="IBM Plex Sans JP"/>
                <a:ea typeface="IBM Plex Sans JP"/>
                <a:cs typeface="IBM Plex Sans JP"/>
                <a:sym typeface="IBM Plex Sans JP"/>
              </a:rPr>
              <a:t>・異素材混合 </a:t>
            </a:r>
            <a:endParaRPr sz="1000">
              <a:solidFill>
                <a:schemeClr val="dk1"/>
              </a:solidFill>
              <a:latin typeface="IBM Plex Sans JP"/>
              <a:ea typeface="IBM Plex Sans JP"/>
              <a:cs typeface="IBM Plex Sans JP"/>
              <a:sym typeface="IBM Plex Sans JP"/>
            </a:endParaRPr>
          </a:p>
          <a:p>
            <a:pPr indent="0" lvl="0" marL="0" marR="0" rtl="0" algn="l">
              <a:spcBef>
                <a:spcPts val="0"/>
              </a:spcBef>
              <a:spcAft>
                <a:spcPts val="0"/>
              </a:spcAft>
              <a:buNone/>
            </a:pPr>
            <a:r>
              <a:rPr lang="en-US" sz="900">
                <a:solidFill>
                  <a:schemeClr val="dk1"/>
                </a:solidFill>
                <a:latin typeface="IBM Plex Sans JP"/>
                <a:ea typeface="IBM Plex Sans JP"/>
                <a:cs typeface="IBM Plex Sans JP"/>
                <a:sym typeface="IBM Plex Sans JP"/>
              </a:rPr>
              <a:t>印刷温度が異なる素材の混合フィラメントは、印刷＃２にてノズルが詰まる可能性があります。 PLA Basic と PLA Matte の様に印刷温度が一致しており、同素材であれば使用できる可能性はあります。 </a:t>
            </a:r>
            <a:endParaRPr sz="900">
              <a:solidFill>
                <a:schemeClr val="dk1"/>
              </a:solidFill>
              <a:latin typeface="IBM Plex Sans JP"/>
              <a:ea typeface="IBM Plex Sans JP"/>
              <a:cs typeface="IBM Plex Sans JP"/>
              <a:sym typeface="IBM Plex Sans JP"/>
            </a:endParaRPr>
          </a:p>
          <a:p>
            <a:pPr indent="0" lvl="0" marL="0" marR="0" rtl="0" algn="l">
              <a:spcBef>
                <a:spcPts val="0"/>
              </a:spcBef>
              <a:spcAft>
                <a:spcPts val="0"/>
              </a:spcAft>
              <a:buNone/>
            </a:pPr>
            <a:r>
              <a:t/>
            </a:r>
            <a:endParaRPr sz="400">
              <a:solidFill>
                <a:schemeClr val="dk1"/>
              </a:solidFill>
              <a:latin typeface="IBM Plex Sans JP"/>
              <a:ea typeface="IBM Plex Sans JP"/>
              <a:cs typeface="IBM Plex Sans JP"/>
              <a:sym typeface="IBM Plex Sans JP"/>
            </a:endParaRPr>
          </a:p>
          <a:p>
            <a:pPr indent="0" lvl="0" marL="0" marR="0" rtl="0" algn="l">
              <a:spcBef>
                <a:spcPts val="0"/>
              </a:spcBef>
              <a:spcAft>
                <a:spcPts val="0"/>
              </a:spcAft>
              <a:buNone/>
            </a:pPr>
            <a:r>
              <a:rPr lang="en-US" sz="900">
                <a:solidFill>
                  <a:schemeClr val="dk1"/>
                </a:solidFill>
                <a:latin typeface="IBM Plex Sans JP"/>
                <a:ea typeface="IBM Plex Sans JP"/>
                <a:cs typeface="IBM Plex Sans JP"/>
                <a:sym typeface="IBM Plex Sans JP"/>
              </a:rPr>
              <a:t>基本的に</a:t>
            </a:r>
            <a:r>
              <a:rPr b="1" lang="en-US" sz="900">
                <a:solidFill>
                  <a:schemeClr val="dk1"/>
                </a:solidFill>
                <a:latin typeface="IBM Plex Sans JP"/>
                <a:ea typeface="IBM Plex Sans JP"/>
                <a:cs typeface="IBM Plex Sans JP"/>
                <a:sym typeface="IBM Plex Sans JP"/>
              </a:rPr>
              <a:t>同一メーカー同一商品の色違いを使うことを推奨</a:t>
            </a:r>
            <a:r>
              <a:rPr lang="en-US" sz="900">
                <a:solidFill>
                  <a:schemeClr val="dk1"/>
                </a:solidFill>
                <a:latin typeface="IBM Plex Sans JP"/>
                <a:ea typeface="IBM Plex Sans JP"/>
                <a:cs typeface="IBM Plex Sans JP"/>
                <a:sym typeface="IBM Plex Sans JP"/>
              </a:rPr>
              <a:t>します。挑戦する場合は自己責任でお願いします。 </a:t>
            </a:r>
            <a:endParaRPr sz="900"/>
          </a:p>
        </p:txBody>
      </p:sp>
      <p:sp>
        <p:nvSpPr>
          <p:cNvPr id="217" name="Google Shape;217;p18"/>
          <p:cNvSpPr txBox="1"/>
          <p:nvPr/>
        </p:nvSpPr>
        <p:spPr>
          <a:xfrm>
            <a:off x="672873" y="646903"/>
            <a:ext cx="5649600" cy="9852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lang="en-US" sz="1000"/>
              <a:t>・プレートと手の脱脂 </a:t>
            </a:r>
            <a:endParaRPr sz="1000"/>
          </a:p>
          <a:p>
            <a:pPr indent="0" lvl="0" marL="0" rtl="0" algn="l">
              <a:spcBef>
                <a:spcPts val="0"/>
              </a:spcBef>
              <a:spcAft>
                <a:spcPts val="0"/>
              </a:spcAft>
              <a:buNone/>
            </a:pPr>
            <a:r>
              <a:rPr lang="en-US" sz="900"/>
              <a:t>本モデルは定着性がシビアです。十分な脱脂を行って、定着性を高めてください。 定着が困難な場合は1サイズ小さいモデルを検討してください。 </a:t>
            </a:r>
            <a:endParaRPr sz="900"/>
          </a:p>
          <a:p>
            <a:pPr indent="0" lvl="0" marL="0" rtl="0" algn="l">
              <a:spcBef>
                <a:spcPts val="0"/>
              </a:spcBef>
              <a:spcAft>
                <a:spcPts val="0"/>
              </a:spcAft>
              <a:buNone/>
            </a:pPr>
            <a:r>
              <a:t/>
            </a:r>
            <a:endParaRPr sz="1000"/>
          </a:p>
          <a:p>
            <a:pPr indent="0" lvl="0" marL="0" rtl="0" algn="l">
              <a:spcBef>
                <a:spcPts val="0"/>
              </a:spcBef>
              <a:spcAft>
                <a:spcPts val="0"/>
              </a:spcAft>
              <a:buNone/>
            </a:pPr>
            <a:r>
              <a:rPr lang="en-US" sz="1000"/>
              <a:t>定着のしやすさ </a:t>
            </a:r>
            <a:endParaRPr sz="1000"/>
          </a:p>
          <a:p>
            <a:pPr indent="0" lvl="0" marL="0" rtl="0" algn="l">
              <a:spcBef>
                <a:spcPts val="0"/>
              </a:spcBef>
              <a:spcAft>
                <a:spcPts val="0"/>
              </a:spcAft>
              <a:buNone/>
            </a:pPr>
            <a:r>
              <a:rPr lang="en-US" sz="1000"/>
              <a:t>ビ</a:t>
            </a:r>
            <a:r>
              <a:rPr lang="en-US" sz="900"/>
              <a:t>ルドプレートとフィラメントによって定着性が変わります。下表を参考にしてください。 </a:t>
            </a:r>
            <a:endParaRPr sz="900"/>
          </a:p>
        </p:txBody>
      </p:sp>
      <p:sp>
        <p:nvSpPr>
          <p:cNvPr id="218" name="Google Shape;218;p18"/>
          <p:cNvSpPr txBox="1"/>
          <p:nvPr/>
        </p:nvSpPr>
        <p:spPr>
          <a:xfrm>
            <a:off x="672873" y="3717678"/>
            <a:ext cx="5649600" cy="4002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lang="en-US" sz="1000"/>
              <a:t>・プレートと手の脱脂 本モデルは定着性がシビアです。十分な脱脂を行って、定着性を高めてください。 定着が困難な場合は1サイズ小さいモデルを検討してください。 </a:t>
            </a:r>
            <a:endParaRPr sz="1000"/>
          </a:p>
        </p:txBody>
      </p:sp>
      <p:pic>
        <p:nvPicPr>
          <p:cNvPr id="219" name="Google Shape;219;p18"/>
          <p:cNvPicPr preferRelativeResize="0"/>
          <p:nvPr/>
        </p:nvPicPr>
        <p:blipFill>
          <a:blip r:embed="rId3">
            <a:alphaModFix/>
          </a:blip>
          <a:stretch>
            <a:fillRect/>
          </a:stretch>
        </p:blipFill>
        <p:spPr>
          <a:xfrm>
            <a:off x="540573" y="1660755"/>
            <a:ext cx="5776852" cy="3506716"/>
          </a:xfrm>
          <a:prstGeom prst="rect">
            <a:avLst/>
          </a:prstGeom>
          <a:noFill/>
          <a:ln>
            <a:noFill/>
          </a:ln>
        </p:spPr>
      </p:pic>
      <p:sp>
        <p:nvSpPr>
          <p:cNvPr id="220" name="Google Shape;220;p18"/>
          <p:cNvSpPr txBox="1"/>
          <p:nvPr/>
        </p:nvSpPr>
        <p:spPr>
          <a:xfrm>
            <a:off x="672873" y="7120761"/>
            <a:ext cx="5649600" cy="1369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IBM Plex Sans JP"/>
                <a:ea typeface="IBM Plex Sans JP"/>
                <a:cs typeface="IBM Plex Sans JP"/>
                <a:sym typeface="IBM Plex Sans JP"/>
              </a:rPr>
              <a:t>印刷 #2（本番造形）前</a:t>
            </a:r>
            <a:endParaRPr b="1" sz="1200">
              <a:solidFill>
                <a:schemeClr val="dk1"/>
              </a:solidFill>
              <a:latin typeface="IBM Plex Sans JP"/>
              <a:ea typeface="IBM Plex Sans JP"/>
              <a:cs typeface="IBM Plex Sans JP"/>
              <a:sym typeface="IBM Plex Sans JP"/>
            </a:endParaRPr>
          </a:p>
          <a:p>
            <a:pPr indent="0" lvl="0" marL="0" marR="0" rtl="0" algn="l">
              <a:spcBef>
                <a:spcPts val="0"/>
              </a:spcBef>
              <a:spcAft>
                <a:spcPts val="0"/>
              </a:spcAft>
              <a:buNone/>
            </a:pPr>
            <a:r>
              <a:t/>
            </a:r>
            <a:endParaRPr b="1" sz="500">
              <a:solidFill>
                <a:schemeClr val="dk1"/>
              </a:solidFill>
              <a:latin typeface="IBM Plex Sans JP"/>
              <a:ea typeface="IBM Plex Sans JP"/>
              <a:cs typeface="IBM Plex Sans JP"/>
              <a:sym typeface="IBM Plex Sans JP"/>
            </a:endParaRPr>
          </a:p>
          <a:p>
            <a:pPr indent="0" lvl="0" marL="0" marR="0" rtl="0" algn="l">
              <a:spcBef>
                <a:spcPts val="0"/>
              </a:spcBef>
              <a:spcAft>
                <a:spcPts val="0"/>
              </a:spcAft>
              <a:buNone/>
            </a:pPr>
            <a:r>
              <a:rPr lang="en-US" sz="1000">
                <a:solidFill>
                  <a:schemeClr val="dk1"/>
                </a:solidFill>
                <a:latin typeface="IBM Plex Sans JP"/>
                <a:ea typeface="IBM Plex Sans JP"/>
                <a:cs typeface="IBM Plex Sans JP"/>
                <a:sym typeface="IBM Plex Sans JP"/>
              </a:rPr>
              <a:t>・ブリムの除去 </a:t>
            </a:r>
            <a:endParaRPr sz="1000">
              <a:solidFill>
                <a:schemeClr val="dk1"/>
              </a:solidFill>
              <a:latin typeface="IBM Plex Sans JP"/>
              <a:ea typeface="IBM Plex Sans JP"/>
              <a:cs typeface="IBM Plex Sans JP"/>
              <a:sym typeface="IBM Plex Sans JP"/>
            </a:endParaRPr>
          </a:p>
          <a:p>
            <a:pPr indent="0" lvl="0" marL="0" marR="0" rtl="0" algn="l">
              <a:spcBef>
                <a:spcPts val="0"/>
              </a:spcBef>
              <a:spcAft>
                <a:spcPts val="0"/>
              </a:spcAft>
              <a:buNone/>
            </a:pPr>
            <a:r>
              <a:rPr lang="en-US" sz="900">
                <a:solidFill>
                  <a:schemeClr val="dk1"/>
                </a:solidFill>
                <a:latin typeface="IBM Plex Sans JP"/>
                <a:ea typeface="IBM Plex Sans JP"/>
                <a:cs typeface="IBM Plex Sans JP"/>
                <a:sym typeface="IBM Plex Sans JP"/>
              </a:rPr>
              <a:t>印刷時にはブリムを除去してください。 すぐに印刷しない場合はブリムはつけたままにしてください。ブリムの刻印でサイズと混合比が確認できます。 </a:t>
            </a:r>
            <a:endParaRPr sz="900">
              <a:solidFill>
                <a:schemeClr val="dk1"/>
              </a:solidFill>
              <a:latin typeface="IBM Plex Sans JP"/>
              <a:ea typeface="IBM Plex Sans JP"/>
              <a:cs typeface="IBM Plex Sans JP"/>
              <a:sym typeface="IBM Plex Sans JP"/>
            </a:endParaRPr>
          </a:p>
          <a:p>
            <a:pPr indent="0" lvl="0" marL="0" marR="0" rtl="0" algn="l">
              <a:spcBef>
                <a:spcPts val="0"/>
              </a:spcBef>
              <a:spcAft>
                <a:spcPts val="0"/>
              </a:spcAft>
              <a:buNone/>
            </a:pPr>
            <a:r>
              <a:t/>
            </a:r>
            <a:endParaRPr sz="1000">
              <a:solidFill>
                <a:schemeClr val="dk1"/>
              </a:solidFill>
              <a:latin typeface="IBM Plex Sans JP"/>
              <a:ea typeface="IBM Plex Sans JP"/>
              <a:cs typeface="IBM Plex Sans JP"/>
              <a:sym typeface="IBM Plex Sans JP"/>
            </a:endParaRPr>
          </a:p>
          <a:p>
            <a:pPr indent="0" lvl="0" marL="0" marR="0" rtl="0" algn="l">
              <a:spcBef>
                <a:spcPts val="0"/>
              </a:spcBef>
              <a:spcAft>
                <a:spcPts val="0"/>
              </a:spcAft>
              <a:buNone/>
            </a:pPr>
            <a:r>
              <a:rPr lang="en-US" sz="1000">
                <a:solidFill>
                  <a:schemeClr val="dk1"/>
                </a:solidFill>
                <a:latin typeface="IBM Plex Sans JP"/>
                <a:ea typeface="IBM Plex Sans JP"/>
                <a:cs typeface="IBM Plex Sans JP"/>
                <a:sym typeface="IBM Plex Sans JP"/>
              </a:rPr>
              <a:t>・バリの除去 </a:t>
            </a:r>
            <a:endParaRPr sz="1000">
              <a:solidFill>
                <a:schemeClr val="dk1"/>
              </a:solidFill>
              <a:latin typeface="IBM Plex Sans JP"/>
              <a:ea typeface="IBM Plex Sans JP"/>
              <a:cs typeface="IBM Plex Sans JP"/>
              <a:sym typeface="IBM Plex Sans JP"/>
            </a:endParaRPr>
          </a:p>
          <a:p>
            <a:pPr indent="0" lvl="0" marL="0" marR="0" rtl="0" algn="l">
              <a:spcBef>
                <a:spcPts val="0"/>
              </a:spcBef>
              <a:spcAft>
                <a:spcPts val="0"/>
              </a:spcAft>
              <a:buNone/>
            </a:pPr>
            <a:r>
              <a:rPr lang="en-US" sz="900">
                <a:solidFill>
                  <a:schemeClr val="dk1"/>
                </a:solidFill>
                <a:latin typeface="IBM Plex Sans JP"/>
                <a:ea typeface="IBM Plex Sans JP"/>
                <a:cs typeface="IBM Plex Sans JP"/>
                <a:sym typeface="IBM Plex Sans JP"/>
              </a:rPr>
              <a:t>まれにバリが発生することがあります。発生したバリはニッパーやカッターなどで除去してください。 大きなバリはエクストルーダー送り不良を起こすことがあります。</a:t>
            </a:r>
            <a:endParaRPr sz="900"/>
          </a:p>
        </p:txBody>
      </p:sp>
      <p:sp>
        <p:nvSpPr>
          <p:cNvPr id="221" name="Google Shape;221;p18"/>
          <p:cNvSpPr/>
          <p:nvPr/>
        </p:nvSpPr>
        <p:spPr>
          <a:xfrm>
            <a:off x="612050" y="7175724"/>
            <a:ext cx="124500" cy="129900"/>
          </a:xfrm>
          <a:prstGeom prst="ellipse">
            <a:avLst/>
          </a:prstGeom>
          <a:solidFill>
            <a:schemeClr val="accent1"/>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19"/>
          <p:cNvSpPr/>
          <p:nvPr/>
        </p:nvSpPr>
        <p:spPr>
          <a:xfrm>
            <a:off x="51086" y="45268"/>
            <a:ext cx="6790200" cy="9053400"/>
          </a:xfrm>
          <a:prstGeom prst="rect">
            <a:avLst/>
          </a:prstGeom>
          <a:gradFill>
            <a:gsLst>
              <a:gs pos="0">
                <a:srgbClr val="EE00B0"/>
              </a:gs>
              <a:gs pos="10000">
                <a:srgbClr val="EE00B0"/>
              </a:gs>
              <a:gs pos="50000">
                <a:srgbClr val="6200E8"/>
              </a:gs>
              <a:gs pos="90000">
                <a:srgbClr val="0095E5"/>
              </a:gs>
              <a:gs pos="100000">
                <a:srgbClr val="0095E5"/>
              </a:gs>
            </a:gsLst>
            <a:lin ang="1800004"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7" name="Google Shape;227;p19"/>
          <p:cNvSpPr/>
          <p:nvPr/>
        </p:nvSpPr>
        <p:spPr>
          <a:xfrm>
            <a:off x="17051" y="5531"/>
            <a:ext cx="6858000" cy="9144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228" name="Google Shape;228;p19"/>
          <p:cNvGrpSpPr/>
          <p:nvPr/>
        </p:nvGrpSpPr>
        <p:grpSpPr>
          <a:xfrm>
            <a:off x="0" y="0"/>
            <a:ext cx="6865269" cy="9144001"/>
            <a:chOff x="0" y="0"/>
            <a:chExt cx="6865269" cy="9144001"/>
          </a:xfrm>
        </p:grpSpPr>
        <p:sp>
          <p:nvSpPr>
            <p:cNvPr id="229" name="Google Shape;229;p19"/>
            <p:cNvSpPr/>
            <p:nvPr/>
          </p:nvSpPr>
          <p:spPr>
            <a:xfrm>
              <a:off x="0" y="0"/>
              <a:ext cx="6858000" cy="432000"/>
            </a:xfrm>
            <a:prstGeom prst="rect">
              <a:avLst/>
            </a:prstGeom>
            <a:solidFill>
              <a:srgbClr val="F2A982">
                <a:alpha val="10200"/>
              </a:srgbClr>
            </a:solidFill>
            <a:ln cap="flat" cmpd="sng" w="19050">
              <a:solidFill>
                <a:srgbClr val="7F340D"/>
              </a:solidFill>
              <a:prstDash val="dash"/>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0" name="Google Shape;230;p19"/>
            <p:cNvSpPr/>
            <p:nvPr/>
          </p:nvSpPr>
          <p:spPr>
            <a:xfrm>
              <a:off x="0" y="8712000"/>
              <a:ext cx="6858000" cy="432000"/>
            </a:xfrm>
            <a:prstGeom prst="rect">
              <a:avLst/>
            </a:prstGeom>
            <a:solidFill>
              <a:srgbClr val="F2A982">
                <a:alpha val="10200"/>
              </a:srgbClr>
            </a:solidFill>
            <a:ln cap="flat" cmpd="sng" w="19050">
              <a:solidFill>
                <a:srgbClr val="7F340D"/>
              </a:solidFill>
              <a:prstDash val="dash"/>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1" name="Google Shape;231;p19"/>
            <p:cNvSpPr/>
            <p:nvPr/>
          </p:nvSpPr>
          <p:spPr>
            <a:xfrm>
              <a:off x="0" y="1"/>
              <a:ext cx="540000" cy="9144000"/>
            </a:xfrm>
            <a:prstGeom prst="rect">
              <a:avLst/>
            </a:prstGeom>
            <a:solidFill>
              <a:srgbClr val="F2A982">
                <a:alpha val="10200"/>
              </a:srgbClr>
            </a:solidFill>
            <a:ln cap="flat" cmpd="sng" w="19050">
              <a:solidFill>
                <a:srgbClr val="7F340D"/>
              </a:solidFill>
              <a:prstDash val="dash"/>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2" name="Google Shape;232;p19"/>
            <p:cNvSpPr/>
            <p:nvPr/>
          </p:nvSpPr>
          <p:spPr>
            <a:xfrm>
              <a:off x="6325269" y="0"/>
              <a:ext cx="540000" cy="9144000"/>
            </a:xfrm>
            <a:prstGeom prst="rect">
              <a:avLst/>
            </a:prstGeom>
            <a:solidFill>
              <a:srgbClr val="F2A982">
                <a:alpha val="10200"/>
              </a:srgbClr>
            </a:solidFill>
            <a:ln cap="flat" cmpd="sng" w="19050">
              <a:solidFill>
                <a:srgbClr val="7F340D"/>
              </a:solidFill>
              <a:prstDash val="dash"/>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sp>
        <p:nvSpPr>
          <p:cNvPr id="233" name="Google Shape;233;p19"/>
          <p:cNvSpPr/>
          <p:nvPr/>
        </p:nvSpPr>
        <p:spPr>
          <a:xfrm>
            <a:off x="554537" y="452468"/>
            <a:ext cx="5756100" cy="54000"/>
          </a:xfrm>
          <a:prstGeom prst="rect">
            <a:avLst/>
          </a:prstGeom>
          <a:solidFill>
            <a:schemeClr val="accent1"/>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4" name="Google Shape;234;p19"/>
          <p:cNvSpPr/>
          <p:nvPr/>
        </p:nvSpPr>
        <p:spPr>
          <a:xfrm>
            <a:off x="554538" y="8661917"/>
            <a:ext cx="2592000" cy="54000"/>
          </a:xfrm>
          <a:prstGeom prst="rect">
            <a:avLst/>
          </a:prstGeom>
          <a:solidFill>
            <a:schemeClr val="accent1"/>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5" name="Google Shape;235;p19"/>
          <p:cNvSpPr/>
          <p:nvPr/>
        </p:nvSpPr>
        <p:spPr>
          <a:xfrm>
            <a:off x="3734844" y="8661917"/>
            <a:ext cx="2592000" cy="54000"/>
          </a:xfrm>
          <a:prstGeom prst="rect">
            <a:avLst/>
          </a:prstGeom>
          <a:solidFill>
            <a:schemeClr val="accent1"/>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6" name="Google Shape;236;p19"/>
          <p:cNvSpPr txBox="1"/>
          <p:nvPr/>
        </p:nvSpPr>
        <p:spPr>
          <a:xfrm>
            <a:off x="3163826" y="8511531"/>
            <a:ext cx="575700" cy="36930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rPr>
              <a:t>6</a:t>
            </a:r>
            <a:endParaRPr sz="1800">
              <a:solidFill>
                <a:schemeClr val="dk1"/>
              </a:solidFill>
              <a:latin typeface="Arial"/>
              <a:ea typeface="Arial"/>
              <a:cs typeface="Arial"/>
              <a:sym typeface="Arial"/>
            </a:endParaRPr>
          </a:p>
        </p:txBody>
      </p:sp>
      <p:sp>
        <p:nvSpPr>
          <p:cNvPr id="237" name="Google Shape;237;p19"/>
          <p:cNvSpPr/>
          <p:nvPr/>
        </p:nvSpPr>
        <p:spPr>
          <a:xfrm>
            <a:off x="580886" y="2882330"/>
            <a:ext cx="204600" cy="204600"/>
          </a:xfrm>
          <a:prstGeom prst="ellipse">
            <a:avLst/>
          </a:prstGeom>
          <a:solidFill>
            <a:schemeClr val="accent1"/>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8" name="Google Shape;238;p19"/>
          <p:cNvSpPr txBox="1"/>
          <p:nvPr/>
        </p:nvSpPr>
        <p:spPr>
          <a:xfrm>
            <a:off x="812651" y="2831744"/>
            <a:ext cx="19239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IBM Plex Sans JP SemiBold"/>
                <a:ea typeface="IBM Plex Sans JP SemiBold"/>
                <a:cs typeface="IBM Plex Sans JP SemiBold"/>
                <a:sym typeface="IBM Plex Sans JP SemiBold"/>
              </a:rPr>
              <a:t>7</a:t>
            </a:r>
            <a:r>
              <a:rPr lang="en-US" sz="1600">
                <a:solidFill>
                  <a:schemeClr val="dk1"/>
                </a:solidFill>
                <a:latin typeface="IBM Plex Sans JP SemiBold"/>
                <a:ea typeface="IBM Plex Sans JP SemiBold"/>
                <a:cs typeface="IBM Plex Sans JP SemiBold"/>
                <a:sym typeface="IBM Plex Sans JP SemiBold"/>
              </a:rPr>
              <a:t>. Update History</a:t>
            </a:r>
            <a:endParaRPr b="1" sz="1800">
              <a:solidFill>
                <a:schemeClr val="dk1"/>
              </a:solidFill>
              <a:latin typeface="IBM Plex Sans JP SemiBold"/>
              <a:ea typeface="IBM Plex Sans JP SemiBold"/>
              <a:cs typeface="IBM Plex Sans JP SemiBold"/>
              <a:sym typeface="IBM Plex Sans JP SemiBold"/>
            </a:endParaRPr>
          </a:p>
        </p:txBody>
      </p:sp>
      <p:sp>
        <p:nvSpPr>
          <p:cNvPr id="239" name="Google Shape;239;p19"/>
          <p:cNvSpPr txBox="1"/>
          <p:nvPr/>
        </p:nvSpPr>
        <p:spPr>
          <a:xfrm>
            <a:off x="672860" y="3162690"/>
            <a:ext cx="56496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900">
                <a:solidFill>
                  <a:schemeClr val="dk1"/>
                </a:solidFill>
                <a:latin typeface="IBM Plex Sans JP"/>
                <a:ea typeface="IBM Plex Sans JP"/>
                <a:cs typeface="IBM Plex Sans JP"/>
                <a:sym typeface="IBM Plex Sans JP"/>
              </a:rPr>
              <a:t>Ver.1.00  2026-07-02  First Edition Published</a:t>
            </a:r>
            <a:endParaRPr/>
          </a:p>
          <a:p>
            <a:pPr indent="0" lvl="0" marL="0" marR="0" rtl="0" algn="l">
              <a:spcBef>
                <a:spcPts val="0"/>
              </a:spcBef>
              <a:spcAft>
                <a:spcPts val="0"/>
              </a:spcAft>
              <a:buNone/>
            </a:pPr>
            <a:r>
              <a:rPr lang="en-US" sz="900">
                <a:solidFill>
                  <a:schemeClr val="dk1"/>
                </a:solidFill>
                <a:latin typeface="IBM Plex Sans JP"/>
                <a:ea typeface="IBM Plex Sans JP"/>
                <a:cs typeface="IBM Plex Sans JP"/>
                <a:sym typeface="IBM Plex Sans JP"/>
              </a:rPr>
              <a:t>Ver.1.10  2026-</a:t>
            </a:r>
            <a:r>
              <a:rPr lang="en-US" sz="900">
                <a:solidFill>
                  <a:schemeClr val="dk1"/>
                </a:solidFill>
                <a:latin typeface="IBM Plex Sans JP"/>
                <a:ea typeface="IBM Plex Sans JP"/>
                <a:cs typeface="IBM Plex Sans JP"/>
                <a:sym typeface="IBM Plex Sans JP"/>
              </a:rPr>
              <a:t>08-14  Revisions for Integrated Design</a:t>
            </a:r>
            <a:endParaRPr/>
          </a:p>
        </p:txBody>
      </p:sp>
      <p:sp>
        <p:nvSpPr>
          <p:cNvPr id="240" name="Google Shape;240;p19"/>
          <p:cNvSpPr txBox="1"/>
          <p:nvPr/>
        </p:nvSpPr>
        <p:spPr>
          <a:xfrm>
            <a:off x="672873" y="681673"/>
            <a:ext cx="56496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chemeClr val="dk1"/>
                </a:solidFill>
                <a:latin typeface="IBM Plex Sans JP"/>
                <a:ea typeface="IBM Plex Sans JP"/>
                <a:cs typeface="IBM Plex Sans JP"/>
                <a:sym typeface="IBM Plex Sans JP"/>
              </a:rPr>
              <a:t> ・印刷＃２におけるノズルの影響</a:t>
            </a:r>
            <a:endParaRPr sz="1000">
              <a:solidFill>
                <a:schemeClr val="dk1"/>
              </a:solidFill>
              <a:latin typeface="IBM Plex Sans JP"/>
              <a:ea typeface="IBM Plex Sans JP"/>
              <a:cs typeface="IBM Plex Sans JP"/>
              <a:sym typeface="IBM Plex Sans JP"/>
            </a:endParaRPr>
          </a:p>
          <a:p>
            <a:pPr indent="0" lvl="0" marL="0" marR="0" rtl="0" algn="l">
              <a:spcBef>
                <a:spcPts val="0"/>
              </a:spcBef>
              <a:spcAft>
                <a:spcPts val="0"/>
              </a:spcAft>
              <a:buNone/>
            </a:pPr>
            <a:r>
              <a:rPr lang="en-US" sz="900">
                <a:solidFill>
                  <a:schemeClr val="dk1"/>
                </a:solidFill>
                <a:latin typeface="IBM Plex Sans JP"/>
                <a:ea typeface="IBM Plex Sans JP"/>
                <a:cs typeface="IBM Plex Sans JP"/>
                <a:sym typeface="IBM Plex Sans JP"/>
              </a:rPr>
              <a:t> ノズルの種類によって混ざりやすさが異なります。標準ノズルよりも高流動ノズルの方が混ざりやすい傾向にあります。  </a:t>
            </a:r>
            <a:endParaRPr sz="900"/>
          </a:p>
        </p:txBody>
      </p:sp>
      <p:sp>
        <p:nvSpPr>
          <p:cNvPr id="241" name="Google Shape;241;p19"/>
          <p:cNvSpPr/>
          <p:nvPr/>
        </p:nvSpPr>
        <p:spPr>
          <a:xfrm>
            <a:off x="580898" y="1470830"/>
            <a:ext cx="204600" cy="204600"/>
          </a:xfrm>
          <a:prstGeom prst="ellipse">
            <a:avLst/>
          </a:prstGeom>
          <a:solidFill>
            <a:schemeClr val="accent1"/>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42" name="Google Shape;242;p19"/>
          <p:cNvSpPr txBox="1"/>
          <p:nvPr/>
        </p:nvSpPr>
        <p:spPr>
          <a:xfrm>
            <a:off x="812664" y="1410969"/>
            <a:ext cx="19239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IBM Plex Sans JP SemiBold"/>
                <a:ea typeface="IBM Plex Sans JP SemiBold"/>
                <a:cs typeface="IBM Plex Sans JP SemiBold"/>
                <a:sym typeface="IBM Plex Sans JP SemiBold"/>
              </a:rPr>
              <a:t>６．最後に </a:t>
            </a:r>
            <a:endParaRPr b="1" sz="1800">
              <a:solidFill>
                <a:schemeClr val="dk1"/>
              </a:solidFill>
              <a:latin typeface="IBM Plex Sans JP SemiBold"/>
              <a:ea typeface="IBM Plex Sans JP SemiBold"/>
              <a:cs typeface="IBM Plex Sans JP SemiBold"/>
              <a:sym typeface="IBM Plex Sans JP SemiBold"/>
            </a:endParaRPr>
          </a:p>
        </p:txBody>
      </p:sp>
      <p:sp>
        <p:nvSpPr>
          <p:cNvPr id="243" name="Google Shape;243;p19"/>
          <p:cNvSpPr txBox="1"/>
          <p:nvPr/>
        </p:nvSpPr>
        <p:spPr>
          <a:xfrm>
            <a:off x="672873" y="1828465"/>
            <a:ext cx="5649600" cy="738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chemeClr val="dk1"/>
                </a:solidFill>
                <a:latin typeface="IBM Plex Sans JP"/>
                <a:ea typeface="IBM Plex Sans JP"/>
                <a:cs typeface="IBM Plex Sans JP"/>
                <a:sym typeface="IBM Plex Sans JP"/>
              </a:rPr>
              <a:t>お読みいただきありがとうございます。 </a:t>
            </a:r>
            <a:endParaRPr sz="1000">
              <a:solidFill>
                <a:schemeClr val="dk1"/>
              </a:solidFill>
              <a:latin typeface="IBM Plex Sans JP"/>
              <a:ea typeface="IBM Plex Sans JP"/>
              <a:cs typeface="IBM Plex Sans JP"/>
              <a:sym typeface="IBM Plex Sans JP"/>
            </a:endParaRPr>
          </a:p>
          <a:p>
            <a:pPr indent="0" lvl="0" marL="0" marR="0" rtl="0" algn="l">
              <a:spcBef>
                <a:spcPts val="0"/>
              </a:spcBef>
              <a:spcAft>
                <a:spcPts val="0"/>
              </a:spcAft>
              <a:buNone/>
            </a:pPr>
            <a:r>
              <a:rPr lang="en-US" sz="1000">
                <a:solidFill>
                  <a:schemeClr val="dk1"/>
                </a:solidFill>
                <a:latin typeface="IBM Plex Sans JP"/>
                <a:ea typeface="IBM Plex Sans JP"/>
                <a:cs typeface="IBM Plex Sans JP"/>
                <a:sym typeface="IBM Plex Sans JP"/>
              </a:rPr>
              <a:t>FlexChroma が、皆さまの造形表現をより広げることを願っています。 </a:t>
            </a:r>
            <a:endParaRPr sz="1000">
              <a:solidFill>
                <a:schemeClr val="dk1"/>
              </a:solidFill>
              <a:latin typeface="IBM Plex Sans JP"/>
              <a:ea typeface="IBM Plex Sans JP"/>
              <a:cs typeface="IBM Plex Sans JP"/>
              <a:sym typeface="IBM Plex Sans JP"/>
            </a:endParaRPr>
          </a:p>
          <a:p>
            <a:pPr indent="0" lvl="0" marL="0" marR="0" rtl="0" algn="l">
              <a:spcBef>
                <a:spcPts val="0"/>
              </a:spcBef>
              <a:spcAft>
                <a:spcPts val="0"/>
              </a:spcAft>
              <a:buNone/>
            </a:pPr>
            <a:r>
              <a:t/>
            </a:r>
            <a:endParaRPr sz="1000">
              <a:solidFill>
                <a:schemeClr val="dk1"/>
              </a:solidFill>
              <a:latin typeface="IBM Plex Sans JP"/>
              <a:ea typeface="IBM Plex Sans JP"/>
              <a:cs typeface="IBM Plex Sans JP"/>
              <a:sym typeface="IBM Plex Sans JP"/>
            </a:endParaRPr>
          </a:p>
          <a:p>
            <a:pPr indent="0" lvl="0" marL="0" marR="0" rtl="0" algn="l">
              <a:spcBef>
                <a:spcPts val="0"/>
              </a:spcBef>
              <a:spcAft>
                <a:spcPts val="0"/>
              </a:spcAft>
              <a:buNone/>
            </a:pPr>
            <a:r>
              <a:rPr b="1" lang="en-US" sz="1200">
                <a:solidFill>
                  <a:schemeClr val="dk1"/>
                </a:solidFill>
                <a:latin typeface="IBM Plex Sans JP"/>
                <a:ea typeface="IBM Plex Sans JP"/>
                <a:cs typeface="IBM Plex Sans JP"/>
                <a:sym typeface="IBM Plex Sans JP"/>
              </a:rPr>
              <a:t>Print Colors You Imagine. </a:t>
            </a:r>
            <a:endParaRPr b="1" sz="1700"/>
          </a:p>
        </p:txBody>
      </p:sp>
    </p:spTree>
  </p:cSld>
  <p:clrMapOvr>
    <a:masterClrMapping/>
  </p:clrMapOvr>
</p:sld>
</file>

<file path=ppt/theme/theme1.xml><?xml version="1.0" encoding="utf-8"?>
<a:theme xmlns:a="http://schemas.openxmlformats.org/drawingml/2006/main" xmlns:r="http://schemas.openxmlformats.org/officeDocument/2006/relationships" name="Office テーマ">
  <a:themeElements>
    <a:clrScheme name="Office テーマ">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